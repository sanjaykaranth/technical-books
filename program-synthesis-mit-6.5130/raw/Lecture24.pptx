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notesSlides/notesSlide14.xml" ContentType="application/vnd.openxmlformats-officedocument.presentationml.notesSlide+xml"/>
  <Override PartName="/ppt/ink/ink2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4"/>
  </p:notesMasterIdLst>
  <p:sldIdLst>
    <p:sldId id="336" r:id="rId2"/>
    <p:sldId id="656" r:id="rId3"/>
    <p:sldId id="1934" r:id="rId4"/>
    <p:sldId id="1935" r:id="rId5"/>
    <p:sldId id="1936" r:id="rId6"/>
    <p:sldId id="1937" r:id="rId7"/>
    <p:sldId id="1938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356" r:id="rId28"/>
    <p:sldId id="357" r:id="rId29"/>
    <p:sldId id="358" r:id="rId30"/>
    <p:sldId id="359" r:id="rId31"/>
    <p:sldId id="360" r:id="rId32"/>
    <p:sldId id="361" r:id="rId33"/>
    <p:sldId id="362" r:id="rId34"/>
    <p:sldId id="363" r:id="rId35"/>
    <p:sldId id="364" r:id="rId36"/>
    <p:sldId id="365" r:id="rId37"/>
    <p:sldId id="366" r:id="rId38"/>
    <p:sldId id="367" r:id="rId39"/>
    <p:sldId id="368" r:id="rId40"/>
    <p:sldId id="369" r:id="rId41"/>
    <p:sldId id="370" r:id="rId42"/>
    <p:sldId id="371" r:id="rId43"/>
    <p:sldId id="372" r:id="rId44"/>
    <p:sldId id="373" r:id="rId45"/>
    <p:sldId id="374" r:id="rId46"/>
    <p:sldId id="408" r:id="rId47"/>
    <p:sldId id="410" r:id="rId48"/>
    <p:sldId id="409" r:id="rId49"/>
    <p:sldId id="667" r:id="rId50"/>
    <p:sldId id="5826" r:id="rId51"/>
    <p:sldId id="5827" r:id="rId52"/>
    <p:sldId id="5829" r:id="rId53"/>
    <p:sldId id="5796" r:id="rId54"/>
    <p:sldId id="1932" r:id="rId55"/>
    <p:sldId id="1903" r:id="rId56"/>
    <p:sldId id="5809" r:id="rId57"/>
    <p:sldId id="5665" r:id="rId58"/>
    <p:sldId id="5807" r:id="rId59"/>
    <p:sldId id="5805" r:id="rId60"/>
    <p:sldId id="5808" r:id="rId61"/>
    <p:sldId id="3298" r:id="rId62"/>
    <p:sldId id="5811" r:id="rId63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0909"/>
    <a:srgbClr val="080F0B"/>
    <a:srgbClr val="CA703B"/>
    <a:srgbClr val="CFE5C9"/>
    <a:srgbClr val="9AC890"/>
    <a:srgbClr val="C7CEFF"/>
    <a:srgbClr val="7F8AFF"/>
    <a:srgbClr val="FFFFFF"/>
    <a:srgbClr val="000000"/>
    <a:srgbClr val="FF7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8" autoAdjust="0"/>
    <p:restoredTop sz="84761" autoAdjust="0"/>
  </p:normalViewPr>
  <p:slideViewPr>
    <p:cSldViewPr snapToGrid="0">
      <p:cViewPr varScale="1">
        <p:scale>
          <a:sx n="91" d="100"/>
          <a:sy n="91" d="100"/>
        </p:scale>
        <p:origin x="90" y="2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rmando\Documents\Thermosta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Smooth Thermostat with TOn=85 and h = 288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Sheet9!$B$1</c:f>
              <c:strCache>
                <c:ptCount val="1"/>
                <c:pt idx="0">
                  <c:v>beta = 0.0005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Sheet9!$A$2:$A$1102</c:f>
              <c:numCache>
                <c:formatCode>General</c:formatCode>
                <c:ptCount val="1101"/>
                <c:pt idx="0">
                  <c:v>-10</c:v>
                </c:pt>
                <c:pt idx="1">
                  <c:v>-9.9</c:v>
                </c:pt>
                <c:pt idx="2">
                  <c:v>-9.8000000000000007</c:v>
                </c:pt>
                <c:pt idx="3">
                  <c:v>-9.6999999999999993</c:v>
                </c:pt>
                <c:pt idx="4">
                  <c:v>-9.6</c:v>
                </c:pt>
                <c:pt idx="5">
                  <c:v>-9.5</c:v>
                </c:pt>
                <c:pt idx="6">
                  <c:v>-9.4</c:v>
                </c:pt>
                <c:pt idx="7">
                  <c:v>-9.3000000000000007</c:v>
                </c:pt>
                <c:pt idx="8">
                  <c:v>-9.1999999999999993</c:v>
                </c:pt>
                <c:pt idx="9">
                  <c:v>-9.1</c:v>
                </c:pt>
                <c:pt idx="10">
                  <c:v>-9</c:v>
                </c:pt>
                <c:pt idx="11">
                  <c:v>-8.9</c:v>
                </c:pt>
                <c:pt idx="12">
                  <c:v>-8.8000000000000007</c:v>
                </c:pt>
                <c:pt idx="13">
                  <c:v>-8.6999999999999993</c:v>
                </c:pt>
                <c:pt idx="14">
                  <c:v>-8.6</c:v>
                </c:pt>
                <c:pt idx="15">
                  <c:v>-8.5</c:v>
                </c:pt>
                <c:pt idx="16">
                  <c:v>-8.4</c:v>
                </c:pt>
                <c:pt idx="17">
                  <c:v>-8.3000000000000007</c:v>
                </c:pt>
                <c:pt idx="18">
                  <c:v>-8.1999999999999993</c:v>
                </c:pt>
                <c:pt idx="19">
                  <c:v>-8.1</c:v>
                </c:pt>
                <c:pt idx="20">
                  <c:v>-8</c:v>
                </c:pt>
                <c:pt idx="21">
                  <c:v>-7.9</c:v>
                </c:pt>
                <c:pt idx="22">
                  <c:v>-7.8</c:v>
                </c:pt>
                <c:pt idx="23">
                  <c:v>-7.7</c:v>
                </c:pt>
                <c:pt idx="24">
                  <c:v>-7.6</c:v>
                </c:pt>
                <c:pt idx="25">
                  <c:v>-7.5</c:v>
                </c:pt>
                <c:pt idx="26">
                  <c:v>-7.4</c:v>
                </c:pt>
                <c:pt idx="27">
                  <c:v>-7.3</c:v>
                </c:pt>
                <c:pt idx="28">
                  <c:v>-7.2</c:v>
                </c:pt>
                <c:pt idx="29">
                  <c:v>-7.1</c:v>
                </c:pt>
                <c:pt idx="30">
                  <c:v>-7</c:v>
                </c:pt>
                <c:pt idx="31">
                  <c:v>-6.9</c:v>
                </c:pt>
                <c:pt idx="32">
                  <c:v>-6.8</c:v>
                </c:pt>
                <c:pt idx="33">
                  <c:v>-6.7</c:v>
                </c:pt>
                <c:pt idx="34">
                  <c:v>-6.6</c:v>
                </c:pt>
                <c:pt idx="35">
                  <c:v>-6.5</c:v>
                </c:pt>
                <c:pt idx="36">
                  <c:v>-6.4</c:v>
                </c:pt>
                <c:pt idx="37">
                  <c:v>-6.3</c:v>
                </c:pt>
                <c:pt idx="38">
                  <c:v>-6.2</c:v>
                </c:pt>
                <c:pt idx="39">
                  <c:v>-6.1</c:v>
                </c:pt>
                <c:pt idx="40">
                  <c:v>-6</c:v>
                </c:pt>
                <c:pt idx="41">
                  <c:v>-5.9</c:v>
                </c:pt>
                <c:pt idx="42">
                  <c:v>-5.8</c:v>
                </c:pt>
                <c:pt idx="43">
                  <c:v>-5.7</c:v>
                </c:pt>
                <c:pt idx="44">
                  <c:v>-5.6</c:v>
                </c:pt>
                <c:pt idx="45">
                  <c:v>-5.5</c:v>
                </c:pt>
                <c:pt idx="46">
                  <c:v>-5.4</c:v>
                </c:pt>
                <c:pt idx="47">
                  <c:v>-5.3</c:v>
                </c:pt>
                <c:pt idx="48">
                  <c:v>-5.2</c:v>
                </c:pt>
                <c:pt idx="49">
                  <c:v>-5.0999999999999996</c:v>
                </c:pt>
                <c:pt idx="50">
                  <c:v>-5</c:v>
                </c:pt>
                <c:pt idx="51">
                  <c:v>-4.9000000000000004</c:v>
                </c:pt>
                <c:pt idx="52">
                  <c:v>-4.8</c:v>
                </c:pt>
                <c:pt idx="53">
                  <c:v>-4.7</c:v>
                </c:pt>
                <c:pt idx="54">
                  <c:v>-4.5999999999999996</c:v>
                </c:pt>
                <c:pt idx="55">
                  <c:v>-4.5</c:v>
                </c:pt>
                <c:pt idx="56">
                  <c:v>-4.4000000000000004</c:v>
                </c:pt>
                <c:pt idx="57">
                  <c:v>-4.3</c:v>
                </c:pt>
                <c:pt idx="58">
                  <c:v>-4.2</c:v>
                </c:pt>
                <c:pt idx="59">
                  <c:v>-4.0999999999999996</c:v>
                </c:pt>
                <c:pt idx="60">
                  <c:v>-4</c:v>
                </c:pt>
                <c:pt idx="61">
                  <c:v>-3.9</c:v>
                </c:pt>
                <c:pt idx="62">
                  <c:v>-3.8</c:v>
                </c:pt>
                <c:pt idx="63">
                  <c:v>-3.7</c:v>
                </c:pt>
                <c:pt idx="64">
                  <c:v>-3.6</c:v>
                </c:pt>
                <c:pt idx="65">
                  <c:v>-3.5</c:v>
                </c:pt>
                <c:pt idx="66">
                  <c:v>-3.4</c:v>
                </c:pt>
                <c:pt idx="67">
                  <c:v>-3.3</c:v>
                </c:pt>
                <c:pt idx="68">
                  <c:v>-3.2</c:v>
                </c:pt>
                <c:pt idx="69">
                  <c:v>-3.1</c:v>
                </c:pt>
                <c:pt idx="70">
                  <c:v>-3</c:v>
                </c:pt>
                <c:pt idx="71">
                  <c:v>-2.9</c:v>
                </c:pt>
                <c:pt idx="72">
                  <c:v>-2.8</c:v>
                </c:pt>
                <c:pt idx="73">
                  <c:v>-2.7</c:v>
                </c:pt>
                <c:pt idx="74">
                  <c:v>-2.6</c:v>
                </c:pt>
                <c:pt idx="75">
                  <c:v>-2.5</c:v>
                </c:pt>
                <c:pt idx="76">
                  <c:v>-2.4</c:v>
                </c:pt>
                <c:pt idx="77">
                  <c:v>-2.2999999999999998</c:v>
                </c:pt>
                <c:pt idx="78">
                  <c:v>-2.2000000000000002</c:v>
                </c:pt>
                <c:pt idx="79">
                  <c:v>-2.1</c:v>
                </c:pt>
                <c:pt idx="80">
                  <c:v>-2</c:v>
                </c:pt>
                <c:pt idx="81">
                  <c:v>-1.9</c:v>
                </c:pt>
                <c:pt idx="82">
                  <c:v>-1.8</c:v>
                </c:pt>
                <c:pt idx="83">
                  <c:v>-1.7</c:v>
                </c:pt>
                <c:pt idx="84">
                  <c:v>-1.6</c:v>
                </c:pt>
                <c:pt idx="85">
                  <c:v>-1.5</c:v>
                </c:pt>
                <c:pt idx="86">
                  <c:v>-1.4</c:v>
                </c:pt>
                <c:pt idx="87">
                  <c:v>-1.3</c:v>
                </c:pt>
                <c:pt idx="88">
                  <c:v>-1.2</c:v>
                </c:pt>
                <c:pt idx="89">
                  <c:v>-1.1000000000000001</c:v>
                </c:pt>
                <c:pt idx="90">
                  <c:v>-1</c:v>
                </c:pt>
                <c:pt idx="91">
                  <c:v>-0.9</c:v>
                </c:pt>
                <c:pt idx="92">
                  <c:v>-0.8</c:v>
                </c:pt>
                <c:pt idx="93">
                  <c:v>-0.7</c:v>
                </c:pt>
                <c:pt idx="94">
                  <c:v>-0.6</c:v>
                </c:pt>
                <c:pt idx="95">
                  <c:v>-0.5</c:v>
                </c:pt>
                <c:pt idx="96">
                  <c:v>-0.4</c:v>
                </c:pt>
                <c:pt idx="97">
                  <c:v>-0.3</c:v>
                </c:pt>
                <c:pt idx="98">
                  <c:v>-0.2</c:v>
                </c:pt>
                <c:pt idx="99">
                  <c:v>-0.1</c:v>
                </c:pt>
                <c:pt idx="100" formatCode="0.00E+00">
                  <c:v>-1.87905E-14</c:v>
                </c:pt>
                <c:pt idx="101">
                  <c:v>0.1</c:v>
                </c:pt>
                <c:pt idx="102">
                  <c:v>0.2</c:v>
                </c:pt>
                <c:pt idx="103">
                  <c:v>0.3</c:v>
                </c:pt>
                <c:pt idx="104">
                  <c:v>0.4</c:v>
                </c:pt>
                <c:pt idx="105">
                  <c:v>0.5</c:v>
                </c:pt>
                <c:pt idx="106">
                  <c:v>0.6</c:v>
                </c:pt>
                <c:pt idx="107">
                  <c:v>0.7</c:v>
                </c:pt>
                <c:pt idx="108">
                  <c:v>0.8</c:v>
                </c:pt>
                <c:pt idx="109">
                  <c:v>0.9</c:v>
                </c:pt>
                <c:pt idx="110">
                  <c:v>1</c:v>
                </c:pt>
                <c:pt idx="111">
                  <c:v>1.1000000000000001</c:v>
                </c:pt>
                <c:pt idx="112">
                  <c:v>1.2</c:v>
                </c:pt>
                <c:pt idx="113">
                  <c:v>1.3</c:v>
                </c:pt>
                <c:pt idx="114">
                  <c:v>1.4</c:v>
                </c:pt>
                <c:pt idx="115">
                  <c:v>1.5</c:v>
                </c:pt>
                <c:pt idx="116">
                  <c:v>1.6</c:v>
                </c:pt>
                <c:pt idx="117">
                  <c:v>1.7</c:v>
                </c:pt>
                <c:pt idx="118">
                  <c:v>1.8</c:v>
                </c:pt>
                <c:pt idx="119">
                  <c:v>1.9</c:v>
                </c:pt>
                <c:pt idx="120">
                  <c:v>2</c:v>
                </c:pt>
                <c:pt idx="121">
                  <c:v>2.1</c:v>
                </c:pt>
                <c:pt idx="122">
                  <c:v>2.2000000000000002</c:v>
                </c:pt>
                <c:pt idx="123">
                  <c:v>2.2999999999999998</c:v>
                </c:pt>
                <c:pt idx="124">
                  <c:v>2.4</c:v>
                </c:pt>
                <c:pt idx="125">
                  <c:v>2.5</c:v>
                </c:pt>
                <c:pt idx="126">
                  <c:v>2.6</c:v>
                </c:pt>
                <c:pt idx="127">
                  <c:v>2.7</c:v>
                </c:pt>
                <c:pt idx="128">
                  <c:v>2.8</c:v>
                </c:pt>
                <c:pt idx="129">
                  <c:v>2.9</c:v>
                </c:pt>
                <c:pt idx="130">
                  <c:v>3</c:v>
                </c:pt>
                <c:pt idx="131">
                  <c:v>3.1</c:v>
                </c:pt>
                <c:pt idx="132">
                  <c:v>3.2</c:v>
                </c:pt>
                <c:pt idx="133">
                  <c:v>3.3</c:v>
                </c:pt>
                <c:pt idx="134">
                  <c:v>3.4</c:v>
                </c:pt>
                <c:pt idx="135">
                  <c:v>3.5</c:v>
                </c:pt>
                <c:pt idx="136">
                  <c:v>3.6</c:v>
                </c:pt>
                <c:pt idx="137">
                  <c:v>3.7</c:v>
                </c:pt>
                <c:pt idx="138">
                  <c:v>3.8</c:v>
                </c:pt>
                <c:pt idx="139">
                  <c:v>3.9</c:v>
                </c:pt>
                <c:pt idx="140">
                  <c:v>4</c:v>
                </c:pt>
                <c:pt idx="141">
                  <c:v>4.0999999999999996</c:v>
                </c:pt>
                <c:pt idx="142">
                  <c:v>4.2</c:v>
                </c:pt>
                <c:pt idx="143">
                  <c:v>4.3</c:v>
                </c:pt>
                <c:pt idx="144">
                  <c:v>4.4000000000000004</c:v>
                </c:pt>
                <c:pt idx="145">
                  <c:v>4.5</c:v>
                </c:pt>
                <c:pt idx="146">
                  <c:v>4.5999999999999996</c:v>
                </c:pt>
                <c:pt idx="147">
                  <c:v>4.7</c:v>
                </c:pt>
                <c:pt idx="148">
                  <c:v>4.8</c:v>
                </c:pt>
                <c:pt idx="149">
                  <c:v>4.9000000000000004</c:v>
                </c:pt>
                <c:pt idx="150">
                  <c:v>5</c:v>
                </c:pt>
                <c:pt idx="151">
                  <c:v>5.0999999999999996</c:v>
                </c:pt>
                <c:pt idx="152">
                  <c:v>5.2</c:v>
                </c:pt>
                <c:pt idx="153">
                  <c:v>5.3</c:v>
                </c:pt>
                <c:pt idx="154">
                  <c:v>5.4</c:v>
                </c:pt>
                <c:pt idx="155">
                  <c:v>5.5</c:v>
                </c:pt>
                <c:pt idx="156">
                  <c:v>5.6</c:v>
                </c:pt>
                <c:pt idx="157">
                  <c:v>5.7</c:v>
                </c:pt>
                <c:pt idx="158">
                  <c:v>5.8</c:v>
                </c:pt>
                <c:pt idx="159">
                  <c:v>5.9</c:v>
                </c:pt>
                <c:pt idx="160">
                  <c:v>6</c:v>
                </c:pt>
                <c:pt idx="161">
                  <c:v>6.1</c:v>
                </c:pt>
                <c:pt idx="162">
                  <c:v>6.2</c:v>
                </c:pt>
                <c:pt idx="163">
                  <c:v>6.3</c:v>
                </c:pt>
                <c:pt idx="164">
                  <c:v>6.4</c:v>
                </c:pt>
                <c:pt idx="165">
                  <c:v>6.5</c:v>
                </c:pt>
                <c:pt idx="166">
                  <c:v>6.6</c:v>
                </c:pt>
                <c:pt idx="167">
                  <c:v>6.7</c:v>
                </c:pt>
                <c:pt idx="168">
                  <c:v>6.8</c:v>
                </c:pt>
                <c:pt idx="169">
                  <c:v>6.9</c:v>
                </c:pt>
                <c:pt idx="170">
                  <c:v>7</c:v>
                </c:pt>
                <c:pt idx="171">
                  <c:v>7.1</c:v>
                </c:pt>
                <c:pt idx="172">
                  <c:v>7.2</c:v>
                </c:pt>
                <c:pt idx="173">
                  <c:v>7.3</c:v>
                </c:pt>
                <c:pt idx="174">
                  <c:v>7.4</c:v>
                </c:pt>
                <c:pt idx="175">
                  <c:v>7.5</c:v>
                </c:pt>
                <c:pt idx="176">
                  <c:v>7.6</c:v>
                </c:pt>
                <c:pt idx="177">
                  <c:v>7.7</c:v>
                </c:pt>
                <c:pt idx="178">
                  <c:v>7.8</c:v>
                </c:pt>
                <c:pt idx="179">
                  <c:v>7.9</c:v>
                </c:pt>
                <c:pt idx="180">
                  <c:v>8</c:v>
                </c:pt>
                <c:pt idx="181">
                  <c:v>8.1</c:v>
                </c:pt>
                <c:pt idx="182">
                  <c:v>8.1999999999999993</c:v>
                </c:pt>
                <c:pt idx="183">
                  <c:v>8.3000000000000007</c:v>
                </c:pt>
                <c:pt idx="184">
                  <c:v>8.4</c:v>
                </c:pt>
                <c:pt idx="185">
                  <c:v>8.5</c:v>
                </c:pt>
                <c:pt idx="186">
                  <c:v>8.6</c:v>
                </c:pt>
                <c:pt idx="187">
                  <c:v>8.6999999999999993</c:v>
                </c:pt>
                <c:pt idx="188">
                  <c:v>8.8000000000000007</c:v>
                </c:pt>
                <c:pt idx="189">
                  <c:v>8.9</c:v>
                </c:pt>
                <c:pt idx="190">
                  <c:v>9</c:v>
                </c:pt>
                <c:pt idx="191">
                  <c:v>9.1</c:v>
                </c:pt>
                <c:pt idx="192">
                  <c:v>9.1999999999999993</c:v>
                </c:pt>
                <c:pt idx="193">
                  <c:v>9.3000000000000007</c:v>
                </c:pt>
                <c:pt idx="194">
                  <c:v>9.4</c:v>
                </c:pt>
                <c:pt idx="195">
                  <c:v>9.5</c:v>
                </c:pt>
                <c:pt idx="196">
                  <c:v>9.6</c:v>
                </c:pt>
                <c:pt idx="197">
                  <c:v>9.6999999999999993</c:v>
                </c:pt>
                <c:pt idx="198">
                  <c:v>9.8000000000000007</c:v>
                </c:pt>
                <c:pt idx="199">
                  <c:v>9.9</c:v>
                </c:pt>
                <c:pt idx="200">
                  <c:v>10</c:v>
                </c:pt>
                <c:pt idx="201">
                  <c:v>10.1</c:v>
                </c:pt>
                <c:pt idx="202">
                  <c:v>10.199999999999999</c:v>
                </c:pt>
                <c:pt idx="203">
                  <c:v>10.3</c:v>
                </c:pt>
                <c:pt idx="204">
                  <c:v>10.4</c:v>
                </c:pt>
                <c:pt idx="205">
                  <c:v>10.5</c:v>
                </c:pt>
                <c:pt idx="206">
                  <c:v>10.6</c:v>
                </c:pt>
                <c:pt idx="207">
                  <c:v>10.7</c:v>
                </c:pt>
                <c:pt idx="208">
                  <c:v>10.8</c:v>
                </c:pt>
                <c:pt idx="209">
                  <c:v>10.9</c:v>
                </c:pt>
                <c:pt idx="210">
                  <c:v>11</c:v>
                </c:pt>
                <c:pt idx="211">
                  <c:v>11.1</c:v>
                </c:pt>
                <c:pt idx="212">
                  <c:v>11.2</c:v>
                </c:pt>
                <c:pt idx="213">
                  <c:v>11.3</c:v>
                </c:pt>
                <c:pt idx="214">
                  <c:v>11.4</c:v>
                </c:pt>
                <c:pt idx="215">
                  <c:v>11.5</c:v>
                </c:pt>
                <c:pt idx="216">
                  <c:v>11.6</c:v>
                </c:pt>
                <c:pt idx="217">
                  <c:v>11.7</c:v>
                </c:pt>
                <c:pt idx="218">
                  <c:v>11.8</c:v>
                </c:pt>
                <c:pt idx="219">
                  <c:v>11.9</c:v>
                </c:pt>
                <c:pt idx="220">
                  <c:v>12</c:v>
                </c:pt>
                <c:pt idx="221">
                  <c:v>12.1</c:v>
                </c:pt>
                <c:pt idx="222">
                  <c:v>12.2</c:v>
                </c:pt>
                <c:pt idx="223">
                  <c:v>12.3</c:v>
                </c:pt>
                <c:pt idx="224">
                  <c:v>12.4</c:v>
                </c:pt>
                <c:pt idx="225">
                  <c:v>12.5</c:v>
                </c:pt>
                <c:pt idx="226">
                  <c:v>12.6</c:v>
                </c:pt>
                <c:pt idx="227">
                  <c:v>12.7</c:v>
                </c:pt>
                <c:pt idx="228">
                  <c:v>12.8</c:v>
                </c:pt>
                <c:pt idx="229">
                  <c:v>12.9</c:v>
                </c:pt>
                <c:pt idx="230">
                  <c:v>13</c:v>
                </c:pt>
                <c:pt idx="231">
                  <c:v>13.1</c:v>
                </c:pt>
                <c:pt idx="232">
                  <c:v>13.2</c:v>
                </c:pt>
                <c:pt idx="233">
                  <c:v>13.3</c:v>
                </c:pt>
                <c:pt idx="234">
                  <c:v>13.4</c:v>
                </c:pt>
                <c:pt idx="235">
                  <c:v>13.5</c:v>
                </c:pt>
                <c:pt idx="236">
                  <c:v>13.6</c:v>
                </c:pt>
                <c:pt idx="237">
                  <c:v>13.7</c:v>
                </c:pt>
                <c:pt idx="238">
                  <c:v>13.8</c:v>
                </c:pt>
                <c:pt idx="239">
                  <c:v>13.9</c:v>
                </c:pt>
                <c:pt idx="240">
                  <c:v>14</c:v>
                </c:pt>
                <c:pt idx="241">
                  <c:v>14.1</c:v>
                </c:pt>
                <c:pt idx="242">
                  <c:v>14.2</c:v>
                </c:pt>
                <c:pt idx="243">
                  <c:v>14.3</c:v>
                </c:pt>
                <c:pt idx="244">
                  <c:v>14.4</c:v>
                </c:pt>
                <c:pt idx="245">
                  <c:v>14.5</c:v>
                </c:pt>
                <c:pt idx="246">
                  <c:v>14.6</c:v>
                </c:pt>
                <c:pt idx="247">
                  <c:v>14.7</c:v>
                </c:pt>
                <c:pt idx="248">
                  <c:v>14.8</c:v>
                </c:pt>
                <c:pt idx="249">
                  <c:v>14.9</c:v>
                </c:pt>
                <c:pt idx="250">
                  <c:v>15</c:v>
                </c:pt>
                <c:pt idx="251">
                  <c:v>15.1</c:v>
                </c:pt>
                <c:pt idx="252">
                  <c:v>15.2</c:v>
                </c:pt>
                <c:pt idx="253">
                  <c:v>15.3</c:v>
                </c:pt>
                <c:pt idx="254">
                  <c:v>15.4</c:v>
                </c:pt>
                <c:pt idx="255">
                  <c:v>15.5</c:v>
                </c:pt>
                <c:pt idx="256">
                  <c:v>15.6</c:v>
                </c:pt>
                <c:pt idx="257">
                  <c:v>15.7</c:v>
                </c:pt>
                <c:pt idx="258">
                  <c:v>15.8</c:v>
                </c:pt>
                <c:pt idx="259">
                  <c:v>15.9</c:v>
                </c:pt>
                <c:pt idx="260">
                  <c:v>16</c:v>
                </c:pt>
                <c:pt idx="261">
                  <c:v>16.100000000000001</c:v>
                </c:pt>
                <c:pt idx="262">
                  <c:v>16.2</c:v>
                </c:pt>
                <c:pt idx="263">
                  <c:v>16.3</c:v>
                </c:pt>
                <c:pt idx="264">
                  <c:v>16.399999999999999</c:v>
                </c:pt>
                <c:pt idx="265">
                  <c:v>16.5</c:v>
                </c:pt>
                <c:pt idx="266">
                  <c:v>16.600000000000001</c:v>
                </c:pt>
                <c:pt idx="267">
                  <c:v>16.7</c:v>
                </c:pt>
                <c:pt idx="268">
                  <c:v>16.8</c:v>
                </c:pt>
                <c:pt idx="269">
                  <c:v>16.899999999999999</c:v>
                </c:pt>
                <c:pt idx="270">
                  <c:v>17</c:v>
                </c:pt>
                <c:pt idx="271">
                  <c:v>17.100000000000001</c:v>
                </c:pt>
                <c:pt idx="272">
                  <c:v>17.2</c:v>
                </c:pt>
                <c:pt idx="273">
                  <c:v>17.3</c:v>
                </c:pt>
                <c:pt idx="274">
                  <c:v>17.399999999999999</c:v>
                </c:pt>
                <c:pt idx="275">
                  <c:v>17.5</c:v>
                </c:pt>
                <c:pt idx="276">
                  <c:v>17.600000000000001</c:v>
                </c:pt>
                <c:pt idx="277">
                  <c:v>17.7</c:v>
                </c:pt>
                <c:pt idx="278">
                  <c:v>17.8</c:v>
                </c:pt>
                <c:pt idx="279">
                  <c:v>17.899999999999999</c:v>
                </c:pt>
                <c:pt idx="280">
                  <c:v>18</c:v>
                </c:pt>
                <c:pt idx="281">
                  <c:v>18.100000000000001</c:v>
                </c:pt>
                <c:pt idx="282">
                  <c:v>18.2</c:v>
                </c:pt>
                <c:pt idx="283">
                  <c:v>18.3</c:v>
                </c:pt>
                <c:pt idx="284">
                  <c:v>18.399999999999999</c:v>
                </c:pt>
                <c:pt idx="285">
                  <c:v>18.5</c:v>
                </c:pt>
                <c:pt idx="286">
                  <c:v>18.600000000000001</c:v>
                </c:pt>
                <c:pt idx="287">
                  <c:v>18.7</c:v>
                </c:pt>
                <c:pt idx="288">
                  <c:v>18.8</c:v>
                </c:pt>
                <c:pt idx="289">
                  <c:v>18.899999999999999</c:v>
                </c:pt>
                <c:pt idx="290">
                  <c:v>19</c:v>
                </c:pt>
                <c:pt idx="291">
                  <c:v>19.100000000000001</c:v>
                </c:pt>
                <c:pt idx="292">
                  <c:v>19.2</c:v>
                </c:pt>
                <c:pt idx="293">
                  <c:v>19.3</c:v>
                </c:pt>
                <c:pt idx="294">
                  <c:v>19.399999999999999</c:v>
                </c:pt>
                <c:pt idx="295">
                  <c:v>19.5</c:v>
                </c:pt>
                <c:pt idx="296">
                  <c:v>19.600000000000001</c:v>
                </c:pt>
                <c:pt idx="297">
                  <c:v>19.7</c:v>
                </c:pt>
                <c:pt idx="298">
                  <c:v>19.8</c:v>
                </c:pt>
                <c:pt idx="299">
                  <c:v>19.899999999999999</c:v>
                </c:pt>
                <c:pt idx="300">
                  <c:v>20</c:v>
                </c:pt>
                <c:pt idx="301">
                  <c:v>20.100000000000001</c:v>
                </c:pt>
                <c:pt idx="302">
                  <c:v>20.2</c:v>
                </c:pt>
                <c:pt idx="303">
                  <c:v>20.3</c:v>
                </c:pt>
                <c:pt idx="304">
                  <c:v>20.399999999999999</c:v>
                </c:pt>
                <c:pt idx="305">
                  <c:v>20.5</c:v>
                </c:pt>
                <c:pt idx="306">
                  <c:v>20.6</c:v>
                </c:pt>
                <c:pt idx="307">
                  <c:v>20.7</c:v>
                </c:pt>
                <c:pt idx="308">
                  <c:v>20.8</c:v>
                </c:pt>
                <c:pt idx="309">
                  <c:v>20.9</c:v>
                </c:pt>
                <c:pt idx="310">
                  <c:v>21</c:v>
                </c:pt>
                <c:pt idx="311">
                  <c:v>21.1</c:v>
                </c:pt>
                <c:pt idx="312">
                  <c:v>21.2</c:v>
                </c:pt>
                <c:pt idx="313">
                  <c:v>21.3</c:v>
                </c:pt>
                <c:pt idx="314">
                  <c:v>21.4</c:v>
                </c:pt>
                <c:pt idx="315">
                  <c:v>21.5</c:v>
                </c:pt>
                <c:pt idx="316">
                  <c:v>21.6</c:v>
                </c:pt>
                <c:pt idx="317">
                  <c:v>21.7</c:v>
                </c:pt>
                <c:pt idx="318">
                  <c:v>21.8</c:v>
                </c:pt>
                <c:pt idx="319">
                  <c:v>21.9</c:v>
                </c:pt>
                <c:pt idx="320">
                  <c:v>22</c:v>
                </c:pt>
                <c:pt idx="321">
                  <c:v>22.1</c:v>
                </c:pt>
                <c:pt idx="322">
                  <c:v>22.2</c:v>
                </c:pt>
                <c:pt idx="323">
                  <c:v>22.3</c:v>
                </c:pt>
                <c:pt idx="324">
                  <c:v>22.4</c:v>
                </c:pt>
                <c:pt idx="325">
                  <c:v>22.5</c:v>
                </c:pt>
                <c:pt idx="326">
                  <c:v>22.6</c:v>
                </c:pt>
                <c:pt idx="327">
                  <c:v>22.7</c:v>
                </c:pt>
                <c:pt idx="328">
                  <c:v>22.8</c:v>
                </c:pt>
                <c:pt idx="329">
                  <c:v>22.9</c:v>
                </c:pt>
                <c:pt idx="330">
                  <c:v>23</c:v>
                </c:pt>
                <c:pt idx="331">
                  <c:v>23.1</c:v>
                </c:pt>
                <c:pt idx="332">
                  <c:v>23.2</c:v>
                </c:pt>
                <c:pt idx="333">
                  <c:v>23.3</c:v>
                </c:pt>
                <c:pt idx="334">
                  <c:v>23.4</c:v>
                </c:pt>
                <c:pt idx="335">
                  <c:v>23.5</c:v>
                </c:pt>
                <c:pt idx="336">
                  <c:v>23.6</c:v>
                </c:pt>
                <c:pt idx="337">
                  <c:v>23.7</c:v>
                </c:pt>
                <c:pt idx="338">
                  <c:v>23.8</c:v>
                </c:pt>
                <c:pt idx="339">
                  <c:v>23.9</c:v>
                </c:pt>
                <c:pt idx="340">
                  <c:v>24</c:v>
                </c:pt>
                <c:pt idx="341">
                  <c:v>24.1</c:v>
                </c:pt>
                <c:pt idx="342">
                  <c:v>24.2</c:v>
                </c:pt>
                <c:pt idx="343">
                  <c:v>24.3</c:v>
                </c:pt>
                <c:pt idx="344">
                  <c:v>24.4</c:v>
                </c:pt>
                <c:pt idx="345">
                  <c:v>24.5</c:v>
                </c:pt>
                <c:pt idx="346">
                  <c:v>24.6</c:v>
                </c:pt>
                <c:pt idx="347">
                  <c:v>24.7</c:v>
                </c:pt>
                <c:pt idx="348">
                  <c:v>24.8</c:v>
                </c:pt>
                <c:pt idx="349">
                  <c:v>24.9</c:v>
                </c:pt>
                <c:pt idx="350">
                  <c:v>25</c:v>
                </c:pt>
                <c:pt idx="351">
                  <c:v>25.1</c:v>
                </c:pt>
                <c:pt idx="352">
                  <c:v>25.2</c:v>
                </c:pt>
                <c:pt idx="353">
                  <c:v>25.3</c:v>
                </c:pt>
                <c:pt idx="354">
                  <c:v>25.4</c:v>
                </c:pt>
                <c:pt idx="355">
                  <c:v>25.5</c:v>
                </c:pt>
                <c:pt idx="356">
                  <c:v>25.6</c:v>
                </c:pt>
                <c:pt idx="357">
                  <c:v>25.7</c:v>
                </c:pt>
                <c:pt idx="358">
                  <c:v>25.8</c:v>
                </c:pt>
                <c:pt idx="359">
                  <c:v>25.9</c:v>
                </c:pt>
                <c:pt idx="360">
                  <c:v>26</c:v>
                </c:pt>
                <c:pt idx="361">
                  <c:v>26.1</c:v>
                </c:pt>
                <c:pt idx="362">
                  <c:v>26.2</c:v>
                </c:pt>
                <c:pt idx="363">
                  <c:v>26.3</c:v>
                </c:pt>
                <c:pt idx="364">
                  <c:v>26.4</c:v>
                </c:pt>
                <c:pt idx="365">
                  <c:v>26.5</c:v>
                </c:pt>
                <c:pt idx="366">
                  <c:v>26.6</c:v>
                </c:pt>
                <c:pt idx="367">
                  <c:v>26.7</c:v>
                </c:pt>
                <c:pt idx="368">
                  <c:v>26.8</c:v>
                </c:pt>
                <c:pt idx="369">
                  <c:v>26.9</c:v>
                </c:pt>
                <c:pt idx="370">
                  <c:v>27</c:v>
                </c:pt>
                <c:pt idx="371">
                  <c:v>27.1</c:v>
                </c:pt>
                <c:pt idx="372">
                  <c:v>27.2</c:v>
                </c:pt>
                <c:pt idx="373">
                  <c:v>27.3</c:v>
                </c:pt>
                <c:pt idx="374">
                  <c:v>27.4</c:v>
                </c:pt>
                <c:pt idx="375">
                  <c:v>27.5</c:v>
                </c:pt>
                <c:pt idx="376">
                  <c:v>27.6</c:v>
                </c:pt>
                <c:pt idx="377">
                  <c:v>27.7</c:v>
                </c:pt>
                <c:pt idx="378">
                  <c:v>27.8</c:v>
                </c:pt>
                <c:pt idx="379">
                  <c:v>27.9</c:v>
                </c:pt>
                <c:pt idx="380">
                  <c:v>28</c:v>
                </c:pt>
                <c:pt idx="381">
                  <c:v>28.1</c:v>
                </c:pt>
                <c:pt idx="382">
                  <c:v>28.2</c:v>
                </c:pt>
                <c:pt idx="383">
                  <c:v>28.3</c:v>
                </c:pt>
                <c:pt idx="384">
                  <c:v>28.4</c:v>
                </c:pt>
                <c:pt idx="385">
                  <c:v>28.5</c:v>
                </c:pt>
                <c:pt idx="386">
                  <c:v>28.6</c:v>
                </c:pt>
                <c:pt idx="387">
                  <c:v>28.7</c:v>
                </c:pt>
                <c:pt idx="388">
                  <c:v>28.8</c:v>
                </c:pt>
                <c:pt idx="389">
                  <c:v>28.9</c:v>
                </c:pt>
                <c:pt idx="390">
                  <c:v>29</c:v>
                </c:pt>
                <c:pt idx="391">
                  <c:v>29.1</c:v>
                </c:pt>
                <c:pt idx="392">
                  <c:v>29.2</c:v>
                </c:pt>
                <c:pt idx="393">
                  <c:v>29.3</c:v>
                </c:pt>
                <c:pt idx="394">
                  <c:v>29.4</c:v>
                </c:pt>
                <c:pt idx="395">
                  <c:v>29.5</c:v>
                </c:pt>
                <c:pt idx="396">
                  <c:v>29.6</c:v>
                </c:pt>
                <c:pt idx="397">
                  <c:v>29.7</c:v>
                </c:pt>
                <c:pt idx="398">
                  <c:v>29.8</c:v>
                </c:pt>
                <c:pt idx="399">
                  <c:v>29.9</c:v>
                </c:pt>
                <c:pt idx="400">
                  <c:v>30</c:v>
                </c:pt>
                <c:pt idx="401">
                  <c:v>30.1</c:v>
                </c:pt>
                <c:pt idx="402">
                  <c:v>30.2</c:v>
                </c:pt>
                <c:pt idx="403">
                  <c:v>30.3</c:v>
                </c:pt>
                <c:pt idx="404">
                  <c:v>30.4</c:v>
                </c:pt>
                <c:pt idx="405">
                  <c:v>30.5</c:v>
                </c:pt>
                <c:pt idx="406">
                  <c:v>30.6</c:v>
                </c:pt>
                <c:pt idx="407">
                  <c:v>30.7</c:v>
                </c:pt>
                <c:pt idx="408">
                  <c:v>30.8</c:v>
                </c:pt>
                <c:pt idx="409">
                  <c:v>30.9</c:v>
                </c:pt>
                <c:pt idx="410">
                  <c:v>31</c:v>
                </c:pt>
                <c:pt idx="411">
                  <c:v>31.1</c:v>
                </c:pt>
                <c:pt idx="412">
                  <c:v>31.2</c:v>
                </c:pt>
                <c:pt idx="413">
                  <c:v>31.3</c:v>
                </c:pt>
                <c:pt idx="414">
                  <c:v>31.4</c:v>
                </c:pt>
                <c:pt idx="415">
                  <c:v>31.5</c:v>
                </c:pt>
                <c:pt idx="416">
                  <c:v>31.6</c:v>
                </c:pt>
                <c:pt idx="417">
                  <c:v>31.7</c:v>
                </c:pt>
                <c:pt idx="418">
                  <c:v>31.8</c:v>
                </c:pt>
                <c:pt idx="419">
                  <c:v>31.9</c:v>
                </c:pt>
                <c:pt idx="420">
                  <c:v>32</c:v>
                </c:pt>
                <c:pt idx="421">
                  <c:v>32.1</c:v>
                </c:pt>
                <c:pt idx="422">
                  <c:v>32.200000000000003</c:v>
                </c:pt>
                <c:pt idx="423">
                  <c:v>32.299999999999997</c:v>
                </c:pt>
                <c:pt idx="424">
                  <c:v>32.4</c:v>
                </c:pt>
                <c:pt idx="425">
                  <c:v>32.5</c:v>
                </c:pt>
                <c:pt idx="426">
                  <c:v>32.6</c:v>
                </c:pt>
                <c:pt idx="427">
                  <c:v>32.700000000000003</c:v>
                </c:pt>
                <c:pt idx="428">
                  <c:v>32.799999999999997</c:v>
                </c:pt>
                <c:pt idx="429">
                  <c:v>32.9</c:v>
                </c:pt>
                <c:pt idx="430">
                  <c:v>33</c:v>
                </c:pt>
                <c:pt idx="431">
                  <c:v>33.1</c:v>
                </c:pt>
                <c:pt idx="432">
                  <c:v>33.200000000000003</c:v>
                </c:pt>
                <c:pt idx="433">
                  <c:v>33.299999999999997</c:v>
                </c:pt>
                <c:pt idx="434">
                  <c:v>33.4</c:v>
                </c:pt>
                <c:pt idx="435">
                  <c:v>33.5</c:v>
                </c:pt>
                <c:pt idx="436">
                  <c:v>33.6</c:v>
                </c:pt>
                <c:pt idx="437">
                  <c:v>33.700000000000003</c:v>
                </c:pt>
                <c:pt idx="438">
                  <c:v>33.799999999999997</c:v>
                </c:pt>
                <c:pt idx="439">
                  <c:v>33.9</c:v>
                </c:pt>
                <c:pt idx="440">
                  <c:v>34</c:v>
                </c:pt>
                <c:pt idx="441">
                  <c:v>34.1</c:v>
                </c:pt>
                <c:pt idx="442">
                  <c:v>34.200000000000003</c:v>
                </c:pt>
                <c:pt idx="443">
                  <c:v>34.299999999999997</c:v>
                </c:pt>
                <c:pt idx="444">
                  <c:v>34.4</c:v>
                </c:pt>
                <c:pt idx="445">
                  <c:v>34.5</c:v>
                </c:pt>
                <c:pt idx="446">
                  <c:v>34.6</c:v>
                </c:pt>
                <c:pt idx="447">
                  <c:v>34.700000000000003</c:v>
                </c:pt>
                <c:pt idx="448">
                  <c:v>34.799999999999997</c:v>
                </c:pt>
                <c:pt idx="449">
                  <c:v>34.9</c:v>
                </c:pt>
                <c:pt idx="450">
                  <c:v>35</c:v>
                </c:pt>
                <c:pt idx="451">
                  <c:v>35.1</c:v>
                </c:pt>
                <c:pt idx="452">
                  <c:v>35.200000000000003</c:v>
                </c:pt>
                <c:pt idx="453">
                  <c:v>35.299999999999997</c:v>
                </c:pt>
                <c:pt idx="454">
                  <c:v>35.4</c:v>
                </c:pt>
                <c:pt idx="455">
                  <c:v>35.5</c:v>
                </c:pt>
                <c:pt idx="456">
                  <c:v>35.6</c:v>
                </c:pt>
                <c:pt idx="457">
                  <c:v>35.700000000000003</c:v>
                </c:pt>
                <c:pt idx="458">
                  <c:v>35.799999999999997</c:v>
                </c:pt>
                <c:pt idx="459">
                  <c:v>35.9</c:v>
                </c:pt>
                <c:pt idx="460">
                  <c:v>36</c:v>
                </c:pt>
                <c:pt idx="461">
                  <c:v>36.1</c:v>
                </c:pt>
                <c:pt idx="462">
                  <c:v>36.200000000000003</c:v>
                </c:pt>
                <c:pt idx="463">
                  <c:v>36.299999999999997</c:v>
                </c:pt>
                <c:pt idx="464">
                  <c:v>36.4</c:v>
                </c:pt>
                <c:pt idx="465">
                  <c:v>36.5</c:v>
                </c:pt>
                <c:pt idx="466">
                  <c:v>36.6</c:v>
                </c:pt>
                <c:pt idx="467">
                  <c:v>36.700000000000003</c:v>
                </c:pt>
                <c:pt idx="468">
                  <c:v>36.799999999999997</c:v>
                </c:pt>
                <c:pt idx="469">
                  <c:v>36.9</c:v>
                </c:pt>
                <c:pt idx="470">
                  <c:v>37</c:v>
                </c:pt>
                <c:pt idx="471">
                  <c:v>37.1</c:v>
                </c:pt>
                <c:pt idx="472">
                  <c:v>37.200000000000003</c:v>
                </c:pt>
                <c:pt idx="473">
                  <c:v>37.299999999999997</c:v>
                </c:pt>
                <c:pt idx="474">
                  <c:v>37.4</c:v>
                </c:pt>
                <c:pt idx="475">
                  <c:v>37.5</c:v>
                </c:pt>
                <c:pt idx="476">
                  <c:v>37.6</c:v>
                </c:pt>
                <c:pt idx="477">
                  <c:v>37.700000000000003</c:v>
                </c:pt>
                <c:pt idx="478">
                  <c:v>37.799999999999997</c:v>
                </c:pt>
                <c:pt idx="479">
                  <c:v>37.9</c:v>
                </c:pt>
                <c:pt idx="480">
                  <c:v>38</c:v>
                </c:pt>
                <c:pt idx="481">
                  <c:v>38.1</c:v>
                </c:pt>
                <c:pt idx="482">
                  <c:v>38.200000000000003</c:v>
                </c:pt>
                <c:pt idx="483">
                  <c:v>38.299999999999997</c:v>
                </c:pt>
                <c:pt idx="484">
                  <c:v>38.4</c:v>
                </c:pt>
                <c:pt idx="485">
                  <c:v>38.5</c:v>
                </c:pt>
                <c:pt idx="486">
                  <c:v>38.6</c:v>
                </c:pt>
                <c:pt idx="487">
                  <c:v>38.700000000000003</c:v>
                </c:pt>
                <c:pt idx="488">
                  <c:v>38.799999999999997</c:v>
                </c:pt>
                <c:pt idx="489">
                  <c:v>38.9</c:v>
                </c:pt>
                <c:pt idx="490">
                  <c:v>39</c:v>
                </c:pt>
                <c:pt idx="491">
                  <c:v>39.1</c:v>
                </c:pt>
                <c:pt idx="492">
                  <c:v>39.200000000000003</c:v>
                </c:pt>
                <c:pt idx="493">
                  <c:v>39.299999999999997</c:v>
                </c:pt>
                <c:pt idx="494">
                  <c:v>39.4</c:v>
                </c:pt>
                <c:pt idx="495">
                  <c:v>39.5</c:v>
                </c:pt>
                <c:pt idx="496">
                  <c:v>39.6</c:v>
                </c:pt>
                <c:pt idx="497">
                  <c:v>39.700000000000003</c:v>
                </c:pt>
                <c:pt idx="498">
                  <c:v>39.799999999999997</c:v>
                </c:pt>
                <c:pt idx="499">
                  <c:v>39.9</c:v>
                </c:pt>
                <c:pt idx="500">
                  <c:v>40</c:v>
                </c:pt>
                <c:pt idx="501">
                  <c:v>40.1</c:v>
                </c:pt>
                <c:pt idx="502">
                  <c:v>40.200000000000003</c:v>
                </c:pt>
                <c:pt idx="503">
                  <c:v>40.299999999999997</c:v>
                </c:pt>
                <c:pt idx="504">
                  <c:v>40.4</c:v>
                </c:pt>
                <c:pt idx="505">
                  <c:v>40.5</c:v>
                </c:pt>
                <c:pt idx="506">
                  <c:v>40.6</c:v>
                </c:pt>
                <c:pt idx="507">
                  <c:v>40.700000000000003</c:v>
                </c:pt>
                <c:pt idx="508">
                  <c:v>40.799999999999997</c:v>
                </c:pt>
                <c:pt idx="509">
                  <c:v>40.9</c:v>
                </c:pt>
                <c:pt idx="510">
                  <c:v>41</c:v>
                </c:pt>
                <c:pt idx="511">
                  <c:v>41.1</c:v>
                </c:pt>
                <c:pt idx="512">
                  <c:v>41.2</c:v>
                </c:pt>
                <c:pt idx="513">
                  <c:v>41.3</c:v>
                </c:pt>
                <c:pt idx="514">
                  <c:v>41.4</c:v>
                </c:pt>
                <c:pt idx="515">
                  <c:v>41.5</c:v>
                </c:pt>
                <c:pt idx="516">
                  <c:v>41.6</c:v>
                </c:pt>
                <c:pt idx="517">
                  <c:v>41.7</c:v>
                </c:pt>
                <c:pt idx="518">
                  <c:v>41.8</c:v>
                </c:pt>
                <c:pt idx="519">
                  <c:v>41.9</c:v>
                </c:pt>
                <c:pt idx="520">
                  <c:v>42</c:v>
                </c:pt>
                <c:pt idx="521">
                  <c:v>42.1</c:v>
                </c:pt>
                <c:pt idx="522">
                  <c:v>42.2</c:v>
                </c:pt>
                <c:pt idx="523">
                  <c:v>42.3</c:v>
                </c:pt>
                <c:pt idx="524">
                  <c:v>42.4</c:v>
                </c:pt>
                <c:pt idx="525">
                  <c:v>42.5</c:v>
                </c:pt>
                <c:pt idx="526">
                  <c:v>42.6</c:v>
                </c:pt>
                <c:pt idx="527">
                  <c:v>42.7</c:v>
                </c:pt>
                <c:pt idx="528">
                  <c:v>42.8</c:v>
                </c:pt>
                <c:pt idx="529">
                  <c:v>42.9</c:v>
                </c:pt>
                <c:pt idx="530">
                  <c:v>43</c:v>
                </c:pt>
                <c:pt idx="531">
                  <c:v>43.1</c:v>
                </c:pt>
                <c:pt idx="532">
                  <c:v>43.2</c:v>
                </c:pt>
                <c:pt idx="533">
                  <c:v>43.3</c:v>
                </c:pt>
                <c:pt idx="534">
                  <c:v>43.4</c:v>
                </c:pt>
                <c:pt idx="535">
                  <c:v>43.5</c:v>
                </c:pt>
                <c:pt idx="536">
                  <c:v>43.6</c:v>
                </c:pt>
                <c:pt idx="537">
                  <c:v>43.7</c:v>
                </c:pt>
                <c:pt idx="538">
                  <c:v>43.8</c:v>
                </c:pt>
                <c:pt idx="539">
                  <c:v>43.9</c:v>
                </c:pt>
                <c:pt idx="540">
                  <c:v>44</c:v>
                </c:pt>
                <c:pt idx="541">
                  <c:v>44.1</c:v>
                </c:pt>
                <c:pt idx="542">
                  <c:v>44.2</c:v>
                </c:pt>
                <c:pt idx="543">
                  <c:v>44.3</c:v>
                </c:pt>
                <c:pt idx="544">
                  <c:v>44.4</c:v>
                </c:pt>
                <c:pt idx="545">
                  <c:v>44.5</c:v>
                </c:pt>
                <c:pt idx="546">
                  <c:v>44.6</c:v>
                </c:pt>
                <c:pt idx="547">
                  <c:v>44.7</c:v>
                </c:pt>
                <c:pt idx="548">
                  <c:v>44.8</c:v>
                </c:pt>
                <c:pt idx="549">
                  <c:v>44.9</c:v>
                </c:pt>
                <c:pt idx="550">
                  <c:v>45</c:v>
                </c:pt>
                <c:pt idx="551">
                  <c:v>45.1</c:v>
                </c:pt>
                <c:pt idx="552">
                  <c:v>45.2</c:v>
                </c:pt>
                <c:pt idx="553">
                  <c:v>45.3</c:v>
                </c:pt>
                <c:pt idx="554">
                  <c:v>45.4</c:v>
                </c:pt>
                <c:pt idx="555">
                  <c:v>45.5</c:v>
                </c:pt>
                <c:pt idx="556">
                  <c:v>45.6</c:v>
                </c:pt>
                <c:pt idx="557">
                  <c:v>45.7</c:v>
                </c:pt>
                <c:pt idx="558">
                  <c:v>45.8</c:v>
                </c:pt>
                <c:pt idx="559">
                  <c:v>45.9</c:v>
                </c:pt>
                <c:pt idx="560">
                  <c:v>46</c:v>
                </c:pt>
                <c:pt idx="561">
                  <c:v>46.1</c:v>
                </c:pt>
                <c:pt idx="562">
                  <c:v>46.2</c:v>
                </c:pt>
                <c:pt idx="563">
                  <c:v>46.3</c:v>
                </c:pt>
                <c:pt idx="564">
                  <c:v>46.4</c:v>
                </c:pt>
                <c:pt idx="565">
                  <c:v>46.5</c:v>
                </c:pt>
                <c:pt idx="566">
                  <c:v>46.6</c:v>
                </c:pt>
                <c:pt idx="567">
                  <c:v>46.7</c:v>
                </c:pt>
                <c:pt idx="568">
                  <c:v>46.8</c:v>
                </c:pt>
                <c:pt idx="569">
                  <c:v>46.9</c:v>
                </c:pt>
                <c:pt idx="570">
                  <c:v>47</c:v>
                </c:pt>
                <c:pt idx="571">
                  <c:v>47.1</c:v>
                </c:pt>
                <c:pt idx="572">
                  <c:v>47.2</c:v>
                </c:pt>
                <c:pt idx="573">
                  <c:v>47.3</c:v>
                </c:pt>
                <c:pt idx="574">
                  <c:v>47.4</c:v>
                </c:pt>
                <c:pt idx="575">
                  <c:v>47.5</c:v>
                </c:pt>
                <c:pt idx="576">
                  <c:v>47.6</c:v>
                </c:pt>
                <c:pt idx="577">
                  <c:v>47.7</c:v>
                </c:pt>
                <c:pt idx="578">
                  <c:v>47.8</c:v>
                </c:pt>
                <c:pt idx="579">
                  <c:v>47.9</c:v>
                </c:pt>
                <c:pt idx="580">
                  <c:v>48</c:v>
                </c:pt>
                <c:pt idx="581">
                  <c:v>48.1</c:v>
                </c:pt>
                <c:pt idx="582">
                  <c:v>48.2</c:v>
                </c:pt>
                <c:pt idx="583">
                  <c:v>48.3</c:v>
                </c:pt>
                <c:pt idx="584">
                  <c:v>48.4</c:v>
                </c:pt>
                <c:pt idx="585">
                  <c:v>48.5</c:v>
                </c:pt>
                <c:pt idx="586">
                  <c:v>48.6</c:v>
                </c:pt>
                <c:pt idx="587">
                  <c:v>48.7</c:v>
                </c:pt>
                <c:pt idx="588">
                  <c:v>48.8</c:v>
                </c:pt>
                <c:pt idx="589">
                  <c:v>48.9</c:v>
                </c:pt>
                <c:pt idx="590">
                  <c:v>49</c:v>
                </c:pt>
                <c:pt idx="591">
                  <c:v>49.1</c:v>
                </c:pt>
                <c:pt idx="592">
                  <c:v>49.2</c:v>
                </c:pt>
                <c:pt idx="593">
                  <c:v>49.3</c:v>
                </c:pt>
                <c:pt idx="594">
                  <c:v>49.4</c:v>
                </c:pt>
                <c:pt idx="595">
                  <c:v>49.5</c:v>
                </c:pt>
                <c:pt idx="596">
                  <c:v>49.6</c:v>
                </c:pt>
                <c:pt idx="597">
                  <c:v>49.7</c:v>
                </c:pt>
                <c:pt idx="598">
                  <c:v>49.8</c:v>
                </c:pt>
                <c:pt idx="599">
                  <c:v>49.9</c:v>
                </c:pt>
                <c:pt idx="600">
                  <c:v>50</c:v>
                </c:pt>
                <c:pt idx="601">
                  <c:v>50.1</c:v>
                </c:pt>
                <c:pt idx="602">
                  <c:v>50.2</c:v>
                </c:pt>
                <c:pt idx="603">
                  <c:v>50.3</c:v>
                </c:pt>
                <c:pt idx="604">
                  <c:v>50.4</c:v>
                </c:pt>
                <c:pt idx="605">
                  <c:v>50.5</c:v>
                </c:pt>
                <c:pt idx="606">
                  <c:v>50.6</c:v>
                </c:pt>
                <c:pt idx="607">
                  <c:v>50.7</c:v>
                </c:pt>
                <c:pt idx="608">
                  <c:v>50.8</c:v>
                </c:pt>
                <c:pt idx="609">
                  <c:v>50.9</c:v>
                </c:pt>
                <c:pt idx="610">
                  <c:v>51</c:v>
                </c:pt>
                <c:pt idx="611">
                  <c:v>51.1</c:v>
                </c:pt>
                <c:pt idx="612">
                  <c:v>51.2</c:v>
                </c:pt>
                <c:pt idx="613">
                  <c:v>51.3</c:v>
                </c:pt>
                <c:pt idx="614">
                  <c:v>51.4</c:v>
                </c:pt>
                <c:pt idx="615">
                  <c:v>51.5</c:v>
                </c:pt>
                <c:pt idx="616">
                  <c:v>51.6</c:v>
                </c:pt>
                <c:pt idx="617">
                  <c:v>51.7</c:v>
                </c:pt>
                <c:pt idx="618">
                  <c:v>51.8</c:v>
                </c:pt>
                <c:pt idx="619">
                  <c:v>51.9</c:v>
                </c:pt>
                <c:pt idx="620">
                  <c:v>52</c:v>
                </c:pt>
                <c:pt idx="621">
                  <c:v>52.1</c:v>
                </c:pt>
                <c:pt idx="622">
                  <c:v>52.2</c:v>
                </c:pt>
                <c:pt idx="623">
                  <c:v>52.3</c:v>
                </c:pt>
                <c:pt idx="624">
                  <c:v>52.4</c:v>
                </c:pt>
                <c:pt idx="625">
                  <c:v>52.5</c:v>
                </c:pt>
                <c:pt idx="626">
                  <c:v>52.6</c:v>
                </c:pt>
                <c:pt idx="627">
                  <c:v>52.7</c:v>
                </c:pt>
                <c:pt idx="628">
                  <c:v>52.8</c:v>
                </c:pt>
                <c:pt idx="629">
                  <c:v>52.9</c:v>
                </c:pt>
                <c:pt idx="630">
                  <c:v>53</c:v>
                </c:pt>
                <c:pt idx="631">
                  <c:v>53.1</c:v>
                </c:pt>
                <c:pt idx="632">
                  <c:v>53.2</c:v>
                </c:pt>
                <c:pt idx="633">
                  <c:v>53.3</c:v>
                </c:pt>
                <c:pt idx="634">
                  <c:v>53.4</c:v>
                </c:pt>
                <c:pt idx="635">
                  <c:v>53.5</c:v>
                </c:pt>
                <c:pt idx="636">
                  <c:v>53.6</c:v>
                </c:pt>
                <c:pt idx="637">
                  <c:v>53.7</c:v>
                </c:pt>
                <c:pt idx="638">
                  <c:v>53.8</c:v>
                </c:pt>
                <c:pt idx="639">
                  <c:v>53.9</c:v>
                </c:pt>
                <c:pt idx="640">
                  <c:v>54</c:v>
                </c:pt>
                <c:pt idx="641">
                  <c:v>54.1</c:v>
                </c:pt>
                <c:pt idx="642">
                  <c:v>54.2</c:v>
                </c:pt>
                <c:pt idx="643">
                  <c:v>54.3</c:v>
                </c:pt>
                <c:pt idx="644">
                  <c:v>54.4</c:v>
                </c:pt>
                <c:pt idx="645">
                  <c:v>54.5</c:v>
                </c:pt>
                <c:pt idx="646">
                  <c:v>54.6</c:v>
                </c:pt>
                <c:pt idx="647">
                  <c:v>54.7</c:v>
                </c:pt>
                <c:pt idx="648">
                  <c:v>54.8</c:v>
                </c:pt>
                <c:pt idx="649">
                  <c:v>54.9</c:v>
                </c:pt>
                <c:pt idx="650">
                  <c:v>55</c:v>
                </c:pt>
                <c:pt idx="651">
                  <c:v>55.1</c:v>
                </c:pt>
                <c:pt idx="652">
                  <c:v>55.2</c:v>
                </c:pt>
                <c:pt idx="653">
                  <c:v>55.3</c:v>
                </c:pt>
                <c:pt idx="654">
                  <c:v>55.4</c:v>
                </c:pt>
                <c:pt idx="655">
                  <c:v>55.5</c:v>
                </c:pt>
                <c:pt idx="656">
                  <c:v>55.6</c:v>
                </c:pt>
                <c:pt idx="657">
                  <c:v>55.7</c:v>
                </c:pt>
                <c:pt idx="658">
                  <c:v>55.8</c:v>
                </c:pt>
                <c:pt idx="659">
                  <c:v>55.9</c:v>
                </c:pt>
                <c:pt idx="660">
                  <c:v>56</c:v>
                </c:pt>
                <c:pt idx="661">
                  <c:v>56.1</c:v>
                </c:pt>
                <c:pt idx="662">
                  <c:v>56.2</c:v>
                </c:pt>
                <c:pt idx="663">
                  <c:v>56.3</c:v>
                </c:pt>
                <c:pt idx="664">
                  <c:v>56.4</c:v>
                </c:pt>
                <c:pt idx="665">
                  <c:v>56.5</c:v>
                </c:pt>
                <c:pt idx="666">
                  <c:v>56.6</c:v>
                </c:pt>
                <c:pt idx="667">
                  <c:v>56.7</c:v>
                </c:pt>
                <c:pt idx="668">
                  <c:v>56.8</c:v>
                </c:pt>
                <c:pt idx="669">
                  <c:v>56.9</c:v>
                </c:pt>
                <c:pt idx="670">
                  <c:v>57</c:v>
                </c:pt>
                <c:pt idx="671">
                  <c:v>57.1</c:v>
                </c:pt>
                <c:pt idx="672">
                  <c:v>57.2</c:v>
                </c:pt>
                <c:pt idx="673">
                  <c:v>57.3</c:v>
                </c:pt>
                <c:pt idx="674">
                  <c:v>57.4</c:v>
                </c:pt>
                <c:pt idx="675">
                  <c:v>57.5</c:v>
                </c:pt>
                <c:pt idx="676">
                  <c:v>57.6</c:v>
                </c:pt>
                <c:pt idx="677">
                  <c:v>57.7</c:v>
                </c:pt>
                <c:pt idx="678">
                  <c:v>57.8</c:v>
                </c:pt>
                <c:pt idx="679">
                  <c:v>57.9</c:v>
                </c:pt>
                <c:pt idx="680">
                  <c:v>58</c:v>
                </c:pt>
                <c:pt idx="681">
                  <c:v>58.1</c:v>
                </c:pt>
                <c:pt idx="682">
                  <c:v>58.2</c:v>
                </c:pt>
                <c:pt idx="683">
                  <c:v>58.3</c:v>
                </c:pt>
                <c:pt idx="684">
                  <c:v>58.4</c:v>
                </c:pt>
                <c:pt idx="685">
                  <c:v>58.5</c:v>
                </c:pt>
                <c:pt idx="686">
                  <c:v>58.6</c:v>
                </c:pt>
                <c:pt idx="687">
                  <c:v>58.7</c:v>
                </c:pt>
                <c:pt idx="688">
                  <c:v>58.8</c:v>
                </c:pt>
                <c:pt idx="689">
                  <c:v>58.9</c:v>
                </c:pt>
                <c:pt idx="690">
                  <c:v>59</c:v>
                </c:pt>
                <c:pt idx="691">
                  <c:v>59.1</c:v>
                </c:pt>
                <c:pt idx="692">
                  <c:v>59.2</c:v>
                </c:pt>
                <c:pt idx="693">
                  <c:v>59.3</c:v>
                </c:pt>
                <c:pt idx="694">
                  <c:v>59.4</c:v>
                </c:pt>
                <c:pt idx="695">
                  <c:v>59.5</c:v>
                </c:pt>
                <c:pt idx="696">
                  <c:v>59.6</c:v>
                </c:pt>
                <c:pt idx="697">
                  <c:v>59.7</c:v>
                </c:pt>
                <c:pt idx="698">
                  <c:v>59.8</c:v>
                </c:pt>
                <c:pt idx="699">
                  <c:v>59.9</c:v>
                </c:pt>
                <c:pt idx="700">
                  <c:v>60</c:v>
                </c:pt>
                <c:pt idx="701">
                  <c:v>60.1</c:v>
                </c:pt>
                <c:pt idx="702">
                  <c:v>60.2</c:v>
                </c:pt>
                <c:pt idx="703">
                  <c:v>60.3</c:v>
                </c:pt>
                <c:pt idx="704">
                  <c:v>60.4</c:v>
                </c:pt>
                <c:pt idx="705">
                  <c:v>60.5</c:v>
                </c:pt>
                <c:pt idx="706">
                  <c:v>60.6</c:v>
                </c:pt>
                <c:pt idx="707">
                  <c:v>60.7</c:v>
                </c:pt>
                <c:pt idx="708">
                  <c:v>60.8</c:v>
                </c:pt>
                <c:pt idx="709">
                  <c:v>60.9</c:v>
                </c:pt>
                <c:pt idx="710">
                  <c:v>61</c:v>
                </c:pt>
                <c:pt idx="711">
                  <c:v>61.1</c:v>
                </c:pt>
                <c:pt idx="712">
                  <c:v>61.2</c:v>
                </c:pt>
                <c:pt idx="713">
                  <c:v>61.3</c:v>
                </c:pt>
                <c:pt idx="714">
                  <c:v>61.4</c:v>
                </c:pt>
                <c:pt idx="715">
                  <c:v>61.5</c:v>
                </c:pt>
                <c:pt idx="716">
                  <c:v>61.6</c:v>
                </c:pt>
                <c:pt idx="717">
                  <c:v>61.7</c:v>
                </c:pt>
                <c:pt idx="718">
                  <c:v>61.8</c:v>
                </c:pt>
                <c:pt idx="719">
                  <c:v>61.9</c:v>
                </c:pt>
                <c:pt idx="720">
                  <c:v>62</c:v>
                </c:pt>
                <c:pt idx="721">
                  <c:v>62.1</c:v>
                </c:pt>
                <c:pt idx="722">
                  <c:v>62.2</c:v>
                </c:pt>
                <c:pt idx="723">
                  <c:v>62.3</c:v>
                </c:pt>
                <c:pt idx="724">
                  <c:v>62.4</c:v>
                </c:pt>
                <c:pt idx="725">
                  <c:v>62.5</c:v>
                </c:pt>
                <c:pt idx="726">
                  <c:v>62.6</c:v>
                </c:pt>
                <c:pt idx="727">
                  <c:v>62.7</c:v>
                </c:pt>
                <c:pt idx="728">
                  <c:v>62.8</c:v>
                </c:pt>
                <c:pt idx="729">
                  <c:v>62.9</c:v>
                </c:pt>
                <c:pt idx="730">
                  <c:v>63</c:v>
                </c:pt>
                <c:pt idx="731">
                  <c:v>63.1</c:v>
                </c:pt>
                <c:pt idx="732">
                  <c:v>63.2</c:v>
                </c:pt>
                <c:pt idx="733">
                  <c:v>63.3</c:v>
                </c:pt>
                <c:pt idx="734">
                  <c:v>63.4</c:v>
                </c:pt>
                <c:pt idx="735">
                  <c:v>63.5</c:v>
                </c:pt>
                <c:pt idx="736">
                  <c:v>63.6</c:v>
                </c:pt>
                <c:pt idx="737">
                  <c:v>63.7</c:v>
                </c:pt>
                <c:pt idx="738">
                  <c:v>63.8</c:v>
                </c:pt>
                <c:pt idx="739">
                  <c:v>63.9</c:v>
                </c:pt>
                <c:pt idx="740">
                  <c:v>64</c:v>
                </c:pt>
                <c:pt idx="741">
                  <c:v>64.099999999999994</c:v>
                </c:pt>
                <c:pt idx="742">
                  <c:v>64.2</c:v>
                </c:pt>
                <c:pt idx="743">
                  <c:v>64.3</c:v>
                </c:pt>
                <c:pt idx="744">
                  <c:v>64.400000000000006</c:v>
                </c:pt>
                <c:pt idx="745">
                  <c:v>64.5</c:v>
                </c:pt>
                <c:pt idx="746">
                  <c:v>64.599999999999994</c:v>
                </c:pt>
                <c:pt idx="747">
                  <c:v>64.7</c:v>
                </c:pt>
                <c:pt idx="748">
                  <c:v>64.8</c:v>
                </c:pt>
                <c:pt idx="749">
                  <c:v>64.900000000000006</c:v>
                </c:pt>
                <c:pt idx="750">
                  <c:v>65</c:v>
                </c:pt>
                <c:pt idx="751">
                  <c:v>65.099999999999994</c:v>
                </c:pt>
                <c:pt idx="752">
                  <c:v>65.2</c:v>
                </c:pt>
                <c:pt idx="753">
                  <c:v>65.3</c:v>
                </c:pt>
                <c:pt idx="754">
                  <c:v>65.400000000000006</c:v>
                </c:pt>
                <c:pt idx="755">
                  <c:v>65.5</c:v>
                </c:pt>
                <c:pt idx="756">
                  <c:v>65.599999999999994</c:v>
                </c:pt>
                <c:pt idx="757">
                  <c:v>65.7</c:v>
                </c:pt>
                <c:pt idx="758">
                  <c:v>65.8</c:v>
                </c:pt>
                <c:pt idx="759">
                  <c:v>65.900000000000006</c:v>
                </c:pt>
                <c:pt idx="760">
                  <c:v>66</c:v>
                </c:pt>
                <c:pt idx="761">
                  <c:v>66.099999999999994</c:v>
                </c:pt>
                <c:pt idx="762">
                  <c:v>66.2</c:v>
                </c:pt>
                <c:pt idx="763">
                  <c:v>66.3</c:v>
                </c:pt>
                <c:pt idx="764">
                  <c:v>66.400000000000006</c:v>
                </c:pt>
                <c:pt idx="765">
                  <c:v>66.5</c:v>
                </c:pt>
                <c:pt idx="766">
                  <c:v>66.599999999999994</c:v>
                </c:pt>
                <c:pt idx="767">
                  <c:v>66.7</c:v>
                </c:pt>
                <c:pt idx="768">
                  <c:v>66.8</c:v>
                </c:pt>
                <c:pt idx="769">
                  <c:v>66.900000000000006</c:v>
                </c:pt>
                <c:pt idx="770">
                  <c:v>67</c:v>
                </c:pt>
                <c:pt idx="771">
                  <c:v>67.099999999999994</c:v>
                </c:pt>
                <c:pt idx="772">
                  <c:v>67.2</c:v>
                </c:pt>
                <c:pt idx="773">
                  <c:v>67.3</c:v>
                </c:pt>
                <c:pt idx="774">
                  <c:v>67.400000000000006</c:v>
                </c:pt>
                <c:pt idx="775">
                  <c:v>67.5</c:v>
                </c:pt>
                <c:pt idx="776">
                  <c:v>67.599999999999994</c:v>
                </c:pt>
                <c:pt idx="777">
                  <c:v>67.7</c:v>
                </c:pt>
                <c:pt idx="778">
                  <c:v>67.8</c:v>
                </c:pt>
                <c:pt idx="779">
                  <c:v>67.900000000000006</c:v>
                </c:pt>
                <c:pt idx="780">
                  <c:v>68</c:v>
                </c:pt>
                <c:pt idx="781">
                  <c:v>68.099999999999994</c:v>
                </c:pt>
                <c:pt idx="782">
                  <c:v>68.2</c:v>
                </c:pt>
                <c:pt idx="783">
                  <c:v>68.3</c:v>
                </c:pt>
                <c:pt idx="784">
                  <c:v>68.400000000000006</c:v>
                </c:pt>
                <c:pt idx="785">
                  <c:v>68.5</c:v>
                </c:pt>
                <c:pt idx="786">
                  <c:v>68.599999999999994</c:v>
                </c:pt>
                <c:pt idx="787">
                  <c:v>68.7</c:v>
                </c:pt>
                <c:pt idx="788">
                  <c:v>68.8</c:v>
                </c:pt>
                <c:pt idx="789">
                  <c:v>68.900000000000006</c:v>
                </c:pt>
                <c:pt idx="790">
                  <c:v>69</c:v>
                </c:pt>
                <c:pt idx="791">
                  <c:v>69.099999999999994</c:v>
                </c:pt>
                <c:pt idx="792">
                  <c:v>69.2</c:v>
                </c:pt>
                <c:pt idx="793">
                  <c:v>69.3</c:v>
                </c:pt>
                <c:pt idx="794">
                  <c:v>69.400000000000006</c:v>
                </c:pt>
                <c:pt idx="795">
                  <c:v>69.5</c:v>
                </c:pt>
                <c:pt idx="796">
                  <c:v>69.599999999999994</c:v>
                </c:pt>
                <c:pt idx="797">
                  <c:v>69.7</c:v>
                </c:pt>
                <c:pt idx="798">
                  <c:v>69.8</c:v>
                </c:pt>
                <c:pt idx="799">
                  <c:v>69.900000000000006</c:v>
                </c:pt>
                <c:pt idx="800">
                  <c:v>70</c:v>
                </c:pt>
                <c:pt idx="801">
                  <c:v>70.099999999999994</c:v>
                </c:pt>
                <c:pt idx="802">
                  <c:v>70.2</c:v>
                </c:pt>
                <c:pt idx="803">
                  <c:v>70.3</c:v>
                </c:pt>
                <c:pt idx="804">
                  <c:v>70.400000000000006</c:v>
                </c:pt>
                <c:pt idx="805">
                  <c:v>70.5</c:v>
                </c:pt>
                <c:pt idx="806">
                  <c:v>70.599999999999994</c:v>
                </c:pt>
                <c:pt idx="807">
                  <c:v>70.7</c:v>
                </c:pt>
                <c:pt idx="808">
                  <c:v>70.8</c:v>
                </c:pt>
                <c:pt idx="809">
                  <c:v>70.900000000000006</c:v>
                </c:pt>
                <c:pt idx="810">
                  <c:v>71</c:v>
                </c:pt>
                <c:pt idx="811">
                  <c:v>71.099999999999994</c:v>
                </c:pt>
                <c:pt idx="812">
                  <c:v>71.2</c:v>
                </c:pt>
                <c:pt idx="813">
                  <c:v>71.3</c:v>
                </c:pt>
                <c:pt idx="814">
                  <c:v>71.400000000000006</c:v>
                </c:pt>
                <c:pt idx="815">
                  <c:v>71.5</c:v>
                </c:pt>
                <c:pt idx="816">
                  <c:v>71.599999999999994</c:v>
                </c:pt>
                <c:pt idx="817">
                  <c:v>71.7</c:v>
                </c:pt>
                <c:pt idx="818">
                  <c:v>71.8</c:v>
                </c:pt>
                <c:pt idx="819">
                  <c:v>71.900000000000006</c:v>
                </c:pt>
                <c:pt idx="820">
                  <c:v>72</c:v>
                </c:pt>
                <c:pt idx="821">
                  <c:v>72.099999999999994</c:v>
                </c:pt>
                <c:pt idx="822">
                  <c:v>72.2</c:v>
                </c:pt>
                <c:pt idx="823">
                  <c:v>72.3</c:v>
                </c:pt>
                <c:pt idx="824">
                  <c:v>72.400000000000006</c:v>
                </c:pt>
                <c:pt idx="825">
                  <c:v>72.5</c:v>
                </c:pt>
                <c:pt idx="826">
                  <c:v>72.599999999999994</c:v>
                </c:pt>
                <c:pt idx="827">
                  <c:v>72.7</c:v>
                </c:pt>
                <c:pt idx="828">
                  <c:v>72.8</c:v>
                </c:pt>
                <c:pt idx="829">
                  <c:v>72.900000000000006</c:v>
                </c:pt>
                <c:pt idx="830">
                  <c:v>73</c:v>
                </c:pt>
                <c:pt idx="831">
                  <c:v>73.099999999999994</c:v>
                </c:pt>
                <c:pt idx="832">
                  <c:v>73.2</c:v>
                </c:pt>
                <c:pt idx="833">
                  <c:v>73.3</c:v>
                </c:pt>
                <c:pt idx="834">
                  <c:v>73.400000000000006</c:v>
                </c:pt>
                <c:pt idx="835">
                  <c:v>73.5</c:v>
                </c:pt>
                <c:pt idx="836">
                  <c:v>73.599999999999994</c:v>
                </c:pt>
                <c:pt idx="837">
                  <c:v>73.7</c:v>
                </c:pt>
                <c:pt idx="838">
                  <c:v>73.8</c:v>
                </c:pt>
                <c:pt idx="839">
                  <c:v>73.900000000000006</c:v>
                </c:pt>
                <c:pt idx="840">
                  <c:v>74</c:v>
                </c:pt>
                <c:pt idx="841">
                  <c:v>74.099999999999994</c:v>
                </c:pt>
                <c:pt idx="842">
                  <c:v>74.2</c:v>
                </c:pt>
                <c:pt idx="843">
                  <c:v>74.3</c:v>
                </c:pt>
                <c:pt idx="844">
                  <c:v>74.400000000000006</c:v>
                </c:pt>
                <c:pt idx="845">
                  <c:v>74.5</c:v>
                </c:pt>
                <c:pt idx="846">
                  <c:v>74.599999999999994</c:v>
                </c:pt>
                <c:pt idx="847">
                  <c:v>74.7</c:v>
                </c:pt>
                <c:pt idx="848">
                  <c:v>74.8</c:v>
                </c:pt>
                <c:pt idx="849">
                  <c:v>74.900000000000006</c:v>
                </c:pt>
                <c:pt idx="850">
                  <c:v>75</c:v>
                </c:pt>
                <c:pt idx="851">
                  <c:v>75.099999999999994</c:v>
                </c:pt>
                <c:pt idx="852">
                  <c:v>75.2</c:v>
                </c:pt>
                <c:pt idx="853">
                  <c:v>75.3</c:v>
                </c:pt>
                <c:pt idx="854">
                  <c:v>75.400000000000006</c:v>
                </c:pt>
                <c:pt idx="855">
                  <c:v>75.5</c:v>
                </c:pt>
                <c:pt idx="856">
                  <c:v>75.599999999999994</c:v>
                </c:pt>
                <c:pt idx="857">
                  <c:v>75.7</c:v>
                </c:pt>
                <c:pt idx="858">
                  <c:v>75.8</c:v>
                </c:pt>
                <c:pt idx="859">
                  <c:v>75.900000000000006</c:v>
                </c:pt>
                <c:pt idx="860">
                  <c:v>76</c:v>
                </c:pt>
                <c:pt idx="861">
                  <c:v>76.099999999999994</c:v>
                </c:pt>
                <c:pt idx="862">
                  <c:v>76.2</c:v>
                </c:pt>
                <c:pt idx="863">
                  <c:v>76.3</c:v>
                </c:pt>
                <c:pt idx="864">
                  <c:v>76.400000000000006</c:v>
                </c:pt>
                <c:pt idx="865">
                  <c:v>76.5</c:v>
                </c:pt>
                <c:pt idx="866">
                  <c:v>76.599999999999994</c:v>
                </c:pt>
                <c:pt idx="867">
                  <c:v>76.7</c:v>
                </c:pt>
                <c:pt idx="868">
                  <c:v>76.8</c:v>
                </c:pt>
                <c:pt idx="869">
                  <c:v>76.900000000000006</c:v>
                </c:pt>
                <c:pt idx="870">
                  <c:v>77</c:v>
                </c:pt>
                <c:pt idx="871">
                  <c:v>77.099999999999994</c:v>
                </c:pt>
                <c:pt idx="872">
                  <c:v>77.2</c:v>
                </c:pt>
                <c:pt idx="873">
                  <c:v>77.3</c:v>
                </c:pt>
                <c:pt idx="874">
                  <c:v>77.400000000000006</c:v>
                </c:pt>
                <c:pt idx="875">
                  <c:v>77.5</c:v>
                </c:pt>
                <c:pt idx="876">
                  <c:v>77.599999999999994</c:v>
                </c:pt>
                <c:pt idx="877">
                  <c:v>77.7</c:v>
                </c:pt>
                <c:pt idx="878">
                  <c:v>77.8</c:v>
                </c:pt>
                <c:pt idx="879">
                  <c:v>77.900000000000006</c:v>
                </c:pt>
                <c:pt idx="880">
                  <c:v>78</c:v>
                </c:pt>
                <c:pt idx="881">
                  <c:v>78.099999999999994</c:v>
                </c:pt>
                <c:pt idx="882">
                  <c:v>78.2</c:v>
                </c:pt>
                <c:pt idx="883">
                  <c:v>78.3</c:v>
                </c:pt>
                <c:pt idx="884">
                  <c:v>78.400000000000006</c:v>
                </c:pt>
                <c:pt idx="885">
                  <c:v>78.5</c:v>
                </c:pt>
                <c:pt idx="886">
                  <c:v>78.599999999999994</c:v>
                </c:pt>
                <c:pt idx="887">
                  <c:v>78.7</c:v>
                </c:pt>
                <c:pt idx="888">
                  <c:v>78.8</c:v>
                </c:pt>
                <c:pt idx="889">
                  <c:v>78.900000000000006</c:v>
                </c:pt>
                <c:pt idx="890">
                  <c:v>79</c:v>
                </c:pt>
                <c:pt idx="891">
                  <c:v>79.099999999999994</c:v>
                </c:pt>
                <c:pt idx="892">
                  <c:v>79.2</c:v>
                </c:pt>
                <c:pt idx="893">
                  <c:v>79.3</c:v>
                </c:pt>
                <c:pt idx="894">
                  <c:v>79.400000000000006</c:v>
                </c:pt>
                <c:pt idx="895">
                  <c:v>79.5</c:v>
                </c:pt>
                <c:pt idx="896">
                  <c:v>79.599999999999994</c:v>
                </c:pt>
                <c:pt idx="897">
                  <c:v>79.7</c:v>
                </c:pt>
                <c:pt idx="898">
                  <c:v>79.8</c:v>
                </c:pt>
                <c:pt idx="899">
                  <c:v>79.900000000000006</c:v>
                </c:pt>
                <c:pt idx="900">
                  <c:v>80</c:v>
                </c:pt>
                <c:pt idx="901">
                  <c:v>80.099999999999994</c:v>
                </c:pt>
                <c:pt idx="902">
                  <c:v>80.2</c:v>
                </c:pt>
                <c:pt idx="903">
                  <c:v>80.3</c:v>
                </c:pt>
                <c:pt idx="904">
                  <c:v>80.400000000000006</c:v>
                </c:pt>
                <c:pt idx="905">
                  <c:v>80.5</c:v>
                </c:pt>
                <c:pt idx="906">
                  <c:v>80.599999999999994</c:v>
                </c:pt>
                <c:pt idx="907">
                  <c:v>80.7</c:v>
                </c:pt>
                <c:pt idx="908">
                  <c:v>80.8</c:v>
                </c:pt>
                <c:pt idx="909">
                  <c:v>80.900000000000006</c:v>
                </c:pt>
                <c:pt idx="910">
                  <c:v>81</c:v>
                </c:pt>
                <c:pt idx="911">
                  <c:v>81.099999999999994</c:v>
                </c:pt>
                <c:pt idx="912">
                  <c:v>81.2</c:v>
                </c:pt>
                <c:pt idx="913">
                  <c:v>81.3</c:v>
                </c:pt>
                <c:pt idx="914">
                  <c:v>81.400000000000006</c:v>
                </c:pt>
                <c:pt idx="915">
                  <c:v>81.5</c:v>
                </c:pt>
                <c:pt idx="916">
                  <c:v>81.599999999999994</c:v>
                </c:pt>
                <c:pt idx="917">
                  <c:v>81.7</c:v>
                </c:pt>
                <c:pt idx="918">
                  <c:v>81.8</c:v>
                </c:pt>
                <c:pt idx="919">
                  <c:v>81.900000000000006</c:v>
                </c:pt>
                <c:pt idx="920">
                  <c:v>82</c:v>
                </c:pt>
                <c:pt idx="921">
                  <c:v>82.1</c:v>
                </c:pt>
                <c:pt idx="922">
                  <c:v>82.2</c:v>
                </c:pt>
                <c:pt idx="923">
                  <c:v>82.3</c:v>
                </c:pt>
                <c:pt idx="924">
                  <c:v>82.4</c:v>
                </c:pt>
                <c:pt idx="925">
                  <c:v>82.5</c:v>
                </c:pt>
                <c:pt idx="926">
                  <c:v>82.6</c:v>
                </c:pt>
                <c:pt idx="927">
                  <c:v>82.7</c:v>
                </c:pt>
                <c:pt idx="928">
                  <c:v>82.8</c:v>
                </c:pt>
                <c:pt idx="929">
                  <c:v>82.9</c:v>
                </c:pt>
                <c:pt idx="930">
                  <c:v>83</c:v>
                </c:pt>
                <c:pt idx="931">
                  <c:v>83.1</c:v>
                </c:pt>
                <c:pt idx="932">
                  <c:v>83.2</c:v>
                </c:pt>
                <c:pt idx="933">
                  <c:v>83.3</c:v>
                </c:pt>
                <c:pt idx="934">
                  <c:v>83.4</c:v>
                </c:pt>
                <c:pt idx="935">
                  <c:v>83.5</c:v>
                </c:pt>
                <c:pt idx="936">
                  <c:v>83.6</c:v>
                </c:pt>
                <c:pt idx="937">
                  <c:v>83.7</c:v>
                </c:pt>
                <c:pt idx="938">
                  <c:v>83.8</c:v>
                </c:pt>
                <c:pt idx="939">
                  <c:v>83.9</c:v>
                </c:pt>
                <c:pt idx="940">
                  <c:v>84</c:v>
                </c:pt>
                <c:pt idx="941">
                  <c:v>84.1</c:v>
                </c:pt>
                <c:pt idx="942">
                  <c:v>84.2</c:v>
                </c:pt>
                <c:pt idx="943">
                  <c:v>84.3</c:v>
                </c:pt>
                <c:pt idx="944">
                  <c:v>84.4</c:v>
                </c:pt>
                <c:pt idx="945">
                  <c:v>84.5</c:v>
                </c:pt>
                <c:pt idx="946">
                  <c:v>84.6</c:v>
                </c:pt>
                <c:pt idx="947">
                  <c:v>84.7</c:v>
                </c:pt>
                <c:pt idx="948">
                  <c:v>84.8</c:v>
                </c:pt>
                <c:pt idx="949">
                  <c:v>84.9</c:v>
                </c:pt>
                <c:pt idx="950">
                  <c:v>85</c:v>
                </c:pt>
                <c:pt idx="951">
                  <c:v>85.1</c:v>
                </c:pt>
                <c:pt idx="952">
                  <c:v>85.2</c:v>
                </c:pt>
                <c:pt idx="953">
                  <c:v>85.3</c:v>
                </c:pt>
                <c:pt idx="954">
                  <c:v>85.4</c:v>
                </c:pt>
                <c:pt idx="955">
                  <c:v>85.5</c:v>
                </c:pt>
                <c:pt idx="956">
                  <c:v>85.6</c:v>
                </c:pt>
                <c:pt idx="957">
                  <c:v>85.7</c:v>
                </c:pt>
                <c:pt idx="958">
                  <c:v>85.8</c:v>
                </c:pt>
                <c:pt idx="959">
                  <c:v>85.9</c:v>
                </c:pt>
                <c:pt idx="960">
                  <c:v>86</c:v>
                </c:pt>
                <c:pt idx="961">
                  <c:v>86.1</c:v>
                </c:pt>
                <c:pt idx="962">
                  <c:v>86.2</c:v>
                </c:pt>
                <c:pt idx="963">
                  <c:v>86.3</c:v>
                </c:pt>
                <c:pt idx="964">
                  <c:v>86.4</c:v>
                </c:pt>
                <c:pt idx="965">
                  <c:v>86.5</c:v>
                </c:pt>
                <c:pt idx="966">
                  <c:v>86.6</c:v>
                </c:pt>
                <c:pt idx="967">
                  <c:v>86.7</c:v>
                </c:pt>
                <c:pt idx="968">
                  <c:v>86.8</c:v>
                </c:pt>
                <c:pt idx="969">
                  <c:v>86.9</c:v>
                </c:pt>
                <c:pt idx="970">
                  <c:v>87</c:v>
                </c:pt>
                <c:pt idx="971">
                  <c:v>87.1</c:v>
                </c:pt>
                <c:pt idx="972">
                  <c:v>87.2</c:v>
                </c:pt>
                <c:pt idx="973">
                  <c:v>87.3</c:v>
                </c:pt>
                <c:pt idx="974">
                  <c:v>87.4</c:v>
                </c:pt>
                <c:pt idx="975">
                  <c:v>87.5</c:v>
                </c:pt>
                <c:pt idx="976">
                  <c:v>87.6</c:v>
                </c:pt>
                <c:pt idx="977">
                  <c:v>87.7</c:v>
                </c:pt>
                <c:pt idx="978">
                  <c:v>87.8</c:v>
                </c:pt>
                <c:pt idx="979">
                  <c:v>87.9</c:v>
                </c:pt>
                <c:pt idx="980">
                  <c:v>88</c:v>
                </c:pt>
                <c:pt idx="981">
                  <c:v>88.1</c:v>
                </c:pt>
                <c:pt idx="982">
                  <c:v>88.2</c:v>
                </c:pt>
                <c:pt idx="983">
                  <c:v>88.3</c:v>
                </c:pt>
                <c:pt idx="984">
                  <c:v>88.4</c:v>
                </c:pt>
                <c:pt idx="985">
                  <c:v>88.5</c:v>
                </c:pt>
                <c:pt idx="986">
                  <c:v>88.6</c:v>
                </c:pt>
                <c:pt idx="987">
                  <c:v>88.7</c:v>
                </c:pt>
                <c:pt idx="988">
                  <c:v>88.8</c:v>
                </c:pt>
                <c:pt idx="989">
                  <c:v>88.9</c:v>
                </c:pt>
                <c:pt idx="990">
                  <c:v>89</c:v>
                </c:pt>
                <c:pt idx="991">
                  <c:v>89.1</c:v>
                </c:pt>
                <c:pt idx="992">
                  <c:v>89.2</c:v>
                </c:pt>
                <c:pt idx="993">
                  <c:v>89.3</c:v>
                </c:pt>
                <c:pt idx="994">
                  <c:v>89.4</c:v>
                </c:pt>
                <c:pt idx="995">
                  <c:v>89.5</c:v>
                </c:pt>
                <c:pt idx="996">
                  <c:v>89.6</c:v>
                </c:pt>
                <c:pt idx="997">
                  <c:v>89.7</c:v>
                </c:pt>
                <c:pt idx="998">
                  <c:v>89.8</c:v>
                </c:pt>
                <c:pt idx="999">
                  <c:v>89.9</c:v>
                </c:pt>
                <c:pt idx="1000">
                  <c:v>90</c:v>
                </c:pt>
                <c:pt idx="1001">
                  <c:v>90.1</c:v>
                </c:pt>
                <c:pt idx="1002">
                  <c:v>90.2</c:v>
                </c:pt>
                <c:pt idx="1003">
                  <c:v>90.3</c:v>
                </c:pt>
                <c:pt idx="1004">
                  <c:v>90.4</c:v>
                </c:pt>
                <c:pt idx="1005">
                  <c:v>90.5</c:v>
                </c:pt>
                <c:pt idx="1006">
                  <c:v>90.6</c:v>
                </c:pt>
                <c:pt idx="1007">
                  <c:v>90.7</c:v>
                </c:pt>
                <c:pt idx="1008">
                  <c:v>90.8</c:v>
                </c:pt>
                <c:pt idx="1009">
                  <c:v>90.9</c:v>
                </c:pt>
                <c:pt idx="1010">
                  <c:v>91</c:v>
                </c:pt>
                <c:pt idx="1011">
                  <c:v>91.1</c:v>
                </c:pt>
                <c:pt idx="1012">
                  <c:v>91.2</c:v>
                </c:pt>
                <c:pt idx="1013">
                  <c:v>91.3</c:v>
                </c:pt>
                <c:pt idx="1014">
                  <c:v>91.4</c:v>
                </c:pt>
                <c:pt idx="1015">
                  <c:v>91.5</c:v>
                </c:pt>
                <c:pt idx="1016">
                  <c:v>91.6</c:v>
                </c:pt>
                <c:pt idx="1017">
                  <c:v>91.7</c:v>
                </c:pt>
                <c:pt idx="1018">
                  <c:v>91.8</c:v>
                </c:pt>
                <c:pt idx="1019">
                  <c:v>91.9</c:v>
                </c:pt>
                <c:pt idx="1020">
                  <c:v>92</c:v>
                </c:pt>
                <c:pt idx="1021">
                  <c:v>92.1</c:v>
                </c:pt>
                <c:pt idx="1022">
                  <c:v>92.2</c:v>
                </c:pt>
                <c:pt idx="1023">
                  <c:v>92.3</c:v>
                </c:pt>
                <c:pt idx="1024">
                  <c:v>92.4</c:v>
                </c:pt>
                <c:pt idx="1025">
                  <c:v>92.5</c:v>
                </c:pt>
                <c:pt idx="1026">
                  <c:v>92.6</c:v>
                </c:pt>
                <c:pt idx="1027">
                  <c:v>92.7</c:v>
                </c:pt>
                <c:pt idx="1028">
                  <c:v>92.8</c:v>
                </c:pt>
                <c:pt idx="1029">
                  <c:v>92.9</c:v>
                </c:pt>
                <c:pt idx="1030">
                  <c:v>93</c:v>
                </c:pt>
                <c:pt idx="1031">
                  <c:v>93.1</c:v>
                </c:pt>
                <c:pt idx="1032">
                  <c:v>93.2</c:v>
                </c:pt>
                <c:pt idx="1033">
                  <c:v>93.3</c:v>
                </c:pt>
                <c:pt idx="1034">
                  <c:v>93.4</c:v>
                </c:pt>
                <c:pt idx="1035">
                  <c:v>93.5</c:v>
                </c:pt>
                <c:pt idx="1036">
                  <c:v>93.6</c:v>
                </c:pt>
                <c:pt idx="1037">
                  <c:v>93.7</c:v>
                </c:pt>
                <c:pt idx="1038">
                  <c:v>93.8</c:v>
                </c:pt>
                <c:pt idx="1039">
                  <c:v>93.9</c:v>
                </c:pt>
                <c:pt idx="1040">
                  <c:v>94</c:v>
                </c:pt>
                <c:pt idx="1041">
                  <c:v>94.1</c:v>
                </c:pt>
                <c:pt idx="1042">
                  <c:v>94.2</c:v>
                </c:pt>
                <c:pt idx="1043">
                  <c:v>94.3</c:v>
                </c:pt>
                <c:pt idx="1044">
                  <c:v>94.4</c:v>
                </c:pt>
                <c:pt idx="1045">
                  <c:v>94.5</c:v>
                </c:pt>
                <c:pt idx="1046">
                  <c:v>94.6</c:v>
                </c:pt>
                <c:pt idx="1047">
                  <c:v>94.7</c:v>
                </c:pt>
                <c:pt idx="1048">
                  <c:v>94.8</c:v>
                </c:pt>
                <c:pt idx="1049">
                  <c:v>94.9</c:v>
                </c:pt>
                <c:pt idx="1050">
                  <c:v>95</c:v>
                </c:pt>
                <c:pt idx="1051">
                  <c:v>95.1</c:v>
                </c:pt>
                <c:pt idx="1052">
                  <c:v>95.2</c:v>
                </c:pt>
                <c:pt idx="1053">
                  <c:v>95.3</c:v>
                </c:pt>
                <c:pt idx="1054">
                  <c:v>95.4</c:v>
                </c:pt>
                <c:pt idx="1055">
                  <c:v>95.5</c:v>
                </c:pt>
                <c:pt idx="1056">
                  <c:v>95.6</c:v>
                </c:pt>
                <c:pt idx="1057">
                  <c:v>95.7</c:v>
                </c:pt>
                <c:pt idx="1058">
                  <c:v>95.8</c:v>
                </c:pt>
                <c:pt idx="1059">
                  <c:v>95.9</c:v>
                </c:pt>
                <c:pt idx="1060">
                  <c:v>96</c:v>
                </c:pt>
                <c:pt idx="1061">
                  <c:v>96.1</c:v>
                </c:pt>
                <c:pt idx="1062">
                  <c:v>96.2</c:v>
                </c:pt>
                <c:pt idx="1063">
                  <c:v>96.3</c:v>
                </c:pt>
                <c:pt idx="1064">
                  <c:v>96.4</c:v>
                </c:pt>
                <c:pt idx="1065">
                  <c:v>96.5</c:v>
                </c:pt>
                <c:pt idx="1066">
                  <c:v>96.6</c:v>
                </c:pt>
                <c:pt idx="1067">
                  <c:v>96.7</c:v>
                </c:pt>
                <c:pt idx="1068">
                  <c:v>96.8</c:v>
                </c:pt>
                <c:pt idx="1069">
                  <c:v>96.9</c:v>
                </c:pt>
                <c:pt idx="1070">
                  <c:v>97</c:v>
                </c:pt>
                <c:pt idx="1071">
                  <c:v>97.1</c:v>
                </c:pt>
                <c:pt idx="1072">
                  <c:v>97.2</c:v>
                </c:pt>
                <c:pt idx="1073">
                  <c:v>97.3</c:v>
                </c:pt>
                <c:pt idx="1074">
                  <c:v>97.4</c:v>
                </c:pt>
                <c:pt idx="1075">
                  <c:v>97.5</c:v>
                </c:pt>
                <c:pt idx="1076">
                  <c:v>97.6</c:v>
                </c:pt>
                <c:pt idx="1077">
                  <c:v>97.7</c:v>
                </c:pt>
                <c:pt idx="1078">
                  <c:v>97.8</c:v>
                </c:pt>
                <c:pt idx="1079">
                  <c:v>97.9</c:v>
                </c:pt>
                <c:pt idx="1080">
                  <c:v>98</c:v>
                </c:pt>
                <c:pt idx="1081">
                  <c:v>98.1</c:v>
                </c:pt>
                <c:pt idx="1082">
                  <c:v>98.2</c:v>
                </c:pt>
                <c:pt idx="1083">
                  <c:v>98.3</c:v>
                </c:pt>
                <c:pt idx="1084">
                  <c:v>98.4</c:v>
                </c:pt>
                <c:pt idx="1085">
                  <c:v>98.5</c:v>
                </c:pt>
                <c:pt idx="1086">
                  <c:v>98.6</c:v>
                </c:pt>
                <c:pt idx="1087">
                  <c:v>98.7</c:v>
                </c:pt>
                <c:pt idx="1088">
                  <c:v>98.8</c:v>
                </c:pt>
                <c:pt idx="1089">
                  <c:v>98.9</c:v>
                </c:pt>
                <c:pt idx="1090">
                  <c:v>99</c:v>
                </c:pt>
                <c:pt idx="1091">
                  <c:v>99.1</c:v>
                </c:pt>
                <c:pt idx="1092">
                  <c:v>99.2</c:v>
                </c:pt>
                <c:pt idx="1093">
                  <c:v>99.3</c:v>
                </c:pt>
                <c:pt idx="1094">
                  <c:v>99.4</c:v>
                </c:pt>
                <c:pt idx="1095">
                  <c:v>99.5</c:v>
                </c:pt>
                <c:pt idx="1096">
                  <c:v>99.6</c:v>
                </c:pt>
                <c:pt idx="1097">
                  <c:v>99.7</c:v>
                </c:pt>
                <c:pt idx="1098">
                  <c:v>99.8</c:v>
                </c:pt>
                <c:pt idx="1099">
                  <c:v>99.9</c:v>
                </c:pt>
                <c:pt idx="1100">
                  <c:v>100</c:v>
                </c:pt>
              </c:numCache>
            </c:numRef>
          </c:cat>
          <c:val>
            <c:numRef>
              <c:f>Sheet9!$B$2:$B$1102</c:f>
              <c:numCache>
                <c:formatCode>0.00E+00</c:formatCode>
                <c:ptCount val="1101"/>
                <c:pt idx="0">
                  <c:v>6511900000</c:v>
                </c:pt>
                <c:pt idx="1">
                  <c:v>6511900000</c:v>
                </c:pt>
                <c:pt idx="2">
                  <c:v>6511900000</c:v>
                </c:pt>
                <c:pt idx="3">
                  <c:v>6511900000</c:v>
                </c:pt>
                <c:pt idx="4">
                  <c:v>6511900000</c:v>
                </c:pt>
                <c:pt idx="5">
                  <c:v>6511900000</c:v>
                </c:pt>
                <c:pt idx="6">
                  <c:v>6511900000</c:v>
                </c:pt>
                <c:pt idx="7">
                  <c:v>6511900000</c:v>
                </c:pt>
                <c:pt idx="8">
                  <c:v>6511900000</c:v>
                </c:pt>
                <c:pt idx="9">
                  <c:v>6511900000</c:v>
                </c:pt>
                <c:pt idx="10">
                  <c:v>6511900000</c:v>
                </c:pt>
                <c:pt idx="11">
                  <c:v>6511900000</c:v>
                </c:pt>
                <c:pt idx="12">
                  <c:v>6511900000</c:v>
                </c:pt>
                <c:pt idx="13">
                  <c:v>6511900000</c:v>
                </c:pt>
                <c:pt idx="14">
                  <c:v>6511900000</c:v>
                </c:pt>
                <c:pt idx="15">
                  <c:v>6511900000</c:v>
                </c:pt>
                <c:pt idx="16">
                  <c:v>6511900000</c:v>
                </c:pt>
                <c:pt idx="17">
                  <c:v>6511900000</c:v>
                </c:pt>
                <c:pt idx="18">
                  <c:v>6511900000</c:v>
                </c:pt>
                <c:pt idx="19">
                  <c:v>6511900000</c:v>
                </c:pt>
                <c:pt idx="20">
                  <c:v>6511900000</c:v>
                </c:pt>
                <c:pt idx="21">
                  <c:v>6511900000</c:v>
                </c:pt>
                <c:pt idx="22">
                  <c:v>6511900000</c:v>
                </c:pt>
                <c:pt idx="23">
                  <c:v>6511900000</c:v>
                </c:pt>
                <c:pt idx="24">
                  <c:v>6511900000</c:v>
                </c:pt>
                <c:pt idx="25">
                  <c:v>6511900000</c:v>
                </c:pt>
                <c:pt idx="26">
                  <c:v>6511900000</c:v>
                </c:pt>
                <c:pt idx="27">
                  <c:v>6511900000</c:v>
                </c:pt>
                <c:pt idx="28">
                  <c:v>6511900000</c:v>
                </c:pt>
                <c:pt idx="29">
                  <c:v>6511900000</c:v>
                </c:pt>
                <c:pt idx="30">
                  <c:v>6511900000</c:v>
                </c:pt>
                <c:pt idx="31">
                  <c:v>6511900000</c:v>
                </c:pt>
                <c:pt idx="32">
                  <c:v>6511900000</c:v>
                </c:pt>
                <c:pt idx="33">
                  <c:v>6511900000</c:v>
                </c:pt>
                <c:pt idx="34">
                  <c:v>6511900000</c:v>
                </c:pt>
                <c:pt idx="35">
                  <c:v>6511900000</c:v>
                </c:pt>
                <c:pt idx="36">
                  <c:v>6511900000</c:v>
                </c:pt>
                <c:pt idx="37">
                  <c:v>6511900000</c:v>
                </c:pt>
                <c:pt idx="38">
                  <c:v>6511900000</c:v>
                </c:pt>
                <c:pt idx="39">
                  <c:v>6511900000</c:v>
                </c:pt>
                <c:pt idx="40">
                  <c:v>6511900000</c:v>
                </c:pt>
                <c:pt idx="41">
                  <c:v>6511900000</c:v>
                </c:pt>
                <c:pt idx="42">
                  <c:v>6511900000</c:v>
                </c:pt>
                <c:pt idx="43">
                  <c:v>6511900000</c:v>
                </c:pt>
                <c:pt idx="44">
                  <c:v>6511900000</c:v>
                </c:pt>
                <c:pt idx="45">
                  <c:v>6511900000</c:v>
                </c:pt>
                <c:pt idx="46">
                  <c:v>6511900000</c:v>
                </c:pt>
                <c:pt idx="47">
                  <c:v>6511900000</c:v>
                </c:pt>
                <c:pt idx="48">
                  <c:v>6511900000</c:v>
                </c:pt>
                <c:pt idx="49">
                  <c:v>6511900000</c:v>
                </c:pt>
                <c:pt idx="50">
                  <c:v>6511900000</c:v>
                </c:pt>
                <c:pt idx="51">
                  <c:v>6511900000</c:v>
                </c:pt>
                <c:pt idx="52">
                  <c:v>6511900000</c:v>
                </c:pt>
                <c:pt idx="53">
                  <c:v>6511900000</c:v>
                </c:pt>
                <c:pt idx="54">
                  <c:v>6511900000</c:v>
                </c:pt>
                <c:pt idx="55">
                  <c:v>6511900000</c:v>
                </c:pt>
                <c:pt idx="56">
                  <c:v>6511900000</c:v>
                </c:pt>
                <c:pt idx="57">
                  <c:v>6511900000</c:v>
                </c:pt>
                <c:pt idx="58">
                  <c:v>6511900000</c:v>
                </c:pt>
                <c:pt idx="59">
                  <c:v>6511900000</c:v>
                </c:pt>
                <c:pt idx="60">
                  <c:v>6511900000</c:v>
                </c:pt>
                <c:pt idx="61">
                  <c:v>6511900000</c:v>
                </c:pt>
                <c:pt idx="62">
                  <c:v>6511900000</c:v>
                </c:pt>
                <c:pt idx="63">
                  <c:v>6511900000</c:v>
                </c:pt>
                <c:pt idx="64">
                  <c:v>6511900000</c:v>
                </c:pt>
                <c:pt idx="65">
                  <c:v>6511900000</c:v>
                </c:pt>
                <c:pt idx="66">
                  <c:v>6511900000</c:v>
                </c:pt>
                <c:pt idx="67">
                  <c:v>6511900000</c:v>
                </c:pt>
                <c:pt idx="68">
                  <c:v>6511900000</c:v>
                </c:pt>
                <c:pt idx="69">
                  <c:v>6511900000</c:v>
                </c:pt>
                <c:pt idx="70">
                  <c:v>6511900000</c:v>
                </c:pt>
                <c:pt idx="71">
                  <c:v>6511900000</c:v>
                </c:pt>
                <c:pt idx="72">
                  <c:v>6511900000</c:v>
                </c:pt>
                <c:pt idx="73">
                  <c:v>6511900000</c:v>
                </c:pt>
                <c:pt idx="74">
                  <c:v>6511900000</c:v>
                </c:pt>
                <c:pt idx="75">
                  <c:v>6511900000</c:v>
                </c:pt>
                <c:pt idx="76">
                  <c:v>6511900000</c:v>
                </c:pt>
                <c:pt idx="77">
                  <c:v>6511900000</c:v>
                </c:pt>
                <c:pt idx="78">
                  <c:v>6511900000</c:v>
                </c:pt>
                <c:pt idx="79">
                  <c:v>6511900000</c:v>
                </c:pt>
                <c:pt idx="80">
                  <c:v>6511900000</c:v>
                </c:pt>
                <c:pt idx="81">
                  <c:v>6511900000</c:v>
                </c:pt>
                <c:pt idx="82">
                  <c:v>6511900000</c:v>
                </c:pt>
                <c:pt idx="83">
                  <c:v>6511900000</c:v>
                </c:pt>
                <c:pt idx="84">
                  <c:v>6511900000</c:v>
                </c:pt>
                <c:pt idx="85">
                  <c:v>6511900000</c:v>
                </c:pt>
                <c:pt idx="86">
                  <c:v>6511900000</c:v>
                </c:pt>
                <c:pt idx="87">
                  <c:v>6511900000</c:v>
                </c:pt>
                <c:pt idx="88">
                  <c:v>6511900000</c:v>
                </c:pt>
                <c:pt idx="89">
                  <c:v>6511900000</c:v>
                </c:pt>
                <c:pt idx="90">
                  <c:v>6511900000</c:v>
                </c:pt>
                <c:pt idx="91">
                  <c:v>6511900000</c:v>
                </c:pt>
                <c:pt idx="92">
                  <c:v>6511900000</c:v>
                </c:pt>
                <c:pt idx="93">
                  <c:v>6511900000</c:v>
                </c:pt>
                <c:pt idx="94">
                  <c:v>6511900000</c:v>
                </c:pt>
                <c:pt idx="95">
                  <c:v>6511900000</c:v>
                </c:pt>
                <c:pt idx="96">
                  <c:v>6511900000</c:v>
                </c:pt>
                <c:pt idx="97">
                  <c:v>6511900000</c:v>
                </c:pt>
                <c:pt idx="98">
                  <c:v>6511900000</c:v>
                </c:pt>
                <c:pt idx="99">
                  <c:v>6511900000</c:v>
                </c:pt>
                <c:pt idx="100">
                  <c:v>6511900000</c:v>
                </c:pt>
                <c:pt idx="101">
                  <c:v>6511900000</c:v>
                </c:pt>
                <c:pt idx="102">
                  <c:v>6511900000</c:v>
                </c:pt>
                <c:pt idx="103">
                  <c:v>6511900000</c:v>
                </c:pt>
                <c:pt idx="104">
                  <c:v>6511900000</c:v>
                </c:pt>
                <c:pt idx="105">
                  <c:v>6511900000</c:v>
                </c:pt>
                <c:pt idx="106">
                  <c:v>6511900000</c:v>
                </c:pt>
                <c:pt idx="107">
                  <c:v>6511900000</c:v>
                </c:pt>
                <c:pt idx="108">
                  <c:v>6511900000</c:v>
                </c:pt>
                <c:pt idx="109">
                  <c:v>6511900000</c:v>
                </c:pt>
                <c:pt idx="110">
                  <c:v>6511900000</c:v>
                </c:pt>
                <c:pt idx="111">
                  <c:v>6511900000</c:v>
                </c:pt>
                <c:pt idx="112">
                  <c:v>6511900000</c:v>
                </c:pt>
                <c:pt idx="113">
                  <c:v>6511900000</c:v>
                </c:pt>
                <c:pt idx="114">
                  <c:v>6511900000</c:v>
                </c:pt>
                <c:pt idx="115">
                  <c:v>6511900000</c:v>
                </c:pt>
                <c:pt idx="116">
                  <c:v>6511900000</c:v>
                </c:pt>
                <c:pt idx="117">
                  <c:v>6511900000</c:v>
                </c:pt>
                <c:pt idx="118">
                  <c:v>6511900000</c:v>
                </c:pt>
                <c:pt idx="119">
                  <c:v>6511900000</c:v>
                </c:pt>
                <c:pt idx="120">
                  <c:v>6511900000</c:v>
                </c:pt>
                <c:pt idx="121">
                  <c:v>6511900000</c:v>
                </c:pt>
                <c:pt idx="122">
                  <c:v>6511900000</c:v>
                </c:pt>
                <c:pt idx="123">
                  <c:v>6511900000</c:v>
                </c:pt>
                <c:pt idx="124">
                  <c:v>6511900000</c:v>
                </c:pt>
                <c:pt idx="125">
                  <c:v>6511900000</c:v>
                </c:pt>
                <c:pt idx="126">
                  <c:v>6511900000</c:v>
                </c:pt>
                <c:pt idx="127">
                  <c:v>6511900000</c:v>
                </c:pt>
                <c:pt idx="128">
                  <c:v>6511900000</c:v>
                </c:pt>
                <c:pt idx="129">
                  <c:v>6511900000</c:v>
                </c:pt>
                <c:pt idx="130">
                  <c:v>6511900000</c:v>
                </c:pt>
                <c:pt idx="131">
                  <c:v>6511900000</c:v>
                </c:pt>
                <c:pt idx="132">
                  <c:v>6511900000</c:v>
                </c:pt>
                <c:pt idx="133">
                  <c:v>6511900000</c:v>
                </c:pt>
                <c:pt idx="134">
                  <c:v>6511900000</c:v>
                </c:pt>
                <c:pt idx="135">
                  <c:v>6511900000</c:v>
                </c:pt>
                <c:pt idx="136">
                  <c:v>6511900000</c:v>
                </c:pt>
                <c:pt idx="137">
                  <c:v>6511900000</c:v>
                </c:pt>
                <c:pt idx="138">
                  <c:v>6511900000</c:v>
                </c:pt>
                <c:pt idx="139">
                  <c:v>6511900000</c:v>
                </c:pt>
                <c:pt idx="140">
                  <c:v>6511900000</c:v>
                </c:pt>
                <c:pt idx="141">
                  <c:v>6511900000</c:v>
                </c:pt>
                <c:pt idx="142">
                  <c:v>6511900000</c:v>
                </c:pt>
                <c:pt idx="143">
                  <c:v>6511900000</c:v>
                </c:pt>
                <c:pt idx="144">
                  <c:v>6511900000</c:v>
                </c:pt>
                <c:pt idx="145">
                  <c:v>6511900000</c:v>
                </c:pt>
                <c:pt idx="146">
                  <c:v>6511900000</c:v>
                </c:pt>
                <c:pt idx="147">
                  <c:v>6511900000</c:v>
                </c:pt>
                <c:pt idx="148">
                  <c:v>6511900000</c:v>
                </c:pt>
                <c:pt idx="149">
                  <c:v>6511900000</c:v>
                </c:pt>
                <c:pt idx="150">
                  <c:v>6511900000</c:v>
                </c:pt>
                <c:pt idx="151">
                  <c:v>6511900000</c:v>
                </c:pt>
                <c:pt idx="152">
                  <c:v>6511900000</c:v>
                </c:pt>
                <c:pt idx="153">
                  <c:v>6511900000</c:v>
                </c:pt>
                <c:pt idx="154">
                  <c:v>6511900000</c:v>
                </c:pt>
                <c:pt idx="155">
                  <c:v>6511900000</c:v>
                </c:pt>
                <c:pt idx="156">
                  <c:v>6511900000</c:v>
                </c:pt>
                <c:pt idx="157">
                  <c:v>6511900000</c:v>
                </c:pt>
                <c:pt idx="158">
                  <c:v>6511900000</c:v>
                </c:pt>
                <c:pt idx="159">
                  <c:v>6511900000</c:v>
                </c:pt>
                <c:pt idx="160">
                  <c:v>6511900000</c:v>
                </c:pt>
                <c:pt idx="161">
                  <c:v>6511900000</c:v>
                </c:pt>
                <c:pt idx="162">
                  <c:v>6511900000</c:v>
                </c:pt>
                <c:pt idx="163">
                  <c:v>6511900000</c:v>
                </c:pt>
                <c:pt idx="164">
                  <c:v>6511900000</c:v>
                </c:pt>
                <c:pt idx="165">
                  <c:v>6511900000</c:v>
                </c:pt>
                <c:pt idx="166">
                  <c:v>6511900000</c:v>
                </c:pt>
                <c:pt idx="167">
                  <c:v>6511900000</c:v>
                </c:pt>
                <c:pt idx="168">
                  <c:v>6511900000</c:v>
                </c:pt>
                <c:pt idx="169">
                  <c:v>6511900000</c:v>
                </c:pt>
                <c:pt idx="170">
                  <c:v>6511900000</c:v>
                </c:pt>
                <c:pt idx="171">
                  <c:v>6511900000</c:v>
                </c:pt>
                <c:pt idx="172">
                  <c:v>6511900000</c:v>
                </c:pt>
                <c:pt idx="173">
                  <c:v>6511900000</c:v>
                </c:pt>
                <c:pt idx="174">
                  <c:v>6511900000</c:v>
                </c:pt>
                <c:pt idx="175">
                  <c:v>6511900000</c:v>
                </c:pt>
                <c:pt idx="176">
                  <c:v>6511900000</c:v>
                </c:pt>
                <c:pt idx="177">
                  <c:v>6511900000</c:v>
                </c:pt>
                <c:pt idx="178">
                  <c:v>6511900000</c:v>
                </c:pt>
                <c:pt idx="179">
                  <c:v>6511900000</c:v>
                </c:pt>
                <c:pt idx="180">
                  <c:v>6511900000</c:v>
                </c:pt>
                <c:pt idx="181">
                  <c:v>6511900000</c:v>
                </c:pt>
                <c:pt idx="182">
                  <c:v>6511900000</c:v>
                </c:pt>
                <c:pt idx="183">
                  <c:v>6511900000</c:v>
                </c:pt>
                <c:pt idx="184">
                  <c:v>6511900000</c:v>
                </c:pt>
                <c:pt idx="185">
                  <c:v>6511900000</c:v>
                </c:pt>
                <c:pt idx="186">
                  <c:v>6511900000</c:v>
                </c:pt>
                <c:pt idx="187">
                  <c:v>6511900000</c:v>
                </c:pt>
                <c:pt idx="188">
                  <c:v>6511900000</c:v>
                </c:pt>
                <c:pt idx="189">
                  <c:v>6511900000</c:v>
                </c:pt>
                <c:pt idx="190">
                  <c:v>6511900000</c:v>
                </c:pt>
                <c:pt idx="191">
                  <c:v>6511900000</c:v>
                </c:pt>
                <c:pt idx="192">
                  <c:v>6511900000</c:v>
                </c:pt>
                <c:pt idx="193">
                  <c:v>6511900000</c:v>
                </c:pt>
                <c:pt idx="194">
                  <c:v>6511900000</c:v>
                </c:pt>
                <c:pt idx="195">
                  <c:v>6511900000</c:v>
                </c:pt>
                <c:pt idx="196">
                  <c:v>6511900000</c:v>
                </c:pt>
                <c:pt idx="197">
                  <c:v>6511900000</c:v>
                </c:pt>
                <c:pt idx="198">
                  <c:v>6511900000</c:v>
                </c:pt>
                <c:pt idx="199">
                  <c:v>6511900000</c:v>
                </c:pt>
                <c:pt idx="200">
                  <c:v>6511900000</c:v>
                </c:pt>
                <c:pt idx="201">
                  <c:v>6511900000</c:v>
                </c:pt>
                <c:pt idx="202">
                  <c:v>6511900000</c:v>
                </c:pt>
                <c:pt idx="203">
                  <c:v>6511900000</c:v>
                </c:pt>
                <c:pt idx="204">
                  <c:v>6511900000</c:v>
                </c:pt>
                <c:pt idx="205">
                  <c:v>6511900000</c:v>
                </c:pt>
                <c:pt idx="206">
                  <c:v>6511900000</c:v>
                </c:pt>
                <c:pt idx="207">
                  <c:v>6511900000</c:v>
                </c:pt>
                <c:pt idx="208">
                  <c:v>6511900000</c:v>
                </c:pt>
                <c:pt idx="209">
                  <c:v>6511900000</c:v>
                </c:pt>
                <c:pt idx="210">
                  <c:v>6511900000</c:v>
                </c:pt>
                <c:pt idx="211">
                  <c:v>6511900000</c:v>
                </c:pt>
                <c:pt idx="212">
                  <c:v>6511900000</c:v>
                </c:pt>
                <c:pt idx="213">
                  <c:v>6511900000</c:v>
                </c:pt>
                <c:pt idx="214">
                  <c:v>6511900000</c:v>
                </c:pt>
                <c:pt idx="215">
                  <c:v>6511900000</c:v>
                </c:pt>
                <c:pt idx="216">
                  <c:v>6511900000</c:v>
                </c:pt>
                <c:pt idx="217">
                  <c:v>6511900000</c:v>
                </c:pt>
                <c:pt idx="218">
                  <c:v>6511900000</c:v>
                </c:pt>
                <c:pt idx="219">
                  <c:v>6511900000</c:v>
                </c:pt>
                <c:pt idx="220">
                  <c:v>6511900000</c:v>
                </c:pt>
                <c:pt idx="221">
                  <c:v>6511900000</c:v>
                </c:pt>
                <c:pt idx="222">
                  <c:v>6511900000</c:v>
                </c:pt>
                <c:pt idx="223">
                  <c:v>6511900000</c:v>
                </c:pt>
                <c:pt idx="224">
                  <c:v>6511900000</c:v>
                </c:pt>
                <c:pt idx="225">
                  <c:v>6511900000</c:v>
                </c:pt>
                <c:pt idx="226">
                  <c:v>6511900000</c:v>
                </c:pt>
                <c:pt idx="227">
                  <c:v>6511900000</c:v>
                </c:pt>
                <c:pt idx="228">
                  <c:v>6511900000</c:v>
                </c:pt>
                <c:pt idx="229">
                  <c:v>6511900000</c:v>
                </c:pt>
                <c:pt idx="230">
                  <c:v>6511900000</c:v>
                </c:pt>
                <c:pt idx="231">
                  <c:v>6511900000</c:v>
                </c:pt>
                <c:pt idx="232">
                  <c:v>6511900000</c:v>
                </c:pt>
                <c:pt idx="233">
                  <c:v>6511900000</c:v>
                </c:pt>
                <c:pt idx="234">
                  <c:v>6511900000</c:v>
                </c:pt>
                <c:pt idx="235">
                  <c:v>6511900000</c:v>
                </c:pt>
                <c:pt idx="236">
                  <c:v>6511900000</c:v>
                </c:pt>
                <c:pt idx="237">
                  <c:v>6511900000</c:v>
                </c:pt>
                <c:pt idx="238">
                  <c:v>6511900000</c:v>
                </c:pt>
                <c:pt idx="239">
                  <c:v>6511900000</c:v>
                </c:pt>
                <c:pt idx="240">
                  <c:v>6511900000</c:v>
                </c:pt>
                <c:pt idx="241">
                  <c:v>6511900000</c:v>
                </c:pt>
                <c:pt idx="242">
                  <c:v>6511900000</c:v>
                </c:pt>
                <c:pt idx="243">
                  <c:v>6511900000</c:v>
                </c:pt>
                <c:pt idx="244">
                  <c:v>6511900000</c:v>
                </c:pt>
                <c:pt idx="245">
                  <c:v>6511900000</c:v>
                </c:pt>
                <c:pt idx="246">
                  <c:v>6511900000</c:v>
                </c:pt>
                <c:pt idx="247">
                  <c:v>6511900000</c:v>
                </c:pt>
                <c:pt idx="248">
                  <c:v>6511900000</c:v>
                </c:pt>
                <c:pt idx="249">
                  <c:v>6511900000</c:v>
                </c:pt>
                <c:pt idx="250">
                  <c:v>6511900000</c:v>
                </c:pt>
                <c:pt idx="251">
                  <c:v>6511900000</c:v>
                </c:pt>
                <c:pt idx="252">
                  <c:v>6511900000</c:v>
                </c:pt>
                <c:pt idx="253">
                  <c:v>6511900000</c:v>
                </c:pt>
                <c:pt idx="254">
                  <c:v>6511900000</c:v>
                </c:pt>
                <c:pt idx="255">
                  <c:v>6511900000</c:v>
                </c:pt>
                <c:pt idx="256">
                  <c:v>6511900000</c:v>
                </c:pt>
                <c:pt idx="257">
                  <c:v>6511900000</c:v>
                </c:pt>
                <c:pt idx="258">
                  <c:v>6511900000</c:v>
                </c:pt>
                <c:pt idx="259">
                  <c:v>6511900000</c:v>
                </c:pt>
                <c:pt idx="260">
                  <c:v>6511900000</c:v>
                </c:pt>
                <c:pt idx="261">
                  <c:v>6511900000</c:v>
                </c:pt>
                <c:pt idx="262">
                  <c:v>6511900000</c:v>
                </c:pt>
                <c:pt idx="263">
                  <c:v>6511900000</c:v>
                </c:pt>
                <c:pt idx="264">
                  <c:v>6511900000</c:v>
                </c:pt>
                <c:pt idx="265">
                  <c:v>6511900000</c:v>
                </c:pt>
                <c:pt idx="266">
                  <c:v>6511900000</c:v>
                </c:pt>
                <c:pt idx="267">
                  <c:v>6511900000</c:v>
                </c:pt>
                <c:pt idx="268">
                  <c:v>6511900000</c:v>
                </c:pt>
                <c:pt idx="269">
                  <c:v>6511900000</c:v>
                </c:pt>
                <c:pt idx="270">
                  <c:v>6511900000</c:v>
                </c:pt>
                <c:pt idx="271">
                  <c:v>6511900000</c:v>
                </c:pt>
                <c:pt idx="272">
                  <c:v>6511900000</c:v>
                </c:pt>
                <c:pt idx="273">
                  <c:v>6511900000</c:v>
                </c:pt>
                <c:pt idx="274">
                  <c:v>6511900000</c:v>
                </c:pt>
                <c:pt idx="275">
                  <c:v>6511900000</c:v>
                </c:pt>
                <c:pt idx="276">
                  <c:v>6511900000</c:v>
                </c:pt>
                <c:pt idx="277">
                  <c:v>6511900000</c:v>
                </c:pt>
                <c:pt idx="278">
                  <c:v>6511900000</c:v>
                </c:pt>
                <c:pt idx="279">
                  <c:v>6511900000</c:v>
                </c:pt>
                <c:pt idx="280">
                  <c:v>6511900000</c:v>
                </c:pt>
                <c:pt idx="281">
                  <c:v>6511900000</c:v>
                </c:pt>
                <c:pt idx="282">
                  <c:v>6511900000</c:v>
                </c:pt>
                <c:pt idx="283">
                  <c:v>6511900000</c:v>
                </c:pt>
                <c:pt idx="284">
                  <c:v>6511900000</c:v>
                </c:pt>
                <c:pt idx="285">
                  <c:v>6511900000</c:v>
                </c:pt>
                <c:pt idx="286">
                  <c:v>6511900000</c:v>
                </c:pt>
                <c:pt idx="287">
                  <c:v>6511900000</c:v>
                </c:pt>
                <c:pt idx="288">
                  <c:v>6511900000</c:v>
                </c:pt>
                <c:pt idx="289">
                  <c:v>6511900000</c:v>
                </c:pt>
                <c:pt idx="290">
                  <c:v>6511900000</c:v>
                </c:pt>
                <c:pt idx="291">
                  <c:v>6511900000</c:v>
                </c:pt>
                <c:pt idx="292">
                  <c:v>6511900000</c:v>
                </c:pt>
                <c:pt idx="293">
                  <c:v>6511900000</c:v>
                </c:pt>
                <c:pt idx="294">
                  <c:v>6511900000</c:v>
                </c:pt>
                <c:pt idx="295">
                  <c:v>6511900000</c:v>
                </c:pt>
                <c:pt idx="296">
                  <c:v>6511900000</c:v>
                </c:pt>
                <c:pt idx="297">
                  <c:v>6511900000</c:v>
                </c:pt>
                <c:pt idx="298">
                  <c:v>6511900000</c:v>
                </c:pt>
                <c:pt idx="299">
                  <c:v>6511900000</c:v>
                </c:pt>
                <c:pt idx="300">
                  <c:v>6511900000</c:v>
                </c:pt>
                <c:pt idx="301">
                  <c:v>6511900000</c:v>
                </c:pt>
                <c:pt idx="302">
                  <c:v>6511900000</c:v>
                </c:pt>
                <c:pt idx="303">
                  <c:v>6511900000</c:v>
                </c:pt>
                <c:pt idx="304">
                  <c:v>6511900000</c:v>
                </c:pt>
                <c:pt idx="305">
                  <c:v>6511900000</c:v>
                </c:pt>
                <c:pt idx="306">
                  <c:v>6511900000</c:v>
                </c:pt>
                <c:pt idx="307">
                  <c:v>6511900000</c:v>
                </c:pt>
                <c:pt idx="308">
                  <c:v>6511900000</c:v>
                </c:pt>
                <c:pt idx="309">
                  <c:v>6511900000</c:v>
                </c:pt>
                <c:pt idx="310">
                  <c:v>6511900000</c:v>
                </c:pt>
                <c:pt idx="311">
                  <c:v>6511900000</c:v>
                </c:pt>
                <c:pt idx="312">
                  <c:v>6511900000</c:v>
                </c:pt>
                <c:pt idx="313">
                  <c:v>6511900000</c:v>
                </c:pt>
                <c:pt idx="314">
                  <c:v>6511900000</c:v>
                </c:pt>
                <c:pt idx="315">
                  <c:v>6511900000</c:v>
                </c:pt>
                <c:pt idx="316">
                  <c:v>6511900000</c:v>
                </c:pt>
                <c:pt idx="317">
                  <c:v>6511900000</c:v>
                </c:pt>
                <c:pt idx="318">
                  <c:v>6511900000</c:v>
                </c:pt>
                <c:pt idx="319">
                  <c:v>6511900000</c:v>
                </c:pt>
                <c:pt idx="320">
                  <c:v>6511900000</c:v>
                </c:pt>
                <c:pt idx="321">
                  <c:v>6511900000</c:v>
                </c:pt>
                <c:pt idx="322">
                  <c:v>6511900000</c:v>
                </c:pt>
                <c:pt idx="323">
                  <c:v>6511900000</c:v>
                </c:pt>
                <c:pt idx="324">
                  <c:v>6511900000</c:v>
                </c:pt>
                <c:pt idx="325">
                  <c:v>6511900000</c:v>
                </c:pt>
                <c:pt idx="326">
                  <c:v>6511900000</c:v>
                </c:pt>
                <c:pt idx="327">
                  <c:v>6511900000</c:v>
                </c:pt>
                <c:pt idx="328">
                  <c:v>6511900000</c:v>
                </c:pt>
                <c:pt idx="329">
                  <c:v>6511900000</c:v>
                </c:pt>
                <c:pt idx="330">
                  <c:v>6511900000</c:v>
                </c:pt>
                <c:pt idx="331">
                  <c:v>6511900000</c:v>
                </c:pt>
                <c:pt idx="332">
                  <c:v>6511900000</c:v>
                </c:pt>
                <c:pt idx="333">
                  <c:v>6511900000</c:v>
                </c:pt>
                <c:pt idx="334">
                  <c:v>6511900000</c:v>
                </c:pt>
                <c:pt idx="335">
                  <c:v>6511900000</c:v>
                </c:pt>
                <c:pt idx="336">
                  <c:v>6511900000</c:v>
                </c:pt>
                <c:pt idx="337">
                  <c:v>6511900000</c:v>
                </c:pt>
                <c:pt idx="338">
                  <c:v>6511900000</c:v>
                </c:pt>
                <c:pt idx="339">
                  <c:v>6511900000</c:v>
                </c:pt>
                <c:pt idx="340">
                  <c:v>6511900000</c:v>
                </c:pt>
                <c:pt idx="341">
                  <c:v>6511900000</c:v>
                </c:pt>
                <c:pt idx="342">
                  <c:v>6511900000</c:v>
                </c:pt>
                <c:pt idx="343">
                  <c:v>6511900000</c:v>
                </c:pt>
                <c:pt idx="344">
                  <c:v>6511900000</c:v>
                </c:pt>
                <c:pt idx="345">
                  <c:v>6511900000</c:v>
                </c:pt>
                <c:pt idx="346">
                  <c:v>6511900000</c:v>
                </c:pt>
                <c:pt idx="347">
                  <c:v>6511900000</c:v>
                </c:pt>
                <c:pt idx="348">
                  <c:v>6511900000</c:v>
                </c:pt>
                <c:pt idx="349">
                  <c:v>6511900000</c:v>
                </c:pt>
                <c:pt idx="350">
                  <c:v>6511900000</c:v>
                </c:pt>
                <c:pt idx="351">
                  <c:v>6511900000</c:v>
                </c:pt>
                <c:pt idx="352">
                  <c:v>6511900000</c:v>
                </c:pt>
                <c:pt idx="353">
                  <c:v>6511900000</c:v>
                </c:pt>
                <c:pt idx="354">
                  <c:v>6511900000</c:v>
                </c:pt>
                <c:pt idx="355">
                  <c:v>6511900000</c:v>
                </c:pt>
                <c:pt idx="356">
                  <c:v>6511900000</c:v>
                </c:pt>
                <c:pt idx="357">
                  <c:v>6511900000</c:v>
                </c:pt>
                <c:pt idx="358">
                  <c:v>6511900000</c:v>
                </c:pt>
                <c:pt idx="359">
                  <c:v>6511900000</c:v>
                </c:pt>
                <c:pt idx="360">
                  <c:v>6511900000</c:v>
                </c:pt>
                <c:pt idx="361">
                  <c:v>6511900000</c:v>
                </c:pt>
                <c:pt idx="362">
                  <c:v>6511900000</c:v>
                </c:pt>
                <c:pt idx="363">
                  <c:v>6511900000</c:v>
                </c:pt>
                <c:pt idx="364">
                  <c:v>6511900000</c:v>
                </c:pt>
                <c:pt idx="365">
                  <c:v>6511900000</c:v>
                </c:pt>
                <c:pt idx="366">
                  <c:v>6511900000</c:v>
                </c:pt>
                <c:pt idx="367">
                  <c:v>6511900000</c:v>
                </c:pt>
                <c:pt idx="368">
                  <c:v>6511900000</c:v>
                </c:pt>
                <c:pt idx="369">
                  <c:v>6511900000</c:v>
                </c:pt>
                <c:pt idx="370">
                  <c:v>6511900000</c:v>
                </c:pt>
                <c:pt idx="371">
                  <c:v>6511900000</c:v>
                </c:pt>
                <c:pt idx="372">
                  <c:v>6511900000</c:v>
                </c:pt>
                <c:pt idx="373">
                  <c:v>6511900000</c:v>
                </c:pt>
                <c:pt idx="374">
                  <c:v>6511900000</c:v>
                </c:pt>
                <c:pt idx="375">
                  <c:v>6511900000</c:v>
                </c:pt>
                <c:pt idx="376">
                  <c:v>6511900000</c:v>
                </c:pt>
                <c:pt idx="377">
                  <c:v>6511900000</c:v>
                </c:pt>
                <c:pt idx="378">
                  <c:v>6511900000</c:v>
                </c:pt>
                <c:pt idx="379">
                  <c:v>6511900000</c:v>
                </c:pt>
                <c:pt idx="380">
                  <c:v>6511900000</c:v>
                </c:pt>
                <c:pt idx="381">
                  <c:v>6511900000</c:v>
                </c:pt>
                <c:pt idx="382">
                  <c:v>6511900000</c:v>
                </c:pt>
                <c:pt idx="383">
                  <c:v>6511900000</c:v>
                </c:pt>
                <c:pt idx="384">
                  <c:v>6511900000</c:v>
                </c:pt>
                <c:pt idx="385">
                  <c:v>6511900000</c:v>
                </c:pt>
                <c:pt idx="386">
                  <c:v>6511900000</c:v>
                </c:pt>
                <c:pt idx="387">
                  <c:v>6511900000</c:v>
                </c:pt>
                <c:pt idx="388">
                  <c:v>6511900000</c:v>
                </c:pt>
                <c:pt idx="389">
                  <c:v>6511900000</c:v>
                </c:pt>
                <c:pt idx="390">
                  <c:v>6511900000</c:v>
                </c:pt>
                <c:pt idx="391">
                  <c:v>6511900000</c:v>
                </c:pt>
                <c:pt idx="392">
                  <c:v>6511900000</c:v>
                </c:pt>
                <c:pt idx="393">
                  <c:v>6511900000</c:v>
                </c:pt>
                <c:pt idx="394">
                  <c:v>6511900000</c:v>
                </c:pt>
                <c:pt idx="395">
                  <c:v>6511900000</c:v>
                </c:pt>
                <c:pt idx="396">
                  <c:v>6511900000</c:v>
                </c:pt>
                <c:pt idx="397">
                  <c:v>6511900000</c:v>
                </c:pt>
                <c:pt idx="398">
                  <c:v>6511900000</c:v>
                </c:pt>
                <c:pt idx="399">
                  <c:v>6511900000</c:v>
                </c:pt>
                <c:pt idx="400">
                  <c:v>6511900000</c:v>
                </c:pt>
                <c:pt idx="401">
                  <c:v>6511900000</c:v>
                </c:pt>
                <c:pt idx="402">
                  <c:v>6511900000</c:v>
                </c:pt>
                <c:pt idx="403">
                  <c:v>6511900000</c:v>
                </c:pt>
                <c:pt idx="404">
                  <c:v>6511900000</c:v>
                </c:pt>
                <c:pt idx="405">
                  <c:v>6511900000</c:v>
                </c:pt>
                <c:pt idx="406">
                  <c:v>6511900000</c:v>
                </c:pt>
                <c:pt idx="407">
                  <c:v>6511900000</c:v>
                </c:pt>
                <c:pt idx="408">
                  <c:v>6511900000</c:v>
                </c:pt>
                <c:pt idx="409">
                  <c:v>6511900000</c:v>
                </c:pt>
                <c:pt idx="410">
                  <c:v>6511900000</c:v>
                </c:pt>
                <c:pt idx="411">
                  <c:v>6511900000</c:v>
                </c:pt>
                <c:pt idx="412">
                  <c:v>6511900000</c:v>
                </c:pt>
                <c:pt idx="413">
                  <c:v>6511900000</c:v>
                </c:pt>
                <c:pt idx="414">
                  <c:v>6511900000</c:v>
                </c:pt>
                <c:pt idx="415">
                  <c:v>6511900000</c:v>
                </c:pt>
                <c:pt idx="416">
                  <c:v>6511900000</c:v>
                </c:pt>
                <c:pt idx="417">
                  <c:v>6511900000</c:v>
                </c:pt>
                <c:pt idx="418">
                  <c:v>6511900000</c:v>
                </c:pt>
                <c:pt idx="419">
                  <c:v>6511900000</c:v>
                </c:pt>
                <c:pt idx="420">
                  <c:v>6511900000</c:v>
                </c:pt>
                <c:pt idx="421">
                  <c:v>6511900000</c:v>
                </c:pt>
                <c:pt idx="422">
                  <c:v>6511900000</c:v>
                </c:pt>
                <c:pt idx="423">
                  <c:v>6511900000</c:v>
                </c:pt>
                <c:pt idx="424">
                  <c:v>6511900000</c:v>
                </c:pt>
                <c:pt idx="425">
                  <c:v>6511900000</c:v>
                </c:pt>
                <c:pt idx="426">
                  <c:v>6511900000</c:v>
                </c:pt>
                <c:pt idx="427">
                  <c:v>6511900000</c:v>
                </c:pt>
                <c:pt idx="428">
                  <c:v>6511900000</c:v>
                </c:pt>
                <c:pt idx="429">
                  <c:v>6511900000</c:v>
                </c:pt>
                <c:pt idx="430">
                  <c:v>6511900000</c:v>
                </c:pt>
                <c:pt idx="431">
                  <c:v>6511900000</c:v>
                </c:pt>
                <c:pt idx="432">
                  <c:v>6511900000</c:v>
                </c:pt>
                <c:pt idx="433">
                  <c:v>6511900000</c:v>
                </c:pt>
                <c:pt idx="434">
                  <c:v>6511900000</c:v>
                </c:pt>
                <c:pt idx="435">
                  <c:v>6511900000</c:v>
                </c:pt>
                <c:pt idx="436">
                  <c:v>6511900000</c:v>
                </c:pt>
                <c:pt idx="437">
                  <c:v>6511900000</c:v>
                </c:pt>
                <c:pt idx="438">
                  <c:v>6511900000</c:v>
                </c:pt>
                <c:pt idx="439">
                  <c:v>6511900000</c:v>
                </c:pt>
                <c:pt idx="440">
                  <c:v>6511900000</c:v>
                </c:pt>
                <c:pt idx="441">
                  <c:v>6511900000</c:v>
                </c:pt>
                <c:pt idx="442">
                  <c:v>6511900000</c:v>
                </c:pt>
                <c:pt idx="443">
                  <c:v>6511900000</c:v>
                </c:pt>
                <c:pt idx="444">
                  <c:v>6511900000</c:v>
                </c:pt>
                <c:pt idx="445">
                  <c:v>6511900000</c:v>
                </c:pt>
                <c:pt idx="446">
                  <c:v>6511900000</c:v>
                </c:pt>
                <c:pt idx="447">
                  <c:v>6511900000</c:v>
                </c:pt>
                <c:pt idx="448">
                  <c:v>6511900000</c:v>
                </c:pt>
                <c:pt idx="449">
                  <c:v>6511900000</c:v>
                </c:pt>
                <c:pt idx="450">
                  <c:v>6511900000</c:v>
                </c:pt>
                <c:pt idx="451">
                  <c:v>6511900000</c:v>
                </c:pt>
                <c:pt idx="452">
                  <c:v>6511900000</c:v>
                </c:pt>
                <c:pt idx="453">
                  <c:v>6511900000</c:v>
                </c:pt>
                <c:pt idx="454">
                  <c:v>6511900000</c:v>
                </c:pt>
                <c:pt idx="455">
                  <c:v>6511900000</c:v>
                </c:pt>
                <c:pt idx="456">
                  <c:v>6511900000</c:v>
                </c:pt>
                <c:pt idx="457">
                  <c:v>6511900000</c:v>
                </c:pt>
                <c:pt idx="458">
                  <c:v>6511900000</c:v>
                </c:pt>
                <c:pt idx="459">
                  <c:v>6511900000</c:v>
                </c:pt>
                <c:pt idx="460">
                  <c:v>6511900000</c:v>
                </c:pt>
                <c:pt idx="461">
                  <c:v>6511900000</c:v>
                </c:pt>
                <c:pt idx="462">
                  <c:v>6511900000</c:v>
                </c:pt>
                <c:pt idx="463">
                  <c:v>6511900000</c:v>
                </c:pt>
                <c:pt idx="464">
                  <c:v>6511900000</c:v>
                </c:pt>
                <c:pt idx="465">
                  <c:v>6511900000</c:v>
                </c:pt>
                <c:pt idx="466">
                  <c:v>6511900000</c:v>
                </c:pt>
                <c:pt idx="467">
                  <c:v>6511900000</c:v>
                </c:pt>
                <c:pt idx="468">
                  <c:v>6511900000</c:v>
                </c:pt>
                <c:pt idx="469">
                  <c:v>6511900000</c:v>
                </c:pt>
                <c:pt idx="470">
                  <c:v>6511900000</c:v>
                </c:pt>
                <c:pt idx="471">
                  <c:v>6511900000</c:v>
                </c:pt>
                <c:pt idx="472">
                  <c:v>6511900000</c:v>
                </c:pt>
                <c:pt idx="473">
                  <c:v>6511900000</c:v>
                </c:pt>
                <c:pt idx="474">
                  <c:v>6511900000</c:v>
                </c:pt>
                <c:pt idx="475">
                  <c:v>6511900000</c:v>
                </c:pt>
                <c:pt idx="476">
                  <c:v>6511900000</c:v>
                </c:pt>
                <c:pt idx="477">
                  <c:v>6511900000</c:v>
                </c:pt>
                <c:pt idx="478">
                  <c:v>6511900000</c:v>
                </c:pt>
                <c:pt idx="479">
                  <c:v>6511900000</c:v>
                </c:pt>
                <c:pt idx="480">
                  <c:v>6511900000</c:v>
                </c:pt>
                <c:pt idx="481">
                  <c:v>6511900000</c:v>
                </c:pt>
                <c:pt idx="482">
                  <c:v>6511900000</c:v>
                </c:pt>
                <c:pt idx="483">
                  <c:v>6511900000</c:v>
                </c:pt>
                <c:pt idx="484">
                  <c:v>6511900000</c:v>
                </c:pt>
                <c:pt idx="485">
                  <c:v>6511900000</c:v>
                </c:pt>
                <c:pt idx="486">
                  <c:v>6511900000</c:v>
                </c:pt>
                <c:pt idx="487">
                  <c:v>6511900000</c:v>
                </c:pt>
                <c:pt idx="488">
                  <c:v>6511900000</c:v>
                </c:pt>
                <c:pt idx="489">
                  <c:v>6511900000</c:v>
                </c:pt>
                <c:pt idx="490">
                  <c:v>6511900000</c:v>
                </c:pt>
                <c:pt idx="491">
                  <c:v>6511900000</c:v>
                </c:pt>
                <c:pt idx="492">
                  <c:v>6511900000</c:v>
                </c:pt>
                <c:pt idx="493">
                  <c:v>6511900000</c:v>
                </c:pt>
                <c:pt idx="494">
                  <c:v>6511900000</c:v>
                </c:pt>
                <c:pt idx="495">
                  <c:v>6511900000</c:v>
                </c:pt>
                <c:pt idx="496">
                  <c:v>6511900000</c:v>
                </c:pt>
                <c:pt idx="497">
                  <c:v>6511900000</c:v>
                </c:pt>
                <c:pt idx="498">
                  <c:v>6511900000</c:v>
                </c:pt>
                <c:pt idx="499">
                  <c:v>6511900000</c:v>
                </c:pt>
                <c:pt idx="500">
                  <c:v>6511900000</c:v>
                </c:pt>
                <c:pt idx="501">
                  <c:v>6511900000</c:v>
                </c:pt>
                <c:pt idx="502">
                  <c:v>6511900000</c:v>
                </c:pt>
                <c:pt idx="503">
                  <c:v>6511900000</c:v>
                </c:pt>
                <c:pt idx="504">
                  <c:v>6511900000</c:v>
                </c:pt>
                <c:pt idx="505">
                  <c:v>6511900000</c:v>
                </c:pt>
                <c:pt idx="506">
                  <c:v>6511900000</c:v>
                </c:pt>
                <c:pt idx="507">
                  <c:v>6511900000</c:v>
                </c:pt>
                <c:pt idx="508">
                  <c:v>6511900000</c:v>
                </c:pt>
                <c:pt idx="509">
                  <c:v>6511900000</c:v>
                </c:pt>
                <c:pt idx="510">
                  <c:v>6511900000</c:v>
                </c:pt>
                <c:pt idx="511">
                  <c:v>6511900000</c:v>
                </c:pt>
                <c:pt idx="512">
                  <c:v>6511900000</c:v>
                </c:pt>
                <c:pt idx="513">
                  <c:v>6511900000</c:v>
                </c:pt>
                <c:pt idx="514">
                  <c:v>6511900000</c:v>
                </c:pt>
                <c:pt idx="515">
                  <c:v>6511900000</c:v>
                </c:pt>
                <c:pt idx="516">
                  <c:v>6511900000</c:v>
                </c:pt>
                <c:pt idx="517">
                  <c:v>6511900000</c:v>
                </c:pt>
                <c:pt idx="518">
                  <c:v>6511900000</c:v>
                </c:pt>
                <c:pt idx="519">
                  <c:v>6511900000</c:v>
                </c:pt>
                <c:pt idx="520">
                  <c:v>6511900000</c:v>
                </c:pt>
                <c:pt idx="521">
                  <c:v>6511900000</c:v>
                </c:pt>
                <c:pt idx="522">
                  <c:v>6511900000</c:v>
                </c:pt>
                <c:pt idx="523">
                  <c:v>6511900000</c:v>
                </c:pt>
                <c:pt idx="524">
                  <c:v>6511900000</c:v>
                </c:pt>
                <c:pt idx="525">
                  <c:v>6511900000</c:v>
                </c:pt>
                <c:pt idx="526">
                  <c:v>6511900000</c:v>
                </c:pt>
                <c:pt idx="527">
                  <c:v>6511900000</c:v>
                </c:pt>
                <c:pt idx="528">
                  <c:v>6511900000</c:v>
                </c:pt>
                <c:pt idx="529">
                  <c:v>6511900000</c:v>
                </c:pt>
                <c:pt idx="530">
                  <c:v>6511900000</c:v>
                </c:pt>
                <c:pt idx="531">
                  <c:v>6511900000</c:v>
                </c:pt>
                <c:pt idx="532">
                  <c:v>6511900000</c:v>
                </c:pt>
                <c:pt idx="533">
                  <c:v>6511900000</c:v>
                </c:pt>
                <c:pt idx="534">
                  <c:v>6511900000</c:v>
                </c:pt>
                <c:pt idx="535">
                  <c:v>6511900000</c:v>
                </c:pt>
                <c:pt idx="536">
                  <c:v>6511900000</c:v>
                </c:pt>
                <c:pt idx="537">
                  <c:v>6511900000</c:v>
                </c:pt>
                <c:pt idx="538">
                  <c:v>6511900000</c:v>
                </c:pt>
                <c:pt idx="539">
                  <c:v>6511900000</c:v>
                </c:pt>
                <c:pt idx="540">
                  <c:v>6511900000</c:v>
                </c:pt>
                <c:pt idx="541">
                  <c:v>6511900000</c:v>
                </c:pt>
                <c:pt idx="542">
                  <c:v>6511900000</c:v>
                </c:pt>
                <c:pt idx="543">
                  <c:v>6511900000</c:v>
                </c:pt>
                <c:pt idx="544">
                  <c:v>6511900000</c:v>
                </c:pt>
                <c:pt idx="545">
                  <c:v>6511900000</c:v>
                </c:pt>
                <c:pt idx="546">
                  <c:v>6511900000</c:v>
                </c:pt>
                <c:pt idx="547">
                  <c:v>6511900000</c:v>
                </c:pt>
                <c:pt idx="548">
                  <c:v>6511900000</c:v>
                </c:pt>
                <c:pt idx="549">
                  <c:v>6511900000</c:v>
                </c:pt>
                <c:pt idx="550">
                  <c:v>6511900000</c:v>
                </c:pt>
                <c:pt idx="551">
                  <c:v>6511900000</c:v>
                </c:pt>
                <c:pt idx="552">
                  <c:v>6511900000</c:v>
                </c:pt>
                <c:pt idx="553">
                  <c:v>6511900000</c:v>
                </c:pt>
                <c:pt idx="554">
                  <c:v>6511900000</c:v>
                </c:pt>
                <c:pt idx="555">
                  <c:v>6511900000</c:v>
                </c:pt>
                <c:pt idx="556">
                  <c:v>6511900000</c:v>
                </c:pt>
                <c:pt idx="557">
                  <c:v>6511900000</c:v>
                </c:pt>
                <c:pt idx="558">
                  <c:v>6511900000</c:v>
                </c:pt>
                <c:pt idx="559">
                  <c:v>6511900000</c:v>
                </c:pt>
                <c:pt idx="560">
                  <c:v>6511900000</c:v>
                </c:pt>
                <c:pt idx="561">
                  <c:v>6511900000</c:v>
                </c:pt>
                <c:pt idx="562">
                  <c:v>6511900000</c:v>
                </c:pt>
                <c:pt idx="563">
                  <c:v>6511900000</c:v>
                </c:pt>
                <c:pt idx="564">
                  <c:v>6511900000</c:v>
                </c:pt>
                <c:pt idx="565">
                  <c:v>6511900000</c:v>
                </c:pt>
                <c:pt idx="566">
                  <c:v>6511900000</c:v>
                </c:pt>
                <c:pt idx="567">
                  <c:v>6511900000</c:v>
                </c:pt>
                <c:pt idx="568">
                  <c:v>6511900000</c:v>
                </c:pt>
                <c:pt idx="569">
                  <c:v>6511900000</c:v>
                </c:pt>
                <c:pt idx="570">
                  <c:v>6511900000</c:v>
                </c:pt>
                <c:pt idx="571">
                  <c:v>6511900000</c:v>
                </c:pt>
                <c:pt idx="572">
                  <c:v>6511900000</c:v>
                </c:pt>
                <c:pt idx="573">
                  <c:v>6511900000</c:v>
                </c:pt>
                <c:pt idx="574">
                  <c:v>6511900000</c:v>
                </c:pt>
                <c:pt idx="575">
                  <c:v>6511900000</c:v>
                </c:pt>
                <c:pt idx="576">
                  <c:v>6511900000</c:v>
                </c:pt>
                <c:pt idx="577">
                  <c:v>6511900000</c:v>
                </c:pt>
                <c:pt idx="578">
                  <c:v>6511900000</c:v>
                </c:pt>
                <c:pt idx="579">
                  <c:v>6511900000</c:v>
                </c:pt>
                <c:pt idx="580">
                  <c:v>6511900000</c:v>
                </c:pt>
                <c:pt idx="581">
                  <c:v>6511900000</c:v>
                </c:pt>
                <c:pt idx="582">
                  <c:v>6511900000</c:v>
                </c:pt>
                <c:pt idx="583">
                  <c:v>6511900000</c:v>
                </c:pt>
                <c:pt idx="584">
                  <c:v>6511900000</c:v>
                </c:pt>
                <c:pt idx="585">
                  <c:v>6511900000</c:v>
                </c:pt>
                <c:pt idx="586">
                  <c:v>6511900000</c:v>
                </c:pt>
                <c:pt idx="587">
                  <c:v>6511900000</c:v>
                </c:pt>
                <c:pt idx="588">
                  <c:v>6511900000</c:v>
                </c:pt>
                <c:pt idx="589">
                  <c:v>6511900000</c:v>
                </c:pt>
                <c:pt idx="590">
                  <c:v>6511900000</c:v>
                </c:pt>
                <c:pt idx="591">
                  <c:v>6511900000</c:v>
                </c:pt>
                <c:pt idx="592">
                  <c:v>6511900000</c:v>
                </c:pt>
                <c:pt idx="593">
                  <c:v>6511900000</c:v>
                </c:pt>
                <c:pt idx="594">
                  <c:v>6511900000</c:v>
                </c:pt>
                <c:pt idx="595">
                  <c:v>6511900000</c:v>
                </c:pt>
                <c:pt idx="596">
                  <c:v>6511900000</c:v>
                </c:pt>
                <c:pt idx="597">
                  <c:v>6511900000</c:v>
                </c:pt>
                <c:pt idx="598">
                  <c:v>6511900000</c:v>
                </c:pt>
                <c:pt idx="599">
                  <c:v>6511900000</c:v>
                </c:pt>
                <c:pt idx="600">
                  <c:v>6511900000</c:v>
                </c:pt>
                <c:pt idx="601">
                  <c:v>6511900000</c:v>
                </c:pt>
                <c:pt idx="602">
                  <c:v>6511900000</c:v>
                </c:pt>
                <c:pt idx="603">
                  <c:v>6511900000</c:v>
                </c:pt>
                <c:pt idx="604">
                  <c:v>6511900000</c:v>
                </c:pt>
                <c:pt idx="605">
                  <c:v>6511900000</c:v>
                </c:pt>
                <c:pt idx="606">
                  <c:v>6511900000</c:v>
                </c:pt>
                <c:pt idx="607">
                  <c:v>6511900000</c:v>
                </c:pt>
                <c:pt idx="608">
                  <c:v>6511900000</c:v>
                </c:pt>
                <c:pt idx="609">
                  <c:v>6511900000</c:v>
                </c:pt>
                <c:pt idx="610">
                  <c:v>6511900000</c:v>
                </c:pt>
                <c:pt idx="611">
                  <c:v>6511900000</c:v>
                </c:pt>
                <c:pt idx="612">
                  <c:v>6511900000</c:v>
                </c:pt>
                <c:pt idx="613">
                  <c:v>6511900000</c:v>
                </c:pt>
                <c:pt idx="614">
                  <c:v>6511900000</c:v>
                </c:pt>
                <c:pt idx="615">
                  <c:v>6511900000</c:v>
                </c:pt>
                <c:pt idx="616">
                  <c:v>6511900000</c:v>
                </c:pt>
                <c:pt idx="617">
                  <c:v>6511900000</c:v>
                </c:pt>
                <c:pt idx="618">
                  <c:v>6511900000</c:v>
                </c:pt>
                <c:pt idx="619">
                  <c:v>6511900000</c:v>
                </c:pt>
                <c:pt idx="620">
                  <c:v>6511900000</c:v>
                </c:pt>
                <c:pt idx="621">
                  <c:v>6511900000</c:v>
                </c:pt>
                <c:pt idx="622">
                  <c:v>6511900000</c:v>
                </c:pt>
                <c:pt idx="623">
                  <c:v>6511900000</c:v>
                </c:pt>
                <c:pt idx="624">
                  <c:v>6511900000</c:v>
                </c:pt>
                <c:pt idx="625">
                  <c:v>6511900000</c:v>
                </c:pt>
                <c:pt idx="626">
                  <c:v>6511900000</c:v>
                </c:pt>
                <c:pt idx="627">
                  <c:v>6511900000</c:v>
                </c:pt>
                <c:pt idx="628">
                  <c:v>6511900000</c:v>
                </c:pt>
                <c:pt idx="629">
                  <c:v>6463900000</c:v>
                </c:pt>
                <c:pt idx="630">
                  <c:v>6463900000</c:v>
                </c:pt>
                <c:pt idx="631">
                  <c:v>6463900000</c:v>
                </c:pt>
                <c:pt idx="632">
                  <c:v>6463900000</c:v>
                </c:pt>
                <c:pt idx="633">
                  <c:v>6463900000</c:v>
                </c:pt>
                <c:pt idx="634">
                  <c:v>6463900000</c:v>
                </c:pt>
                <c:pt idx="635">
                  <c:v>6463900000</c:v>
                </c:pt>
                <c:pt idx="636">
                  <c:v>6463900000</c:v>
                </c:pt>
                <c:pt idx="637">
                  <c:v>6463900000</c:v>
                </c:pt>
                <c:pt idx="638">
                  <c:v>6463900000</c:v>
                </c:pt>
                <c:pt idx="639">
                  <c:v>6463900000</c:v>
                </c:pt>
                <c:pt idx="640">
                  <c:v>6463900000</c:v>
                </c:pt>
                <c:pt idx="641">
                  <c:v>6463900000</c:v>
                </c:pt>
                <c:pt idx="642">
                  <c:v>6463900000</c:v>
                </c:pt>
                <c:pt idx="643">
                  <c:v>6463900000</c:v>
                </c:pt>
                <c:pt idx="644">
                  <c:v>6463900000</c:v>
                </c:pt>
                <c:pt idx="645">
                  <c:v>6463900000</c:v>
                </c:pt>
                <c:pt idx="646">
                  <c:v>6463900000</c:v>
                </c:pt>
                <c:pt idx="647">
                  <c:v>6463900000</c:v>
                </c:pt>
                <c:pt idx="648">
                  <c:v>6463900000</c:v>
                </c:pt>
                <c:pt idx="649">
                  <c:v>6463900000</c:v>
                </c:pt>
                <c:pt idx="650">
                  <c:v>6463900000</c:v>
                </c:pt>
                <c:pt idx="651">
                  <c:v>6463900000</c:v>
                </c:pt>
                <c:pt idx="652">
                  <c:v>6463900000</c:v>
                </c:pt>
                <c:pt idx="653">
                  <c:v>6463900000</c:v>
                </c:pt>
                <c:pt idx="654">
                  <c:v>6463900000</c:v>
                </c:pt>
                <c:pt idx="655">
                  <c:v>6463900000</c:v>
                </c:pt>
                <c:pt idx="656">
                  <c:v>6463900000</c:v>
                </c:pt>
                <c:pt idx="657">
                  <c:v>6463900000</c:v>
                </c:pt>
                <c:pt idx="658">
                  <c:v>6463900000</c:v>
                </c:pt>
                <c:pt idx="659">
                  <c:v>6463900000</c:v>
                </c:pt>
                <c:pt idx="660">
                  <c:v>6463900000</c:v>
                </c:pt>
                <c:pt idx="661">
                  <c:v>6463900000</c:v>
                </c:pt>
                <c:pt idx="662">
                  <c:v>6463900000</c:v>
                </c:pt>
                <c:pt idx="663">
                  <c:v>6463900000</c:v>
                </c:pt>
                <c:pt idx="664">
                  <c:v>6463900000</c:v>
                </c:pt>
                <c:pt idx="665">
                  <c:v>6463900000</c:v>
                </c:pt>
                <c:pt idx="666">
                  <c:v>6463900000</c:v>
                </c:pt>
                <c:pt idx="667">
                  <c:v>6463900000</c:v>
                </c:pt>
                <c:pt idx="668">
                  <c:v>6463900000</c:v>
                </c:pt>
                <c:pt idx="669">
                  <c:v>6463900000</c:v>
                </c:pt>
                <c:pt idx="670">
                  <c:v>6463900000</c:v>
                </c:pt>
                <c:pt idx="671">
                  <c:v>6463900000</c:v>
                </c:pt>
                <c:pt idx="672">
                  <c:v>6463900000</c:v>
                </c:pt>
                <c:pt idx="673">
                  <c:v>6463900000</c:v>
                </c:pt>
                <c:pt idx="674">
                  <c:v>6463900000</c:v>
                </c:pt>
                <c:pt idx="675">
                  <c:v>6463900000</c:v>
                </c:pt>
                <c:pt idx="676">
                  <c:v>6463900000</c:v>
                </c:pt>
                <c:pt idx="677">
                  <c:v>6463900000</c:v>
                </c:pt>
                <c:pt idx="678">
                  <c:v>6463900000</c:v>
                </c:pt>
                <c:pt idx="679">
                  <c:v>6463900000</c:v>
                </c:pt>
                <c:pt idx="680">
                  <c:v>6463900000</c:v>
                </c:pt>
                <c:pt idx="681">
                  <c:v>6463900000</c:v>
                </c:pt>
                <c:pt idx="682">
                  <c:v>6463900000</c:v>
                </c:pt>
                <c:pt idx="683">
                  <c:v>6463900000</c:v>
                </c:pt>
                <c:pt idx="684">
                  <c:v>6463900000</c:v>
                </c:pt>
                <c:pt idx="685">
                  <c:v>6463900000</c:v>
                </c:pt>
                <c:pt idx="686">
                  <c:v>6463900000</c:v>
                </c:pt>
                <c:pt idx="687">
                  <c:v>6463900000</c:v>
                </c:pt>
                <c:pt idx="688">
                  <c:v>6463900000</c:v>
                </c:pt>
                <c:pt idx="689">
                  <c:v>6463900000</c:v>
                </c:pt>
                <c:pt idx="690">
                  <c:v>6463900000</c:v>
                </c:pt>
                <c:pt idx="691">
                  <c:v>6463900000</c:v>
                </c:pt>
                <c:pt idx="692">
                  <c:v>6463900000</c:v>
                </c:pt>
                <c:pt idx="693">
                  <c:v>6463900000</c:v>
                </c:pt>
                <c:pt idx="694">
                  <c:v>6463900000</c:v>
                </c:pt>
                <c:pt idx="695">
                  <c:v>6463900000</c:v>
                </c:pt>
                <c:pt idx="696">
                  <c:v>6463900000</c:v>
                </c:pt>
                <c:pt idx="697">
                  <c:v>6463900000</c:v>
                </c:pt>
                <c:pt idx="698">
                  <c:v>6463900000</c:v>
                </c:pt>
                <c:pt idx="699">
                  <c:v>6463900000</c:v>
                </c:pt>
                <c:pt idx="700">
                  <c:v>6463900000</c:v>
                </c:pt>
                <c:pt idx="701">
                  <c:v>6463900000</c:v>
                </c:pt>
                <c:pt idx="702">
                  <c:v>6463900000</c:v>
                </c:pt>
                <c:pt idx="703">
                  <c:v>6463900000</c:v>
                </c:pt>
                <c:pt idx="704">
                  <c:v>6463900000</c:v>
                </c:pt>
                <c:pt idx="705">
                  <c:v>6463900000</c:v>
                </c:pt>
                <c:pt idx="706">
                  <c:v>6463900000</c:v>
                </c:pt>
                <c:pt idx="707">
                  <c:v>6463900000</c:v>
                </c:pt>
                <c:pt idx="708">
                  <c:v>6463900000</c:v>
                </c:pt>
                <c:pt idx="709">
                  <c:v>6463900000</c:v>
                </c:pt>
                <c:pt idx="710">
                  <c:v>6463900000</c:v>
                </c:pt>
                <c:pt idx="711">
                  <c:v>6463900000</c:v>
                </c:pt>
                <c:pt idx="712">
                  <c:v>6463900000</c:v>
                </c:pt>
                <c:pt idx="713">
                  <c:v>6463900000</c:v>
                </c:pt>
                <c:pt idx="714">
                  <c:v>6463900000</c:v>
                </c:pt>
                <c:pt idx="715">
                  <c:v>6463900000</c:v>
                </c:pt>
                <c:pt idx="716">
                  <c:v>6463900000</c:v>
                </c:pt>
                <c:pt idx="717">
                  <c:v>6463900000</c:v>
                </c:pt>
                <c:pt idx="718">
                  <c:v>6463900000</c:v>
                </c:pt>
                <c:pt idx="719">
                  <c:v>6463900000</c:v>
                </c:pt>
                <c:pt idx="720">
                  <c:v>6463900000</c:v>
                </c:pt>
                <c:pt idx="721">
                  <c:v>6463900000</c:v>
                </c:pt>
                <c:pt idx="722">
                  <c:v>6463900000</c:v>
                </c:pt>
                <c:pt idx="723">
                  <c:v>6463900000</c:v>
                </c:pt>
                <c:pt idx="724">
                  <c:v>6463900000</c:v>
                </c:pt>
                <c:pt idx="725">
                  <c:v>6463900000</c:v>
                </c:pt>
                <c:pt idx="726">
                  <c:v>6463900000</c:v>
                </c:pt>
                <c:pt idx="727">
                  <c:v>6463900000</c:v>
                </c:pt>
                <c:pt idx="728">
                  <c:v>6463900000</c:v>
                </c:pt>
                <c:pt idx="729">
                  <c:v>6463900000</c:v>
                </c:pt>
                <c:pt idx="730">
                  <c:v>6463900000</c:v>
                </c:pt>
                <c:pt idx="731">
                  <c:v>6463900000</c:v>
                </c:pt>
                <c:pt idx="732">
                  <c:v>6463900000</c:v>
                </c:pt>
                <c:pt idx="733">
                  <c:v>6463900000</c:v>
                </c:pt>
                <c:pt idx="734">
                  <c:v>6463900000</c:v>
                </c:pt>
                <c:pt idx="735">
                  <c:v>6463900000</c:v>
                </c:pt>
                <c:pt idx="736">
                  <c:v>6463900000</c:v>
                </c:pt>
                <c:pt idx="737">
                  <c:v>6463900000</c:v>
                </c:pt>
                <c:pt idx="738">
                  <c:v>6463900000</c:v>
                </c:pt>
                <c:pt idx="739">
                  <c:v>6463900000</c:v>
                </c:pt>
                <c:pt idx="740">
                  <c:v>6463900000</c:v>
                </c:pt>
                <c:pt idx="741">
                  <c:v>6463900000</c:v>
                </c:pt>
                <c:pt idx="742">
                  <c:v>6463900000</c:v>
                </c:pt>
                <c:pt idx="743">
                  <c:v>6463900000</c:v>
                </c:pt>
                <c:pt idx="744">
                  <c:v>6463900000</c:v>
                </c:pt>
                <c:pt idx="745">
                  <c:v>6463900000</c:v>
                </c:pt>
                <c:pt idx="746">
                  <c:v>6463900000</c:v>
                </c:pt>
                <c:pt idx="747">
                  <c:v>6463900000</c:v>
                </c:pt>
                <c:pt idx="748">
                  <c:v>6463900000</c:v>
                </c:pt>
                <c:pt idx="749">
                  <c:v>6463900000</c:v>
                </c:pt>
                <c:pt idx="750">
                  <c:v>6463900000</c:v>
                </c:pt>
                <c:pt idx="751">
                  <c:v>6463900000</c:v>
                </c:pt>
                <c:pt idx="752">
                  <c:v>6463900000</c:v>
                </c:pt>
                <c:pt idx="753">
                  <c:v>6463900000</c:v>
                </c:pt>
                <c:pt idx="754">
                  <c:v>6463900000</c:v>
                </c:pt>
                <c:pt idx="755">
                  <c:v>6463900000</c:v>
                </c:pt>
                <c:pt idx="756">
                  <c:v>6463900000</c:v>
                </c:pt>
                <c:pt idx="757">
                  <c:v>6463900000</c:v>
                </c:pt>
                <c:pt idx="758">
                  <c:v>6463900000</c:v>
                </c:pt>
                <c:pt idx="759">
                  <c:v>6463900000</c:v>
                </c:pt>
                <c:pt idx="760">
                  <c:v>6463900000</c:v>
                </c:pt>
                <c:pt idx="761">
                  <c:v>6463900000</c:v>
                </c:pt>
                <c:pt idx="762">
                  <c:v>6463900000</c:v>
                </c:pt>
                <c:pt idx="763">
                  <c:v>6463900000</c:v>
                </c:pt>
                <c:pt idx="764">
                  <c:v>6463900000</c:v>
                </c:pt>
                <c:pt idx="765">
                  <c:v>6463900000</c:v>
                </c:pt>
                <c:pt idx="766">
                  <c:v>6463900000</c:v>
                </c:pt>
                <c:pt idx="767">
                  <c:v>6463900000</c:v>
                </c:pt>
                <c:pt idx="768">
                  <c:v>6463900000</c:v>
                </c:pt>
                <c:pt idx="769">
                  <c:v>6463900000</c:v>
                </c:pt>
                <c:pt idx="770">
                  <c:v>6463900000</c:v>
                </c:pt>
                <c:pt idx="771">
                  <c:v>6463900000</c:v>
                </c:pt>
                <c:pt idx="772">
                  <c:v>6463900000</c:v>
                </c:pt>
                <c:pt idx="773">
                  <c:v>6463900000</c:v>
                </c:pt>
                <c:pt idx="774">
                  <c:v>6463900000</c:v>
                </c:pt>
                <c:pt idx="775">
                  <c:v>6463900000</c:v>
                </c:pt>
                <c:pt idx="776">
                  <c:v>6463900000</c:v>
                </c:pt>
                <c:pt idx="777">
                  <c:v>6463900000</c:v>
                </c:pt>
                <c:pt idx="778">
                  <c:v>6463900000</c:v>
                </c:pt>
                <c:pt idx="779">
                  <c:v>6463900000</c:v>
                </c:pt>
                <c:pt idx="780">
                  <c:v>6463900000</c:v>
                </c:pt>
                <c:pt idx="781">
                  <c:v>6463900000</c:v>
                </c:pt>
                <c:pt idx="782">
                  <c:v>6463900000</c:v>
                </c:pt>
                <c:pt idx="783">
                  <c:v>6463900000</c:v>
                </c:pt>
                <c:pt idx="784">
                  <c:v>6463900000</c:v>
                </c:pt>
                <c:pt idx="785">
                  <c:v>6463900000</c:v>
                </c:pt>
                <c:pt idx="786">
                  <c:v>6463900000</c:v>
                </c:pt>
                <c:pt idx="787">
                  <c:v>6463900000</c:v>
                </c:pt>
                <c:pt idx="788">
                  <c:v>6463900000</c:v>
                </c:pt>
                <c:pt idx="789">
                  <c:v>6463900000</c:v>
                </c:pt>
                <c:pt idx="790">
                  <c:v>6463900000</c:v>
                </c:pt>
                <c:pt idx="791">
                  <c:v>6463900000</c:v>
                </c:pt>
                <c:pt idx="792">
                  <c:v>6463900000</c:v>
                </c:pt>
                <c:pt idx="793">
                  <c:v>6463900000</c:v>
                </c:pt>
                <c:pt idx="794">
                  <c:v>6463900000</c:v>
                </c:pt>
                <c:pt idx="795">
                  <c:v>6463900000</c:v>
                </c:pt>
                <c:pt idx="796">
                  <c:v>6463900000</c:v>
                </c:pt>
                <c:pt idx="797">
                  <c:v>6463900000</c:v>
                </c:pt>
                <c:pt idx="798">
                  <c:v>6463900000</c:v>
                </c:pt>
                <c:pt idx="799">
                  <c:v>6463900000</c:v>
                </c:pt>
                <c:pt idx="800">
                  <c:v>6463900000</c:v>
                </c:pt>
                <c:pt idx="801">
                  <c:v>6463900000</c:v>
                </c:pt>
                <c:pt idx="802">
                  <c:v>6463900000</c:v>
                </c:pt>
                <c:pt idx="803">
                  <c:v>6463900000</c:v>
                </c:pt>
                <c:pt idx="804">
                  <c:v>6463900000</c:v>
                </c:pt>
                <c:pt idx="805">
                  <c:v>6463900000</c:v>
                </c:pt>
                <c:pt idx="806">
                  <c:v>6463900000</c:v>
                </c:pt>
                <c:pt idx="807">
                  <c:v>6463900000</c:v>
                </c:pt>
                <c:pt idx="808">
                  <c:v>6463900000</c:v>
                </c:pt>
                <c:pt idx="809">
                  <c:v>6463900000</c:v>
                </c:pt>
                <c:pt idx="810">
                  <c:v>6463900000</c:v>
                </c:pt>
                <c:pt idx="811">
                  <c:v>6463900000</c:v>
                </c:pt>
                <c:pt idx="812">
                  <c:v>6463900000</c:v>
                </c:pt>
                <c:pt idx="813">
                  <c:v>6463900000</c:v>
                </c:pt>
                <c:pt idx="814">
                  <c:v>6463900000</c:v>
                </c:pt>
                <c:pt idx="815">
                  <c:v>6463900000</c:v>
                </c:pt>
                <c:pt idx="816">
                  <c:v>6463900000</c:v>
                </c:pt>
                <c:pt idx="817">
                  <c:v>6463900000</c:v>
                </c:pt>
                <c:pt idx="818">
                  <c:v>6463900000</c:v>
                </c:pt>
                <c:pt idx="819">
                  <c:v>6463900000</c:v>
                </c:pt>
                <c:pt idx="820">
                  <c:v>6463900000</c:v>
                </c:pt>
                <c:pt idx="821">
                  <c:v>6463900000</c:v>
                </c:pt>
                <c:pt idx="822">
                  <c:v>6463900000</c:v>
                </c:pt>
                <c:pt idx="823">
                  <c:v>6463900000</c:v>
                </c:pt>
                <c:pt idx="824">
                  <c:v>6463900000</c:v>
                </c:pt>
                <c:pt idx="825">
                  <c:v>6463900000</c:v>
                </c:pt>
                <c:pt idx="826">
                  <c:v>6463900000</c:v>
                </c:pt>
                <c:pt idx="827">
                  <c:v>6463900000</c:v>
                </c:pt>
                <c:pt idx="828">
                  <c:v>6463900000</c:v>
                </c:pt>
                <c:pt idx="829">
                  <c:v>6463900000</c:v>
                </c:pt>
                <c:pt idx="830">
                  <c:v>6463900000</c:v>
                </c:pt>
                <c:pt idx="831">
                  <c:v>6463900000</c:v>
                </c:pt>
                <c:pt idx="832">
                  <c:v>6463900000</c:v>
                </c:pt>
                <c:pt idx="833">
                  <c:v>6463900000</c:v>
                </c:pt>
                <c:pt idx="834">
                  <c:v>6463900000</c:v>
                </c:pt>
                <c:pt idx="835">
                  <c:v>6463900000</c:v>
                </c:pt>
                <c:pt idx="836">
                  <c:v>6463900000</c:v>
                </c:pt>
                <c:pt idx="837">
                  <c:v>6463900000</c:v>
                </c:pt>
                <c:pt idx="838">
                  <c:v>6463900000</c:v>
                </c:pt>
                <c:pt idx="839">
                  <c:v>6463900000</c:v>
                </c:pt>
                <c:pt idx="840">
                  <c:v>6463900000</c:v>
                </c:pt>
                <c:pt idx="841">
                  <c:v>6463900000</c:v>
                </c:pt>
                <c:pt idx="842">
                  <c:v>6463900000</c:v>
                </c:pt>
                <c:pt idx="843">
                  <c:v>6463900000</c:v>
                </c:pt>
                <c:pt idx="844">
                  <c:v>6463900000</c:v>
                </c:pt>
                <c:pt idx="845">
                  <c:v>6463900000</c:v>
                </c:pt>
                <c:pt idx="846">
                  <c:v>6463900000</c:v>
                </c:pt>
                <c:pt idx="847">
                  <c:v>6463900000</c:v>
                </c:pt>
                <c:pt idx="848">
                  <c:v>6463900000</c:v>
                </c:pt>
                <c:pt idx="849">
                  <c:v>6463900000</c:v>
                </c:pt>
                <c:pt idx="850">
                  <c:v>6463900000</c:v>
                </c:pt>
                <c:pt idx="851">
                  <c:v>6463900000</c:v>
                </c:pt>
                <c:pt idx="852">
                  <c:v>6463900000</c:v>
                </c:pt>
                <c:pt idx="853">
                  <c:v>6463900000</c:v>
                </c:pt>
                <c:pt idx="854">
                  <c:v>6463900000</c:v>
                </c:pt>
                <c:pt idx="855">
                  <c:v>6463900000</c:v>
                </c:pt>
                <c:pt idx="856">
                  <c:v>6463900000</c:v>
                </c:pt>
                <c:pt idx="857">
                  <c:v>6463900000</c:v>
                </c:pt>
                <c:pt idx="858">
                  <c:v>6463900000</c:v>
                </c:pt>
                <c:pt idx="859">
                  <c:v>6463900000</c:v>
                </c:pt>
                <c:pt idx="860">
                  <c:v>6463900000</c:v>
                </c:pt>
                <c:pt idx="861">
                  <c:v>6463900000</c:v>
                </c:pt>
                <c:pt idx="862">
                  <c:v>6463900000</c:v>
                </c:pt>
                <c:pt idx="863">
                  <c:v>6463900000</c:v>
                </c:pt>
                <c:pt idx="864">
                  <c:v>6463900000</c:v>
                </c:pt>
                <c:pt idx="865">
                  <c:v>6463900000</c:v>
                </c:pt>
                <c:pt idx="866">
                  <c:v>6463900000</c:v>
                </c:pt>
                <c:pt idx="867">
                  <c:v>6463900000</c:v>
                </c:pt>
                <c:pt idx="868">
                  <c:v>6463900000</c:v>
                </c:pt>
                <c:pt idx="869">
                  <c:v>6459130000</c:v>
                </c:pt>
                <c:pt idx="870">
                  <c:v>6459130000</c:v>
                </c:pt>
                <c:pt idx="871">
                  <c:v>6459130000</c:v>
                </c:pt>
                <c:pt idx="872">
                  <c:v>6459130000</c:v>
                </c:pt>
                <c:pt idx="873">
                  <c:v>6459130000</c:v>
                </c:pt>
                <c:pt idx="874">
                  <c:v>6459130000</c:v>
                </c:pt>
                <c:pt idx="875">
                  <c:v>6459130000</c:v>
                </c:pt>
                <c:pt idx="876">
                  <c:v>6459130000</c:v>
                </c:pt>
                <c:pt idx="877">
                  <c:v>6459130000</c:v>
                </c:pt>
                <c:pt idx="878">
                  <c:v>6459130000</c:v>
                </c:pt>
                <c:pt idx="879">
                  <c:v>6459130000</c:v>
                </c:pt>
                <c:pt idx="880">
                  <c:v>6459130000</c:v>
                </c:pt>
                <c:pt idx="881">
                  <c:v>6459130000</c:v>
                </c:pt>
                <c:pt idx="882">
                  <c:v>6459130000</c:v>
                </c:pt>
                <c:pt idx="883">
                  <c:v>6459130000</c:v>
                </c:pt>
                <c:pt idx="884">
                  <c:v>6459130000</c:v>
                </c:pt>
                <c:pt idx="885">
                  <c:v>6459130000</c:v>
                </c:pt>
                <c:pt idx="886">
                  <c:v>6459130000</c:v>
                </c:pt>
                <c:pt idx="887">
                  <c:v>6459130000</c:v>
                </c:pt>
                <c:pt idx="888">
                  <c:v>6459130000</c:v>
                </c:pt>
                <c:pt idx="889">
                  <c:v>6459130000</c:v>
                </c:pt>
                <c:pt idx="890">
                  <c:v>6459130000</c:v>
                </c:pt>
                <c:pt idx="891">
                  <c:v>6459130000</c:v>
                </c:pt>
                <c:pt idx="892">
                  <c:v>6459130000</c:v>
                </c:pt>
                <c:pt idx="893">
                  <c:v>6459130000</c:v>
                </c:pt>
                <c:pt idx="894">
                  <c:v>6459130000</c:v>
                </c:pt>
                <c:pt idx="895">
                  <c:v>6459130000</c:v>
                </c:pt>
                <c:pt idx="896">
                  <c:v>6459130000</c:v>
                </c:pt>
                <c:pt idx="897">
                  <c:v>6459130000</c:v>
                </c:pt>
                <c:pt idx="898">
                  <c:v>6459130000</c:v>
                </c:pt>
                <c:pt idx="899">
                  <c:v>6459130000</c:v>
                </c:pt>
                <c:pt idx="900">
                  <c:v>6459130000</c:v>
                </c:pt>
                <c:pt idx="901">
                  <c:v>6459130000</c:v>
                </c:pt>
                <c:pt idx="902">
                  <c:v>6459130000</c:v>
                </c:pt>
                <c:pt idx="903">
                  <c:v>6459130000</c:v>
                </c:pt>
                <c:pt idx="904">
                  <c:v>6459130000</c:v>
                </c:pt>
                <c:pt idx="905">
                  <c:v>6459130000</c:v>
                </c:pt>
                <c:pt idx="906">
                  <c:v>6452890000</c:v>
                </c:pt>
                <c:pt idx="907">
                  <c:v>6452890000</c:v>
                </c:pt>
                <c:pt idx="908">
                  <c:v>6452890000</c:v>
                </c:pt>
                <c:pt idx="909">
                  <c:v>6452890000</c:v>
                </c:pt>
                <c:pt idx="910">
                  <c:v>6452890000</c:v>
                </c:pt>
                <c:pt idx="911">
                  <c:v>6452890000</c:v>
                </c:pt>
                <c:pt idx="912">
                  <c:v>6452890000</c:v>
                </c:pt>
                <c:pt idx="913">
                  <c:v>6452890000</c:v>
                </c:pt>
                <c:pt idx="914">
                  <c:v>6452890000</c:v>
                </c:pt>
                <c:pt idx="915">
                  <c:v>6452890000</c:v>
                </c:pt>
                <c:pt idx="916">
                  <c:v>6452890000</c:v>
                </c:pt>
                <c:pt idx="917">
                  <c:v>6452890000</c:v>
                </c:pt>
                <c:pt idx="918">
                  <c:v>6452890000</c:v>
                </c:pt>
                <c:pt idx="919">
                  <c:v>6452890000</c:v>
                </c:pt>
                <c:pt idx="920">
                  <c:v>6452890000</c:v>
                </c:pt>
                <c:pt idx="921">
                  <c:v>6452890000</c:v>
                </c:pt>
                <c:pt idx="922">
                  <c:v>6452890000</c:v>
                </c:pt>
                <c:pt idx="923">
                  <c:v>6452890000</c:v>
                </c:pt>
                <c:pt idx="924">
                  <c:v>6452890000</c:v>
                </c:pt>
                <c:pt idx="925">
                  <c:v>6452890000</c:v>
                </c:pt>
                <c:pt idx="926">
                  <c:v>6452890000</c:v>
                </c:pt>
                <c:pt idx="927">
                  <c:v>6452890000</c:v>
                </c:pt>
                <c:pt idx="928">
                  <c:v>6452890000</c:v>
                </c:pt>
                <c:pt idx="929">
                  <c:v>6452890000</c:v>
                </c:pt>
                <c:pt idx="930">
                  <c:v>6452890000</c:v>
                </c:pt>
                <c:pt idx="931">
                  <c:v>6452890000</c:v>
                </c:pt>
                <c:pt idx="932">
                  <c:v>6452890000</c:v>
                </c:pt>
                <c:pt idx="933">
                  <c:v>6452890000</c:v>
                </c:pt>
                <c:pt idx="934">
                  <c:v>6452890000</c:v>
                </c:pt>
                <c:pt idx="935">
                  <c:v>6452890000</c:v>
                </c:pt>
                <c:pt idx="936">
                  <c:v>6452890000</c:v>
                </c:pt>
                <c:pt idx="937">
                  <c:v>6452890000</c:v>
                </c:pt>
                <c:pt idx="938">
                  <c:v>6452890000</c:v>
                </c:pt>
                <c:pt idx="939">
                  <c:v>6452890000</c:v>
                </c:pt>
                <c:pt idx="940">
                  <c:v>6452890000</c:v>
                </c:pt>
                <c:pt idx="941">
                  <c:v>6452890000</c:v>
                </c:pt>
                <c:pt idx="942">
                  <c:v>6452890000</c:v>
                </c:pt>
                <c:pt idx="943">
                  <c:v>6452890000</c:v>
                </c:pt>
                <c:pt idx="944">
                  <c:v>6452890000</c:v>
                </c:pt>
                <c:pt idx="945">
                  <c:v>6452890000</c:v>
                </c:pt>
                <c:pt idx="946">
                  <c:v>6452890000</c:v>
                </c:pt>
                <c:pt idx="947">
                  <c:v>6452890000</c:v>
                </c:pt>
                <c:pt idx="948">
                  <c:v>6452890000</c:v>
                </c:pt>
                <c:pt idx="949">
                  <c:v>6452890000</c:v>
                </c:pt>
                <c:pt idx="950">
                  <c:v>6452890000</c:v>
                </c:pt>
                <c:pt idx="951">
                  <c:v>6452890000</c:v>
                </c:pt>
                <c:pt idx="952">
                  <c:v>6452890000</c:v>
                </c:pt>
                <c:pt idx="953">
                  <c:v>6452890000</c:v>
                </c:pt>
                <c:pt idx="954">
                  <c:v>6452890000</c:v>
                </c:pt>
                <c:pt idx="955">
                  <c:v>6452890000</c:v>
                </c:pt>
                <c:pt idx="956">
                  <c:v>6452890000</c:v>
                </c:pt>
                <c:pt idx="957">
                  <c:v>6452890000</c:v>
                </c:pt>
                <c:pt idx="958">
                  <c:v>6452890000</c:v>
                </c:pt>
                <c:pt idx="959">
                  <c:v>6452890000</c:v>
                </c:pt>
                <c:pt idx="960">
                  <c:v>6452890000</c:v>
                </c:pt>
                <c:pt idx="961">
                  <c:v>6452890000</c:v>
                </c:pt>
                <c:pt idx="962">
                  <c:v>6452890000</c:v>
                </c:pt>
                <c:pt idx="963">
                  <c:v>6452890000</c:v>
                </c:pt>
                <c:pt idx="964">
                  <c:v>6452890000</c:v>
                </c:pt>
                <c:pt idx="965">
                  <c:v>6452890000</c:v>
                </c:pt>
                <c:pt idx="966">
                  <c:v>6452890000</c:v>
                </c:pt>
                <c:pt idx="967">
                  <c:v>6452890000</c:v>
                </c:pt>
                <c:pt idx="968">
                  <c:v>6452890000</c:v>
                </c:pt>
                <c:pt idx="969">
                  <c:v>6452890000</c:v>
                </c:pt>
                <c:pt idx="970">
                  <c:v>6452890000</c:v>
                </c:pt>
                <c:pt idx="971">
                  <c:v>6452890000</c:v>
                </c:pt>
                <c:pt idx="972">
                  <c:v>6452890000</c:v>
                </c:pt>
                <c:pt idx="973">
                  <c:v>6452890000</c:v>
                </c:pt>
                <c:pt idx="974">
                  <c:v>6452890000</c:v>
                </c:pt>
                <c:pt idx="975">
                  <c:v>6452890000</c:v>
                </c:pt>
                <c:pt idx="976">
                  <c:v>6452890000</c:v>
                </c:pt>
                <c:pt idx="977">
                  <c:v>6452890000</c:v>
                </c:pt>
                <c:pt idx="978">
                  <c:v>6452890000</c:v>
                </c:pt>
                <c:pt idx="979">
                  <c:v>6452890000</c:v>
                </c:pt>
                <c:pt idx="980">
                  <c:v>6452890000</c:v>
                </c:pt>
                <c:pt idx="981">
                  <c:v>6452890000</c:v>
                </c:pt>
                <c:pt idx="982">
                  <c:v>6452890000</c:v>
                </c:pt>
                <c:pt idx="983">
                  <c:v>6452890000</c:v>
                </c:pt>
                <c:pt idx="984">
                  <c:v>6452890000</c:v>
                </c:pt>
                <c:pt idx="985">
                  <c:v>6452890000</c:v>
                </c:pt>
                <c:pt idx="986">
                  <c:v>6452890000</c:v>
                </c:pt>
                <c:pt idx="987">
                  <c:v>6452890000</c:v>
                </c:pt>
                <c:pt idx="988">
                  <c:v>6452890000</c:v>
                </c:pt>
                <c:pt idx="989">
                  <c:v>6452890000</c:v>
                </c:pt>
                <c:pt idx="990">
                  <c:v>6452890000</c:v>
                </c:pt>
                <c:pt idx="991">
                  <c:v>6452890000</c:v>
                </c:pt>
                <c:pt idx="992">
                  <c:v>6452890000</c:v>
                </c:pt>
                <c:pt idx="993">
                  <c:v>6452890000</c:v>
                </c:pt>
                <c:pt idx="994">
                  <c:v>6452890000</c:v>
                </c:pt>
                <c:pt idx="995">
                  <c:v>6452890000</c:v>
                </c:pt>
                <c:pt idx="996">
                  <c:v>6452890000</c:v>
                </c:pt>
                <c:pt idx="997">
                  <c:v>6452890000</c:v>
                </c:pt>
                <c:pt idx="998">
                  <c:v>6452890000</c:v>
                </c:pt>
                <c:pt idx="999">
                  <c:v>6452890000</c:v>
                </c:pt>
                <c:pt idx="1000">
                  <c:v>6452890000</c:v>
                </c:pt>
                <c:pt idx="1001">
                  <c:v>6452890000</c:v>
                </c:pt>
                <c:pt idx="1002">
                  <c:v>6452890000</c:v>
                </c:pt>
                <c:pt idx="1003">
                  <c:v>6452890000</c:v>
                </c:pt>
                <c:pt idx="1004">
                  <c:v>6452890000</c:v>
                </c:pt>
                <c:pt idx="1005">
                  <c:v>6452890000</c:v>
                </c:pt>
                <c:pt idx="1006">
                  <c:v>6452890000</c:v>
                </c:pt>
                <c:pt idx="1007">
                  <c:v>6452890000</c:v>
                </c:pt>
                <c:pt idx="1008">
                  <c:v>6452890000</c:v>
                </c:pt>
                <c:pt idx="1009">
                  <c:v>6452890000</c:v>
                </c:pt>
                <c:pt idx="1010">
                  <c:v>6452890000</c:v>
                </c:pt>
                <c:pt idx="1011">
                  <c:v>6452890000</c:v>
                </c:pt>
                <c:pt idx="1012">
                  <c:v>6452890000</c:v>
                </c:pt>
                <c:pt idx="1013">
                  <c:v>6452890000</c:v>
                </c:pt>
                <c:pt idx="1014">
                  <c:v>6452890000</c:v>
                </c:pt>
                <c:pt idx="1015">
                  <c:v>6452890000</c:v>
                </c:pt>
                <c:pt idx="1016">
                  <c:v>6452890000</c:v>
                </c:pt>
                <c:pt idx="1017">
                  <c:v>6452890000</c:v>
                </c:pt>
                <c:pt idx="1018">
                  <c:v>6452890000</c:v>
                </c:pt>
                <c:pt idx="1019">
                  <c:v>6452890000</c:v>
                </c:pt>
                <c:pt idx="1020">
                  <c:v>6452890000</c:v>
                </c:pt>
                <c:pt idx="1021">
                  <c:v>6452890000</c:v>
                </c:pt>
                <c:pt idx="1022">
                  <c:v>6452890000</c:v>
                </c:pt>
                <c:pt idx="1023">
                  <c:v>6452890000</c:v>
                </c:pt>
                <c:pt idx="1024">
                  <c:v>6452890000</c:v>
                </c:pt>
                <c:pt idx="1025">
                  <c:v>6452890000</c:v>
                </c:pt>
                <c:pt idx="1026">
                  <c:v>6452890000</c:v>
                </c:pt>
                <c:pt idx="1027">
                  <c:v>6452890000</c:v>
                </c:pt>
                <c:pt idx="1028">
                  <c:v>6452890000</c:v>
                </c:pt>
                <c:pt idx="1029">
                  <c:v>6452890000</c:v>
                </c:pt>
                <c:pt idx="1030">
                  <c:v>6452890000</c:v>
                </c:pt>
                <c:pt idx="1031">
                  <c:v>6452890000</c:v>
                </c:pt>
                <c:pt idx="1032">
                  <c:v>6452890000</c:v>
                </c:pt>
                <c:pt idx="1033">
                  <c:v>6452890000</c:v>
                </c:pt>
                <c:pt idx="1034">
                  <c:v>6452890000</c:v>
                </c:pt>
                <c:pt idx="1035">
                  <c:v>6452890000</c:v>
                </c:pt>
                <c:pt idx="1036">
                  <c:v>6452890000</c:v>
                </c:pt>
                <c:pt idx="1037">
                  <c:v>6452890000</c:v>
                </c:pt>
                <c:pt idx="1038">
                  <c:v>6452890000</c:v>
                </c:pt>
                <c:pt idx="1039">
                  <c:v>6452890000</c:v>
                </c:pt>
                <c:pt idx="1040">
                  <c:v>6452890000</c:v>
                </c:pt>
                <c:pt idx="1041">
                  <c:v>6452890000</c:v>
                </c:pt>
                <c:pt idx="1042">
                  <c:v>6452890000</c:v>
                </c:pt>
                <c:pt idx="1043">
                  <c:v>6452890000</c:v>
                </c:pt>
                <c:pt idx="1044">
                  <c:v>6452890000</c:v>
                </c:pt>
                <c:pt idx="1045">
                  <c:v>6452890000</c:v>
                </c:pt>
                <c:pt idx="1046">
                  <c:v>6452890000</c:v>
                </c:pt>
                <c:pt idx="1047">
                  <c:v>6452890000</c:v>
                </c:pt>
                <c:pt idx="1048">
                  <c:v>6452890000</c:v>
                </c:pt>
                <c:pt idx="1049">
                  <c:v>6452890000</c:v>
                </c:pt>
                <c:pt idx="1050">
                  <c:v>6452890000</c:v>
                </c:pt>
                <c:pt idx="1051">
                  <c:v>6452890000</c:v>
                </c:pt>
                <c:pt idx="1052">
                  <c:v>6452890000</c:v>
                </c:pt>
                <c:pt idx="1053">
                  <c:v>6452890000</c:v>
                </c:pt>
                <c:pt idx="1054">
                  <c:v>6452890000</c:v>
                </c:pt>
                <c:pt idx="1055">
                  <c:v>6452890000</c:v>
                </c:pt>
                <c:pt idx="1056">
                  <c:v>6452890000</c:v>
                </c:pt>
                <c:pt idx="1057">
                  <c:v>6452890000</c:v>
                </c:pt>
                <c:pt idx="1058">
                  <c:v>6452890000</c:v>
                </c:pt>
                <c:pt idx="1059">
                  <c:v>6452890000</c:v>
                </c:pt>
                <c:pt idx="1060">
                  <c:v>6452890000</c:v>
                </c:pt>
                <c:pt idx="1061">
                  <c:v>6452890000</c:v>
                </c:pt>
                <c:pt idx="1062">
                  <c:v>6452890000</c:v>
                </c:pt>
                <c:pt idx="1063">
                  <c:v>6452890000</c:v>
                </c:pt>
                <c:pt idx="1064">
                  <c:v>6452890000</c:v>
                </c:pt>
                <c:pt idx="1065">
                  <c:v>6452890000</c:v>
                </c:pt>
                <c:pt idx="1066">
                  <c:v>6452890000</c:v>
                </c:pt>
                <c:pt idx="1067">
                  <c:v>6452890000</c:v>
                </c:pt>
                <c:pt idx="1068">
                  <c:v>6452890000</c:v>
                </c:pt>
                <c:pt idx="1069">
                  <c:v>6452890000</c:v>
                </c:pt>
                <c:pt idx="1070">
                  <c:v>6452890000</c:v>
                </c:pt>
                <c:pt idx="1071">
                  <c:v>6452890000</c:v>
                </c:pt>
                <c:pt idx="1072">
                  <c:v>6452890000</c:v>
                </c:pt>
                <c:pt idx="1073">
                  <c:v>6452890000</c:v>
                </c:pt>
                <c:pt idx="1074">
                  <c:v>6452890000</c:v>
                </c:pt>
                <c:pt idx="1075">
                  <c:v>6452890000</c:v>
                </c:pt>
                <c:pt idx="1076">
                  <c:v>6452890000</c:v>
                </c:pt>
                <c:pt idx="1077">
                  <c:v>6452890000</c:v>
                </c:pt>
                <c:pt idx="1078">
                  <c:v>6452890000</c:v>
                </c:pt>
                <c:pt idx="1079">
                  <c:v>6452890000</c:v>
                </c:pt>
                <c:pt idx="1080">
                  <c:v>6452890000</c:v>
                </c:pt>
                <c:pt idx="1081">
                  <c:v>6452890000</c:v>
                </c:pt>
                <c:pt idx="1082">
                  <c:v>6452890000</c:v>
                </c:pt>
                <c:pt idx="1083">
                  <c:v>6452890000</c:v>
                </c:pt>
                <c:pt idx="1084">
                  <c:v>6452890000</c:v>
                </c:pt>
                <c:pt idx="1085">
                  <c:v>6452890000</c:v>
                </c:pt>
                <c:pt idx="1086">
                  <c:v>6452890000</c:v>
                </c:pt>
                <c:pt idx="1087">
                  <c:v>6452890000</c:v>
                </c:pt>
                <c:pt idx="1088">
                  <c:v>6452890000</c:v>
                </c:pt>
                <c:pt idx="1089">
                  <c:v>6452890000</c:v>
                </c:pt>
                <c:pt idx="1090">
                  <c:v>6452890000</c:v>
                </c:pt>
                <c:pt idx="1091">
                  <c:v>6452890000</c:v>
                </c:pt>
                <c:pt idx="1092">
                  <c:v>6452890000</c:v>
                </c:pt>
                <c:pt idx="1093">
                  <c:v>6452890000</c:v>
                </c:pt>
                <c:pt idx="1094">
                  <c:v>6452890000</c:v>
                </c:pt>
                <c:pt idx="1095">
                  <c:v>6452890000</c:v>
                </c:pt>
                <c:pt idx="1096">
                  <c:v>6452890000</c:v>
                </c:pt>
                <c:pt idx="1097">
                  <c:v>6452890000</c:v>
                </c:pt>
                <c:pt idx="1098">
                  <c:v>6452890000</c:v>
                </c:pt>
                <c:pt idx="1099">
                  <c:v>6452890000</c:v>
                </c:pt>
                <c:pt idx="1100">
                  <c:v>6452890000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33-4122-94A6-B620CBEC3733}"/>
            </c:ext>
          </c:extLst>
        </c:ser>
        <c:ser>
          <c:idx val="1"/>
          <c:order val="1"/>
          <c:tx>
            <c:strRef>
              <c:f>Sheet9!$C$1</c:f>
              <c:strCache>
                <c:ptCount val="1"/>
                <c:pt idx="0">
                  <c:v>beta = 0.5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Sheet9!$A$2:$A$1102</c:f>
              <c:numCache>
                <c:formatCode>General</c:formatCode>
                <c:ptCount val="1101"/>
                <c:pt idx="0">
                  <c:v>-10</c:v>
                </c:pt>
                <c:pt idx="1">
                  <c:v>-9.9</c:v>
                </c:pt>
                <c:pt idx="2">
                  <c:v>-9.8000000000000007</c:v>
                </c:pt>
                <c:pt idx="3">
                  <c:v>-9.6999999999999993</c:v>
                </c:pt>
                <c:pt idx="4">
                  <c:v>-9.6</c:v>
                </c:pt>
                <c:pt idx="5">
                  <c:v>-9.5</c:v>
                </c:pt>
                <c:pt idx="6">
                  <c:v>-9.4</c:v>
                </c:pt>
                <c:pt idx="7">
                  <c:v>-9.3000000000000007</c:v>
                </c:pt>
                <c:pt idx="8">
                  <c:v>-9.1999999999999993</c:v>
                </c:pt>
                <c:pt idx="9">
                  <c:v>-9.1</c:v>
                </c:pt>
                <c:pt idx="10">
                  <c:v>-9</c:v>
                </c:pt>
                <c:pt idx="11">
                  <c:v>-8.9</c:v>
                </c:pt>
                <c:pt idx="12">
                  <c:v>-8.8000000000000007</c:v>
                </c:pt>
                <c:pt idx="13">
                  <c:v>-8.6999999999999993</c:v>
                </c:pt>
                <c:pt idx="14">
                  <c:v>-8.6</c:v>
                </c:pt>
                <c:pt idx="15">
                  <c:v>-8.5</c:v>
                </c:pt>
                <c:pt idx="16">
                  <c:v>-8.4</c:v>
                </c:pt>
                <c:pt idx="17">
                  <c:v>-8.3000000000000007</c:v>
                </c:pt>
                <c:pt idx="18">
                  <c:v>-8.1999999999999993</c:v>
                </c:pt>
                <c:pt idx="19">
                  <c:v>-8.1</c:v>
                </c:pt>
                <c:pt idx="20">
                  <c:v>-8</c:v>
                </c:pt>
                <c:pt idx="21">
                  <c:v>-7.9</c:v>
                </c:pt>
                <c:pt idx="22">
                  <c:v>-7.8</c:v>
                </c:pt>
                <c:pt idx="23">
                  <c:v>-7.7</c:v>
                </c:pt>
                <c:pt idx="24">
                  <c:v>-7.6</c:v>
                </c:pt>
                <c:pt idx="25">
                  <c:v>-7.5</c:v>
                </c:pt>
                <c:pt idx="26">
                  <c:v>-7.4</c:v>
                </c:pt>
                <c:pt idx="27">
                  <c:v>-7.3</c:v>
                </c:pt>
                <c:pt idx="28">
                  <c:v>-7.2</c:v>
                </c:pt>
                <c:pt idx="29">
                  <c:v>-7.1</c:v>
                </c:pt>
                <c:pt idx="30">
                  <c:v>-7</c:v>
                </c:pt>
                <c:pt idx="31">
                  <c:v>-6.9</c:v>
                </c:pt>
                <c:pt idx="32">
                  <c:v>-6.8</c:v>
                </c:pt>
                <c:pt idx="33">
                  <c:v>-6.7</c:v>
                </c:pt>
                <c:pt idx="34">
                  <c:v>-6.6</c:v>
                </c:pt>
                <c:pt idx="35">
                  <c:v>-6.5</c:v>
                </c:pt>
                <c:pt idx="36">
                  <c:v>-6.4</c:v>
                </c:pt>
                <c:pt idx="37">
                  <c:v>-6.3</c:v>
                </c:pt>
                <c:pt idx="38">
                  <c:v>-6.2</c:v>
                </c:pt>
                <c:pt idx="39">
                  <c:v>-6.1</c:v>
                </c:pt>
                <c:pt idx="40">
                  <c:v>-6</c:v>
                </c:pt>
                <c:pt idx="41">
                  <c:v>-5.9</c:v>
                </c:pt>
                <c:pt idx="42">
                  <c:v>-5.8</c:v>
                </c:pt>
                <c:pt idx="43">
                  <c:v>-5.7</c:v>
                </c:pt>
                <c:pt idx="44">
                  <c:v>-5.6</c:v>
                </c:pt>
                <c:pt idx="45">
                  <c:v>-5.5</c:v>
                </c:pt>
                <c:pt idx="46">
                  <c:v>-5.4</c:v>
                </c:pt>
                <c:pt idx="47">
                  <c:v>-5.3</c:v>
                </c:pt>
                <c:pt idx="48">
                  <c:v>-5.2</c:v>
                </c:pt>
                <c:pt idx="49">
                  <c:v>-5.0999999999999996</c:v>
                </c:pt>
                <c:pt idx="50">
                  <c:v>-5</c:v>
                </c:pt>
                <c:pt idx="51">
                  <c:v>-4.9000000000000004</c:v>
                </c:pt>
                <c:pt idx="52">
                  <c:v>-4.8</c:v>
                </c:pt>
                <c:pt idx="53">
                  <c:v>-4.7</c:v>
                </c:pt>
                <c:pt idx="54">
                  <c:v>-4.5999999999999996</c:v>
                </c:pt>
                <c:pt idx="55">
                  <c:v>-4.5</c:v>
                </c:pt>
                <c:pt idx="56">
                  <c:v>-4.4000000000000004</c:v>
                </c:pt>
                <c:pt idx="57">
                  <c:v>-4.3</c:v>
                </c:pt>
                <c:pt idx="58">
                  <c:v>-4.2</c:v>
                </c:pt>
                <c:pt idx="59">
                  <c:v>-4.0999999999999996</c:v>
                </c:pt>
                <c:pt idx="60">
                  <c:v>-4</c:v>
                </c:pt>
                <c:pt idx="61">
                  <c:v>-3.9</c:v>
                </c:pt>
                <c:pt idx="62">
                  <c:v>-3.8</c:v>
                </c:pt>
                <c:pt idx="63">
                  <c:v>-3.7</c:v>
                </c:pt>
                <c:pt idx="64">
                  <c:v>-3.6</c:v>
                </c:pt>
                <c:pt idx="65">
                  <c:v>-3.5</c:v>
                </c:pt>
                <c:pt idx="66">
                  <c:v>-3.4</c:v>
                </c:pt>
                <c:pt idx="67">
                  <c:v>-3.3</c:v>
                </c:pt>
                <c:pt idx="68">
                  <c:v>-3.2</c:v>
                </c:pt>
                <c:pt idx="69">
                  <c:v>-3.1</c:v>
                </c:pt>
                <c:pt idx="70">
                  <c:v>-3</c:v>
                </c:pt>
                <c:pt idx="71">
                  <c:v>-2.9</c:v>
                </c:pt>
                <c:pt idx="72">
                  <c:v>-2.8</c:v>
                </c:pt>
                <c:pt idx="73">
                  <c:v>-2.7</c:v>
                </c:pt>
                <c:pt idx="74">
                  <c:v>-2.6</c:v>
                </c:pt>
                <c:pt idx="75">
                  <c:v>-2.5</c:v>
                </c:pt>
                <c:pt idx="76">
                  <c:v>-2.4</c:v>
                </c:pt>
                <c:pt idx="77">
                  <c:v>-2.2999999999999998</c:v>
                </c:pt>
                <c:pt idx="78">
                  <c:v>-2.2000000000000002</c:v>
                </c:pt>
                <c:pt idx="79">
                  <c:v>-2.1</c:v>
                </c:pt>
                <c:pt idx="80">
                  <c:v>-2</c:v>
                </c:pt>
                <c:pt idx="81">
                  <c:v>-1.9</c:v>
                </c:pt>
                <c:pt idx="82">
                  <c:v>-1.8</c:v>
                </c:pt>
                <c:pt idx="83">
                  <c:v>-1.7</c:v>
                </c:pt>
                <c:pt idx="84">
                  <c:v>-1.6</c:v>
                </c:pt>
                <c:pt idx="85">
                  <c:v>-1.5</c:v>
                </c:pt>
                <c:pt idx="86">
                  <c:v>-1.4</c:v>
                </c:pt>
                <c:pt idx="87">
                  <c:v>-1.3</c:v>
                </c:pt>
                <c:pt idx="88">
                  <c:v>-1.2</c:v>
                </c:pt>
                <c:pt idx="89">
                  <c:v>-1.1000000000000001</c:v>
                </c:pt>
                <c:pt idx="90">
                  <c:v>-1</c:v>
                </c:pt>
                <c:pt idx="91">
                  <c:v>-0.9</c:v>
                </c:pt>
                <c:pt idx="92">
                  <c:v>-0.8</c:v>
                </c:pt>
                <c:pt idx="93">
                  <c:v>-0.7</c:v>
                </c:pt>
                <c:pt idx="94">
                  <c:v>-0.6</c:v>
                </c:pt>
                <c:pt idx="95">
                  <c:v>-0.5</c:v>
                </c:pt>
                <c:pt idx="96">
                  <c:v>-0.4</c:v>
                </c:pt>
                <c:pt idx="97">
                  <c:v>-0.3</c:v>
                </c:pt>
                <c:pt idx="98">
                  <c:v>-0.2</c:v>
                </c:pt>
                <c:pt idx="99">
                  <c:v>-0.1</c:v>
                </c:pt>
                <c:pt idx="100" formatCode="0.00E+00">
                  <c:v>-1.87905E-14</c:v>
                </c:pt>
                <c:pt idx="101">
                  <c:v>0.1</c:v>
                </c:pt>
                <c:pt idx="102">
                  <c:v>0.2</c:v>
                </c:pt>
                <c:pt idx="103">
                  <c:v>0.3</c:v>
                </c:pt>
                <c:pt idx="104">
                  <c:v>0.4</c:v>
                </c:pt>
                <c:pt idx="105">
                  <c:v>0.5</c:v>
                </c:pt>
                <c:pt idx="106">
                  <c:v>0.6</c:v>
                </c:pt>
                <c:pt idx="107">
                  <c:v>0.7</c:v>
                </c:pt>
                <c:pt idx="108">
                  <c:v>0.8</c:v>
                </c:pt>
                <c:pt idx="109">
                  <c:v>0.9</c:v>
                </c:pt>
                <c:pt idx="110">
                  <c:v>1</c:v>
                </c:pt>
                <c:pt idx="111">
                  <c:v>1.1000000000000001</c:v>
                </c:pt>
                <c:pt idx="112">
                  <c:v>1.2</c:v>
                </c:pt>
                <c:pt idx="113">
                  <c:v>1.3</c:v>
                </c:pt>
                <c:pt idx="114">
                  <c:v>1.4</c:v>
                </c:pt>
                <c:pt idx="115">
                  <c:v>1.5</c:v>
                </c:pt>
                <c:pt idx="116">
                  <c:v>1.6</c:v>
                </c:pt>
                <c:pt idx="117">
                  <c:v>1.7</c:v>
                </c:pt>
                <c:pt idx="118">
                  <c:v>1.8</c:v>
                </c:pt>
                <c:pt idx="119">
                  <c:v>1.9</c:v>
                </c:pt>
                <c:pt idx="120">
                  <c:v>2</c:v>
                </c:pt>
                <c:pt idx="121">
                  <c:v>2.1</c:v>
                </c:pt>
                <c:pt idx="122">
                  <c:v>2.2000000000000002</c:v>
                </c:pt>
                <c:pt idx="123">
                  <c:v>2.2999999999999998</c:v>
                </c:pt>
                <c:pt idx="124">
                  <c:v>2.4</c:v>
                </c:pt>
                <c:pt idx="125">
                  <c:v>2.5</c:v>
                </c:pt>
                <c:pt idx="126">
                  <c:v>2.6</c:v>
                </c:pt>
                <c:pt idx="127">
                  <c:v>2.7</c:v>
                </c:pt>
                <c:pt idx="128">
                  <c:v>2.8</c:v>
                </c:pt>
                <c:pt idx="129">
                  <c:v>2.9</c:v>
                </c:pt>
                <c:pt idx="130">
                  <c:v>3</c:v>
                </c:pt>
                <c:pt idx="131">
                  <c:v>3.1</c:v>
                </c:pt>
                <c:pt idx="132">
                  <c:v>3.2</c:v>
                </c:pt>
                <c:pt idx="133">
                  <c:v>3.3</c:v>
                </c:pt>
                <c:pt idx="134">
                  <c:v>3.4</c:v>
                </c:pt>
                <c:pt idx="135">
                  <c:v>3.5</c:v>
                </c:pt>
                <c:pt idx="136">
                  <c:v>3.6</c:v>
                </c:pt>
                <c:pt idx="137">
                  <c:v>3.7</c:v>
                </c:pt>
                <c:pt idx="138">
                  <c:v>3.8</c:v>
                </c:pt>
                <c:pt idx="139">
                  <c:v>3.9</c:v>
                </c:pt>
                <c:pt idx="140">
                  <c:v>4</c:v>
                </c:pt>
                <c:pt idx="141">
                  <c:v>4.0999999999999996</c:v>
                </c:pt>
                <c:pt idx="142">
                  <c:v>4.2</c:v>
                </c:pt>
                <c:pt idx="143">
                  <c:v>4.3</c:v>
                </c:pt>
                <c:pt idx="144">
                  <c:v>4.4000000000000004</c:v>
                </c:pt>
                <c:pt idx="145">
                  <c:v>4.5</c:v>
                </c:pt>
                <c:pt idx="146">
                  <c:v>4.5999999999999996</c:v>
                </c:pt>
                <c:pt idx="147">
                  <c:v>4.7</c:v>
                </c:pt>
                <c:pt idx="148">
                  <c:v>4.8</c:v>
                </c:pt>
                <c:pt idx="149">
                  <c:v>4.9000000000000004</c:v>
                </c:pt>
                <c:pt idx="150">
                  <c:v>5</c:v>
                </c:pt>
                <c:pt idx="151">
                  <c:v>5.0999999999999996</c:v>
                </c:pt>
                <c:pt idx="152">
                  <c:v>5.2</c:v>
                </c:pt>
                <c:pt idx="153">
                  <c:v>5.3</c:v>
                </c:pt>
                <c:pt idx="154">
                  <c:v>5.4</c:v>
                </c:pt>
                <c:pt idx="155">
                  <c:v>5.5</c:v>
                </c:pt>
                <c:pt idx="156">
                  <c:v>5.6</c:v>
                </c:pt>
                <c:pt idx="157">
                  <c:v>5.7</c:v>
                </c:pt>
                <c:pt idx="158">
                  <c:v>5.8</c:v>
                </c:pt>
                <c:pt idx="159">
                  <c:v>5.9</c:v>
                </c:pt>
                <c:pt idx="160">
                  <c:v>6</c:v>
                </c:pt>
                <c:pt idx="161">
                  <c:v>6.1</c:v>
                </c:pt>
                <c:pt idx="162">
                  <c:v>6.2</c:v>
                </c:pt>
                <c:pt idx="163">
                  <c:v>6.3</c:v>
                </c:pt>
                <c:pt idx="164">
                  <c:v>6.4</c:v>
                </c:pt>
                <c:pt idx="165">
                  <c:v>6.5</c:v>
                </c:pt>
                <c:pt idx="166">
                  <c:v>6.6</c:v>
                </c:pt>
                <c:pt idx="167">
                  <c:v>6.7</c:v>
                </c:pt>
                <c:pt idx="168">
                  <c:v>6.8</c:v>
                </c:pt>
                <c:pt idx="169">
                  <c:v>6.9</c:v>
                </c:pt>
                <c:pt idx="170">
                  <c:v>7</c:v>
                </c:pt>
                <c:pt idx="171">
                  <c:v>7.1</c:v>
                </c:pt>
                <c:pt idx="172">
                  <c:v>7.2</c:v>
                </c:pt>
                <c:pt idx="173">
                  <c:v>7.3</c:v>
                </c:pt>
                <c:pt idx="174">
                  <c:v>7.4</c:v>
                </c:pt>
                <c:pt idx="175">
                  <c:v>7.5</c:v>
                </c:pt>
                <c:pt idx="176">
                  <c:v>7.6</c:v>
                </c:pt>
                <c:pt idx="177">
                  <c:v>7.7</c:v>
                </c:pt>
                <c:pt idx="178">
                  <c:v>7.8</c:v>
                </c:pt>
                <c:pt idx="179">
                  <c:v>7.9</c:v>
                </c:pt>
                <c:pt idx="180">
                  <c:v>8</c:v>
                </c:pt>
                <c:pt idx="181">
                  <c:v>8.1</c:v>
                </c:pt>
                <c:pt idx="182">
                  <c:v>8.1999999999999993</c:v>
                </c:pt>
                <c:pt idx="183">
                  <c:v>8.3000000000000007</c:v>
                </c:pt>
                <c:pt idx="184">
                  <c:v>8.4</c:v>
                </c:pt>
                <c:pt idx="185">
                  <c:v>8.5</c:v>
                </c:pt>
                <c:pt idx="186">
                  <c:v>8.6</c:v>
                </c:pt>
                <c:pt idx="187">
                  <c:v>8.6999999999999993</c:v>
                </c:pt>
                <c:pt idx="188">
                  <c:v>8.8000000000000007</c:v>
                </c:pt>
                <c:pt idx="189">
                  <c:v>8.9</c:v>
                </c:pt>
                <c:pt idx="190">
                  <c:v>9</c:v>
                </c:pt>
                <c:pt idx="191">
                  <c:v>9.1</c:v>
                </c:pt>
                <c:pt idx="192">
                  <c:v>9.1999999999999993</c:v>
                </c:pt>
                <c:pt idx="193">
                  <c:v>9.3000000000000007</c:v>
                </c:pt>
                <c:pt idx="194">
                  <c:v>9.4</c:v>
                </c:pt>
                <c:pt idx="195">
                  <c:v>9.5</c:v>
                </c:pt>
                <c:pt idx="196">
                  <c:v>9.6</c:v>
                </c:pt>
                <c:pt idx="197">
                  <c:v>9.6999999999999993</c:v>
                </c:pt>
                <c:pt idx="198">
                  <c:v>9.8000000000000007</c:v>
                </c:pt>
                <c:pt idx="199">
                  <c:v>9.9</c:v>
                </c:pt>
                <c:pt idx="200">
                  <c:v>10</c:v>
                </c:pt>
                <c:pt idx="201">
                  <c:v>10.1</c:v>
                </c:pt>
                <c:pt idx="202">
                  <c:v>10.199999999999999</c:v>
                </c:pt>
                <c:pt idx="203">
                  <c:v>10.3</c:v>
                </c:pt>
                <c:pt idx="204">
                  <c:v>10.4</c:v>
                </c:pt>
                <c:pt idx="205">
                  <c:v>10.5</c:v>
                </c:pt>
                <c:pt idx="206">
                  <c:v>10.6</c:v>
                </c:pt>
                <c:pt idx="207">
                  <c:v>10.7</c:v>
                </c:pt>
                <c:pt idx="208">
                  <c:v>10.8</c:v>
                </c:pt>
                <c:pt idx="209">
                  <c:v>10.9</c:v>
                </c:pt>
                <c:pt idx="210">
                  <c:v>11</c:v>
                </c:pt>
                <c:pt idx="211">
                  <c:v>11.1</c:v>
                </c:pt>
                <c:pt idx="212">
                  <c:v>11.2</c:v>
                </c:pt>
                <c:pt idx="213">
                  <c:v>11.3</c:v>
                </c:pt>
                <c:pt idx="214">
                  <c:v>11.4</c:v>
                </c:pt>
                <c:pt idx="215">
                  <c:v>11.5</c:v>
                </c:pt>
                <c:pt idx="216">
                  <c:v>11.6</c:v>
                </c:pt>
                <c:pt idx="217">
                  <c:v>11.7</c:v>
                </c:pt>
                <c:pt idx="218">
                  <c:v>11.8</c:v>
                </c:pt>
                <c:pt idx="219">
                  <c:v>11.9</c:v>
                </c:pt>
                <c:pt idx="220">
                  <c:v>12</c:v>
                </c:pt>
                <c:pt idx="221">
                  <c:v>12.1</c:v>
                </c:pt>
                <c:pt idx="222">
                  <c:v>12.2</c:v>
                </c:pt>
                <c:pt idx="223">
                  <c:v>12.3</c:v>
                </c:pt>
                <c:pt idx="224">
                  <c:v>12.4</c:v>
                </c:pt>
                <c:pt idx="225">
                  <c:v>12.5</c:v>
                </c:pt>
                <c:pt idx="226">
                  <c:v>12.6</c:v>
                </c:pt>
                <c:pt idx="227">
                  <c:v>12.7</c:v>
                </c:pt>
                <c:pt idx="228">
                  <c:v>12.8</c:v>
                </c:pt>
                <c:pt idx="229">
                  <c:v>12.9</c:v>
                </c:pt>
                <c:pt idx="230">
                  <c:v>13</c:v>
                </c:pt>
                <c:pt idx="231">
                  <c:v>13.1</c:v>
                </c:pt>
                <c:pt idx="232">
                  <c:v>13.2</c:v>
                </c:pt>
                <c:pt idx="233">
                  <c:v>13.3</c:v>
                </c:pt>
                <c:pt idx="234">
                  <c:v>13.4</c:v>
                </c:pt>
                <c:pt idx="235">
                  <c:v>13.5</c:v>
                </c:pt>
                <c:pt idx="236">
                  <c:v>13.6</c:v>
                </c:pt>
                <c:pt idx="237">
                  <c:v>13.7</c:v>
                </c:pt>
                <c:pt idx="238">
                  <c:v>13.8</c:v>
                </c:pt>
                <c:pt idx="239">
                  <c:v>13.9</c:v>
                </c:pt>
                <c:pt idx="240">
                  <c:v>14</c:v>
                </c:pt>
                <c:pt idx="241">
                  <c:v>14.1</c:v>
                </c:pt>
                <c:pt idx="242">
                  <c:v>14.2</c:v>
                </c:pt>
                <c:pt idx="243">
                  <c:v>14.3</c:v>
                </c:pt>
                <c:pt idx="244">
                  <c:v>14.4</c:v>
                </c:pt>
                <c:pt idx="245">
                  <c:v>14.5</c:v>
                </c:pt>
                <c:pt idx="246">
                  <c:v>14.6</c:v>
                </c:pt>
                <c:pt idx="247">
                  <c:v>14.7</c:v>
                </c:pt>
                <c:pt idx="248">
                  <c:v>14.8</c:v>
                </c:pt>
                <c:pt idx="249">
                  <c:v>14.9</c:v>
                </c:pt>
                <c:pt idx="250">
                  <c:v>15</c:v>
                </c:pt>
                <c:pt idx="251">
                  <c:v>15.1</c:v>
                </c:pt>
                <c:pt idx="252">
                  <c:v>15.2</c:v>
                </c:pt>
                <c:pt idx="253">
                  <c:v>15.3</c:v>
                </c:pt>
                <c:pt idx="254">
                  <c:v>15.4</c:v>
                </c:pt>
                <c:pt idx="255">
                  <c:v>15.5</c:v>
                </c:pt>
                <c:pt idx="256">
                  <c:v>15.6</c:v>
                </c:pt>
                <c:pt idx="257">
                  <c:v>15.7</c:v>
                </c:pt>
                <c:pt idx="258">
                  <c:v>15.8</c:v>
                </c:pt>
                <c:pt idx="259">
                  <c:v>15.9</c:v>
                </c:pt>
                <c:pt idx="260">
                  <c:v>16</c:v>
                </c:pt>
                <c:pt idx="261">
                  <c:v>16.100000000000001</c:v>
                </c:pt>
                <c:pt idx="262">
                  <c:v>16.2</c:v>
                </c:pt>
                <c:pt idx="263">
                  <c:v>16.3</c:v>
                </c:pt>
                <c:pt idx="264">
                  <c:v>16.399999999999999</c:v>
                </c:pt>
                <c:pt idx="265">
                  <c:v>16.5</c:v>
                </c:pt>
                <c:pt idx="266">
                  <c:v>16.600000000000001</c:v>
                </c:pt>
                <c:pt idx="267">
                  <c:v>16.7</c:v>
                </c:pt>
                <c:pt idx="268">
                  <c:v>16.8</c:v>
                </c:pt>
                <c:pt idx="269">
                  <c:v>16.899999999999999</c:v>
                </c:pt>
                <c:pt idx="270">
                  <c:v>17</c:v>
                </c:pt>
                <c:pt idx="271">
                  <c:v>17.100000000000001</c:v>
                </c:pt>
                <c:pt idx="272">
                  <c:v>17.2</c:v>
                </c:pt>
                <c:pt idx="273">
                  <c:v>17.3</c:v>
                </c:pt>
                <c:pt idx="274">
                  <c:v>17.399999999999999</c:v>
                </c:pt>
                <c:pt idx="275">
                  <c:v>17.5</c:v>
                </c:pt>
                <c:pt idx="276">
                  <c:v>17.600000000000001</c:v>
                </c:pt>
                <c:pt idx="277">
                  <c:v>17.7</c:v>
                </c:pt>
                <c:pt idx="278">
                  <c:v>17.8</c:v>
                </c:pt>
                <c:pt idx="279">
                  <c:v>17.899999999999999</c:v>
                </c:pt>
                <c:pt idx="280">
                  <c:v>18</c:v>
                </c:pt>
                <c:pt idx="281">
                  <c:v>18.100000000000001</c:v>
                </c:pt>
                <c:pt idx="282">
                  <c:v>18.2</c:v>
                </c:pt>
                <c:pt idx="283">
                  <c:v>18.3</c:v>
                </c:pt>
                <c:pt idx="284">
                  <c:v>18.399999999999999</c:v>
                </c:pt>
                <c:pt idx="285">
                  <c:v>18.5</c:v>
                </c:pt>
                <c:pt idx="286">
                  <c:v>18.600000000000001</c:v>
                </c:pt>
                <c:pt idx="287">
                  <c:v>18.7</c:v>
                </c:pt>
                <c:pt idx="288">
                  <c:v>18.8</c:v>
                </c:pt>
                <c:pt idx="289">
                  <c:v>18.899999999999999</c:v>
                </c:pt>
                <c:pt idx="290">
                  <c:v>19</c:v>
                </c:pt>
                <c:pt idx="291">
                  <c:v>19.100000000000001</c:v>
                </c:pt>
                <c:pt idx="292">
                  <c:v>19.2</c:v>
                </c:pt>
                <c:pt idx="293">
                  <c:v>19.3</c:v>
                </c:pt>
                <c:pt idx="294">
                  <c:v>19.399999999999999</c:v>
                </c:pt>
                <c:pt idx="295">
                  <c:v>19.5</c:v>
                </c:pt>
                <c:pt idx="296">
                  <c:v>19.600000000000001</c:v>
                </c:pt>
                <c:pt idx="297">
                  <c:v>19.7</c:v>
                </c:pt>
                <c:pt idx="298">
                  <c:v>19.8</c:v>
                </c:pt>
                <c:pt idx="299">
                  <c:v>19.899999999999999</c:v>
                </c:pt>
                <c:pt idx="300">
                  <c:v>20</c:v>
                </c:pt>
                <c:pt idx="301">
                  <c:v>20.100000000000001</c:v>
                </c:pt>
                <c:pt idx="302">
                  <c:v>20.2</c:v>
                </c:pt>
                <c:pt idx="303">
                  <c:v>20.3</c:v>
                </c:pt>
                <c:pt idx="304">
                  <c:v>20.399999999999999</c:v>
                </c:pt>
                <c:pt idx="305">
                  <c:v>20.5</c:v>
                </c:pt>
                <c:pt idx="306">
                  <c:v>20.6</c:v>
                </c:pt>
                <c:pt idx="307">
                  <c:v>20.7</c:v>
                </c:pt>
                <c:pt idx="308">
                  <c:v>20.8</c:v>
                </c:pt>
                <c:pt idx="309">
                  <c:v>20.9</c:v>
                </c:pt>
                <c:pt idx="310">
                  <c:v>21</c:v>
                </c:pt>
                <c:pt idx="311">
                  <c:v>21.1</c:v>
                </c:pt>
                <c:pt idx="312">
                  <c:v>21.2</c:v>
                </c:pt>
                <c:pt idx="313">
                  <c:v>21.3</c:v>
                </c:pt>
                <c:pt idx="314">
                  <c:v>21.4</c:v>
                </c:pt>
                <c:pt idx="315">
                  <c:v>21.5</c:v>
                </c:pt>
                <c:pt idx="316">
                  <c:v>21.6</c:v>
                </c:pt>
                <c:pt idx="317">
                  <c:v>21.7</c:v>
                </c:pt>
                <c:pt idx="318">
                  <c:v>21.8</c:v>
                </c:pt>
                <c:pt idx="319">
                  <c:v>21.9</c:v>
                </c:pt>
                <c:pt idx="320">
                  <c:v>22</c:v>
                </c:pt>
                <c:pt idx="321">
                  <c:v>22.1</c:v>
                </c:pt>
                <c:pt idx="322">
                  <c:v>22.2</c:v>
                </c:pt>
                <c:pt idx="323">
                  <c:v>22.3</c:v>
                </c:pt>
                <c:pt idx="324">
                  <c:v>22.4</c:v>
                </c:pt>
                <c:pt idx="325">
                  <c:v>22.5</c:v>
                </c:pt>
                <c:pt idx="326">
                  <c:v>22.6</c:v>
                </c:pt>
                <c:pt idx="327">
                  <c:v>22.7</c:v>
                </c:pt>
                <c:pt idx="328">
                  <c:v>22.8</c:v>
                </c:pt>
                <c:pt idx="329">
                  <c:v>22.9</c:v>
                </c:pt>
                <c:pt idx="330">
                  <c:v>23</c:v>
                </c:pt>
                <c:pt idx="331">
                  <c:v>23.1</c:v>
                </c:pt>
                <c:pt idx="332">
                  <c:v>23.2</c:v>
                </c:pt>
                <c:pt idx="333">
                  <c:v>23.3</c:v>
                </c:pt>
                <c:pt idx="334">
                  <c:v>23.4</c:v>
                </c:pt>
                <c:pt idx="335">
                  <c:v>23.5</c:v>
                </c:pt>
                <c:pt idx="336">
                  <c:v>23.6</c:v>
                </c:pt>
                <c:pt idx="337">
                  <c:v>23.7</c:v>
                </c:pt>
                <c:pt idx="338">
                  <c:v>23.8</c:v>
                </c:pt>
                <c:pt idx="339">
                  <c:v>23.9</c:v>
                </c:pt>
                <c:pt idx="340">
                  <c:v>24</c:v>
                </c:pt>
                <c:pt idx="341">
                  <c:v>24.1</c:v>
                </c:pt>
                <c:pt idx="342">
                  <c:v>24.2</c:v>
                </c:pt>
                <c:pt idx="343">
                  <c:v>24.3</c:v>
                </c:pt>
                <c:pt idx="344">
                  <c:v>24.4</c:v>
                </c:pt>
                <c:pt idx="345">
                  <c:v>24.5</c:v>
                </c:pt>
                <c:pt idx="346">
                  <c:v>24.6</c:v>
                </c:pt>
                <c:pt idx="347">
                  <c:v>24.7</c:v>
                </c:pt>
                <c:pt idx="348">
                  <c:v>24.8</c:v>
                </c:pt>
                <c:pt idx="349">
                  <c:v>24.9</c:v>
                </c:pt>
                <c:pt idx="350">
                  <c:v>25</c:v>
                </c:pt>
                <c:pt idx="351">
                  <c:v>25.1</c:v>
                </c:pt>
                <c:pt idx="352">
                  <c:v>25.2</c:v>
                </c:pt>
                <c:pt idx="353">
                  <c:v>25.3</c:v>
                </c:pt>
                <c:pt idx="354">
                  <c:v>25.4</c:v>
                </c:pt>
                <c:pt idx="355">
                  <c:v>25.5</c:v>
                </c:pt>
                <c:pt idx="356">
                  <c:v>25.6</c:v>
                </c:pt>
                <c:pt idx="357">
                  <c:v>25.7</c:v>
                </c:pt>
                <c:pt idx="358">
                  <c:v>25.8</c:v>
                </c:pt>
                <c:pt idx="359">
                  <c:v>25.9</c:v>
                </c:pt>
                <c:pt idx="360">
                  <c:v>26</c:v>
                </c:pt>
                <c:pt idx="361">
                  <c:v>26.1</c:v>
                </c:pt>
                <c:pt idx="362">
                  <c:v>26.2</c:v>
                </c:pt>
                <c:pt idx="363">
                  <c:v>26.3</c:v>
                </c:pt>
                <c:pt idx="364">
                  <c:v>26.4</c:v>
                </c:pt>
                <c:pt idx="365">
                  <c:v>26.5</c:v>
                </c:pt>
                <c:pt idx="366">
                  <c:v>26.6</c:v>
                </c:pt>
                <c:pt idx="367">
                  <c:v>26.7</c:v>
                </c:pt>
                <c:pt idx="368">
                  <c:v>26.8</c:v>
                </c:pt>
                <c:pt idx="369">
                  <c:v>26.9</c:v>
                </c:pt>
                <c:pt idx="370">
                  <c:v>27</c:v>
                </c:pt>
                <c:pt idx="371">
                  <c:v>27.1</c:v>
                </c:pt>
                <c:pt idx="372">
                  <c:v>27.2</c:v>
                </c:pt>
                <c:pt idx="373">
                  <c:v>27.3</c:v>
                </c:pt>
                <c:pt idx="374">
                  <c:v>27.4</c:v>
                </c:pt>
                <c:pt idx="375">
                  <c:v>27.5</c:v>
                </c:pt>
                <c:pt idx="376">
                  <c:v>27.6</c:v>
                </c:pt>
                <c:pt idx="377">
                  <c:v>27.7</c:v>
                </c:pt>
                <c:pt idx="378">
                  <c:v>27.8</c:v>
                </c:pt>
                <c:pt idx="379">
                  <c:v>27.9</c:v>
                </c:pt>
                <c:pt idx="380">
                  <c:v>28</c:v>
                </c:pt>
                <c:pt idx="381">
                  <c:v>28.1</c:v>
                </c:pt>
                <c:pt idx="382">
                  <c:v>28.2</c:v>
                </c:pt>
                <c:pt idx="383">
                  <c:v>28.3</c:v>
                </c:pt>
                <c:pt idx="384">
                  <c:v>28.4</c:v>
                </c:pt>
                <c:pt idx="385">
                  <c:v>28.5</c:v>
                </c:pt>
                <c:pt idx="386">
                  <c:v>28.6</c:v>
                </c:pt>
                <c:pt idx="387">
                  <c:v>28.7</c:v>
                </c:pt>
                <c:pt idx="388">
                  <c:v>28.8</c:v>
                </c:pt>
                <c:pt idx="389">
                  <c:v>28.9</c:v>
                </c:pt>
                <c:pt idx="390">
                  <c:v>29</c:v>
                </c:pt>
                <c:pt idx="391">
                  <c:v>29.1</c:v>
                </c:pt>
                <c:pt idx="392">
                  <c:v>29.2</c:v>
                </c:pt>
                <c:pt idx="393">
                  <c:v>29.3</c:v>
                </c:pt>
                <c:pt idx="394">
                  <c:v>29.4</c:v>
                </c:pt>
                <c:pt idx="395">
                  <c:v>29.5</c:v>
                </c:pt>
                <c:pt idx="396">
                  <c:v>29.6</c:v>
                </c:pt>
                <c:pt idx="397">
                  <c:v>29.7</c:v>
                </c:pt>
                <c:pt idx="398">
                  <c:v>29.8</c:v>
                </c:pt>
                <c:pt idx="399">
                  <c:v>29.9</c:v>
                </c:pt>
                <c:pt idx="400">
                  <c:v>30</c:v>
                </c:pt>
                <c:pt idx="401">
                  <c:v>30.1</c:v>
                </c:pt>
                <c:pt idx="402">
                  <c:v>30.2</c:v>
                </c:pt>
                <c:pt idx="403">
                  <c:v>30.3</c:v>
                </c:pt>
                <c:pt idx="404">
                  <c:v>30.4</c:v>
                </c:pt>
                <c:pt idx="405">
                  <c:v>30.5</c:v>
                </c:pt>
                <c:pt idx="406">
                  <c:v>30.6</c:v>
                </c:pt>
                <c:pt idx="407">
                  <c:v>30.7</c:v>
                </c:pt>
                <c:pt idx="408">
                  <c:v>30.8</c:v>
                </c:pt>
                <c:pt idx="409">
                  <c:v>30.9</c:v>
                </c:pt>
                <c:pt idx="410">
                  <c:v>31</c:v>
                </c:pt>
                <c:pt idx="411">
                  <c:v>31.1</c:v>
                </c:pt>
                <c:pt idx="412">
                  <c:v>31.2</c:v>
                </c:pt>
                <c:pt idx="413">
                  <c:v>31.3</c:v>
                </c:pt>
                <c:pt idx="414">
                  <c:v>31.4</c:v>
                </c:pt>
                <c:pt idx="415">
                  <c:v>31.5</c:v>
                </c:pt>
                <c:pt idx="416">
                  <c:v>31.6</c:v>
                </c:pt>
                <c:pt idx="417">
                  <c:v>31.7</c:v>
                </c:pt>
                <c:pt idx="418">
                  <c:v>31.8</c:v>
                </c:pt>
                <c:pt idx="419">
                  <c:v>31.9</c:v>
                </c:pt>
                <c:pt idx="420">
                  <c:v>32</c:v>
                </c:pt>
                <c:pt idx="421">
                  <c:v>32.1</c:v>
                </c:pt>
                <c:pt idx="422">
                  <c:v>32.200000000000003</c:v>
                </c:pt>
                <c:pt idx="423">
                  <c:v>32.299999999999997</c:v>
                </c:pt>
                <c:pt idx="424">
                  <c:v>32.4</c:v>
                </c:pt>
                <c:pt idx="425">
                  <c:v>32.5</c:v>
                </c:pt>
                <c:pt idx="426">
                  <c:v>32.6</c:v>
                </c:pt>
                <c:pt idx="427">
                  <c:v>32.700000000000003</c:v>
                </c:pt>
                <c:pt idx="428">
                  <c:v>32.799999999999997</c:v>
                </c:pt>
                <c:pt idx="429">
                  <c:v>32.9</c:v>
                </c:pt>
                <c:pt idx="430">
                  <c:v>33</c:v>
                </c:pt>
                <c:pt idx="431">
                  <c:v>33.1</c:v>
                </c:pt>
                <c:pt idx="432">
                  <c:v>33.200000000000003</c:v>
                </c:pt>
                <c:pt idx="433">
                  <c:v>33.299999999999997</c:v>
                </c:pt>
                <c:pt idx="434">
                  <c:v>33.4</c:v>
                </c:pt>
                <c:pt idx="435">
                  <c:v>33.5</c:v>
                </c:pt>
                <c:pt idx="436">
                  <c:v>33.6</c:v>
                </c:pt>
                <c:pt idx="437">
                  <c:v>33.700000000000003</c:v>
                </c:pt>
                <c:pt idx="438">
                  <c:v>33.799999999999997</c:v>
                </c:pt>
                <c:pt idx="439">
                  <c:v>33.9</c:v>
                </c:pt>
                <c:pt idx="440">
                  <c:v>34</c:v>
                </c:pt>
                <c:pt idx="441">
                  <c:v>34.1</c:v>
                </c:pt>
                <c:pt idx="442">
                  <c:v>34.200000000000003</c:v>
                </c:pt>
                <c:pt idx="443">
                  <c:v>34.299999999999997</c:v>
                </c:pt>
                <c:pt idx="444">
                  <c:v>34.4</c:v>
                </c:pt>
                <c:pt idx="445">
                  <c:v>34.5</c:v>
                </c:pt>
                <c:pt idx="446">
                  <c:v>34.6</c:v>
                </c:pt>
                <c:pt idx="447">
                  <c:v>34.700000000000003</c:v>
                </c:pt>
                <c:pt idx="448">
                  <c:v>34.799999999999997</c:v>
                </c:pt>
                <c:pt idx="449">
                  <c:v>34.9</c:v>
                </c:pt>
                <c:pt idx="450">
                  <c:v>35</c:v>
                </c:pt>
                <c:pt idx="451">
                  <c:v>35.1</c:v>
                </c:pt>
                <c:pt idx="452">
                  <c:v>35.200000000000003</c:v>
                </c:pt>
                <c:pt idx="453">
                  <c:v>35.299999999999997</c:v>
                </c:pt>
                <c:pt idx="454">
                  <c:v>35.4</c:v>
                </c:pt>
                <c:pt idx="455">
                  <c:v>35.5</c:v>
                </c:pt>
                <c:pt idx="456">
                  <c:v>35.6</c:v>
                </c:pt>
                <c:pt idx="457">
                  <c:v>35.700000000000003</c:v>
                </c:pt>
                <c:pt idx="458">
                  <c:v>35.799999999999997</c:v>
                </c:pt>
                <c:pt idx="459">
                  <c:v>35.9</c:v>
                </c:pt>
                <c:pt idx="460">
                  <c:v>36</c:v>
                </c:pt>
                <c:pt idx="461">
                  <c:v>36.1</c:v>
                </c:pt>
                <c:pt idx="462">
                  <c:v>36.200000000000003</c:v>
                </c:pt>
                <c:pt idx="463">
                  <c:v>36.299999999999997</c:v>
                </c:pt>
                <c:pt idx="464">
                  <c:v>36.4</c:v>
                </c:pt>
                <c:pt idx="465">
                  <c:v>36.5</c:v>
                </c:pt>
                <c:pt idx="466">
                  <c:v>36.6</c:v>
                </c:pt>
                <c:pt idx="467">
                  <c:v>36.700000000000003</c:v>
                </c:pt>
                <c:pt idx="468">
                  <c:v>36.799999999999997</c:v>
                </c:pt>
                <c:pt idx="469">
                  <c:v>36.9</c:v>
                </c:pt>
                <c:pt idx="470">
                  <c:v>37</c:v>
                </c:pt>
                <c:pt idx="471">
                  <c:v>37.1</c:v>
                </c:pt>
                <c:pt idx="472">
                  <c:v>37.200000000000003</c:v>
                </c:pt>
                <c:pt idx="473">
                  <c:v>37.299999999999997</c:v>
                </c:pt>
                <c:pt idx="474">
                  <c:v>37.4</c:v>
                </c:pt>
                <c:pt idx="475">
                  <c:v>37.5</c:v>
                </c:pt>
                <c:pt idx="476">
                  <c:v>37.6</c:v>
                </c:pt>
                <c:pt idx="477">
                  <c:v>37.700000000000003</c:v>
                </c:pt>
                <c:pt idx="478">
                  <c:v>37.799999999999997</c:v>
                </c:pt>
                <c:pt idx="479">
                  <c:v>37.9</c:v>
                </c:pt>
                <c:pt idx="480">
                  <c:v>38</c:v>
                </c:pt>
                <c:pt idx="481">
                  <c:v>38.1</c:v>
                </c:pt>
                <c:pt idx="482">
                  <c:v>38.200000000000003</c:v>
                </c:pt>
                <c:pt idx="483">
                  <c:v>38.299999999999997</c:v>
                </c:pt>
                <c:pt idx="484">
                  <c:v>38.4</c:v>
                </c:pt>
                <c:pt idx="485">
                  <c:v>38.5</c:v>
                </c:pt>
                <c:pt idx="486">
                  <c:v>38.6</c:v>
                </c:pt>
                <c:pt idx="487">
                  <c:v>38.700000000000003</c:v>
                </c:pt>
                <c:pt idx="488">
                  <c:v>38.799999999999997</c:v>
                </c:pt>
                <c:pt idx="489">
                  <c:v>38.9</c:v>
                </c:pt>
                <c:pt idx="490">
                  <c:v>39</c:v>
                </c:pt>
                <c:pt idx="491">
                  <c:v>39.1</c:v>
                </c:pt>
                <c:pt idx="492">
                  <c:v>39.200000000000003</c:v>
                </c:pt>
                <c:pt idx="493">
                  <c:v>39.299999999999997</c:v>
                </c:pt>
                <c:pt idx="494">
                  <c:v>39.4</c:v>
                </c:pt>
                <c:pt idx="495">
                  <c:v>39.5</c:v>
                </c:pt>
                <c:pt idx="496">
                  <c:v>39.6</c:v>
                </c:pt>
                <c:pt idx="497">
                  <c:v>39.700000000000003</c:v>
                </c:pt>
                <c:pt idx="498">
                  <c:v>39.799999999999997</c:v>
                </c:pt>
                <c:pt idx="499">
                  <c:v>39.9</c:v>
                </c:pt>
                <c:pt idx="500">
                  <c:v>40</c:v>
                </c:pt>
                <c:pt idx="501">
                  <c:v>40.1</c:v>
                </c:pt>
                <c:pt idx="502">
                  <c:v>40.200000000000003</c:v>
                </c:pt>
                <c:pt idx="503">
                  <c:v>40.299999999999997</c:v>
                </c:pt>
                <c:pt idx="504">
                  <c:v>40.4</c:v>
                </c:pt>
                <c:pt idx="505">
                  <c:v>40.5</c:v>
                </c:pt>
                <c:pt idx="506">
                  <c:v>40.6</c:v>
                </c:pt>
                <c:pt idx="507">
                  <c:v>40.700000000000003</c:v>
                </c:pt>
                <c:pt idx="508">
                  <c:v>40.799999999999997</c:v>
                </c:pt>
                <c:pt idx="509">
                  <c:v>40.9</c:v>
                </c:pt>
                <c:pt idx="510">
                  <c:v>41</c:v>
                </c:pt>
                <c:pt idx="511">
                  <c:v>41.1</c:v>
                </c:pt>
                <c:pt idx="512">
                  <c:v>41.2</c:v>
                </c:pt>
                <c:pt idx="513">
                  <c:v>41.3</c:v>
                </c:pt>
                <c:pt idx="514">
                  <c:v>41.4</c:v>
                </c:pt>
                <c:pt idx="515">
                  <c:v>41.5</c:v>
                </c:pt>
                <c:pt idx="516">
                  <c:v>41.6</c:v>
                </c:pt>
                <c:pt idx="517">
                  <c:v>41.7</c:v>
                </c:pt>
                <c:pt idx="518">
                  <c:v>41.8</c:v>
                </c:pt>
                <c:pt idx="519">
                  <c:v>41.9</c:v>
                </c:pt>
                <c:pt idx="520">
                  <c:v>42</c:v>
                </c:pt>
                <c:pt idx="521">
                  <c:v>42.1</c:v>
                </c:pt>
                <c:pt idx="522">
                  <c:v>42.2</c:v>
                </c:pt>
                <c:pt idx="523">
                  <c:v>42.3</c:v>
                </c:pt>
                <c:pt idx="524">
                  <c:v>42.4</c:v>
                </c:pt>
                <c:pt idx="525">
                  <c:v>42.5</c:v>
                </c:pt>
                <c:pt idx="526">
                  <c:v>42.6</c:v>
                </c:pt>
                <c:pt idx="527">
                  <c:v>42.7</c:v>
                </c:pt>
                <c:pt idx="528">
                  <c:v>42.8</c:v>
                </c:pt>
                <c:pt idx="529">
                  <c:v>42.9</c:v>
                </c:pt>
                <c:pt idx="530">
                  <c:v>43</c:v>
                </c:pt>
                <c:pt idx="531">
                  <c:v>43.1</c:v>
                </c:pt>
                <c:pt idx="532">
                  <c:v>43.2</c:v>
                </c:pt>
                <c:pt idx="533">
                  <c:v>43.3</c:v>
                </c:pt>
                <c:pt idx="534">
                  <c:v>43.4</c:v>
                </c:pt>
                <c:pt idx="535">
                  <c:v>43.5</c:v>
                </c:pt>
                <c:pt idx="536">
                  <c:v>43.6</c:v>
                </c:pt>
                <c:pt idx="537">
                  <c:v>43.7</c:v>
                </c:pt>
                <c:pt idx="538">
                  <c:v>43.8</c:v>
                </c:pt>
                <c:pt idx="539">
                  <c:v>43.9</c:v>
                </c:pt>
                <c:pt idx="540">
                  <c:v>44</c:v>
                </c:pt>
                <c:pt idx="541">
                  <c:v>44.1</c:v>
                </c:pt>
                <c:pt idx="542">
                  <c:v>44.2</c:v>
                </c:pt>
                <c:pt idx="543">
                  <c:v>44.3</c:v>
                </c:pt>
                <c:pt idx="544">
                  <c:v>44.4</c:v>
                </c:pt>
                <c:pt idx="545">
                  <c:v>44.5</c:v>
                </c:pt>
                <c:pt idx="546">
                  <c:v>44.6</c:v>
                </c:pt>
                <c:pt idx="547">
                  <c:v>44.7</c:v>
                </c:pt>
                <c:pt idx="548">
                  <c:v>44.8</c:v>
                </c:pt>
                <c:pt idx="549">
                  <c:v>44.9</c:v>
                </c:pt>
                <c:pt idx="550">
                  <c:v>45</c:v>
                </c:pt>
                <c:pt idx="551">
                  <c:v>45.1</c:v>
                </c:pt>
                <c:pt idx="552">
                  <c:v>45.2</c:v>
                </c:pt>
                <c:pt idx="553">
                  <c:v>45.3</c:v>
                </c:pt>
                <c:pt idx="554">
                  <c:v>45.4</c:v>
                </c:pt>
                <c:pt idx="555">
                  <c:v>45.5</c:v>
                </c:pt>
                <c:pt idx="556">
                  <c:v>45.6</c:v>
                </c:pt>
                <c:pt idx="557">
                  <c:v>45.7</c:v>
                </c:pt>
                <c:pt idx="558">
                  <c:v>45.8</c:v>
                </c:pt>
                <c:pt idx="559">
                  <c:v>45.9</c:v>
                </c:pt>
                <c:pt idx="560">
                  <c:v>46</c:v>
                </c:pt>
                <c:pt idx="561">
                  <c:v>46.1</c:v>
                </c:pt>
                <c:pt idx="562">
                  <c:v>46.2</c:v>
                </c:pt>
                <c:pt idx="563">
                  <c:v>46.3</c:v>
                </c:pt>
                <c:pt idx="564">
                  <c:v>46.4</c:v>
                </c:pt>
                <c:pt idx="565">
                  <c:v>46.5</c:v>
                </c:pt>
                <c:pt idx="566">
                  <c:v>46.6</c:v>
                </c:pt>
                <c:pt idx="567">
                  <c:v>46.7</c:v>
                </c:pt>
                <c:pt idx="568">
                  <c:v>46.8</c:v>
                </c:pt>
                <c:pt idx="569">
                  <c:v>46.9</c:v>
                </c:pt>
                <c:pt idx="570">
                  <c:v>47</c:v>
                </c:pt>
                <c:pt idx="571">
                  <c:v>47.1</c:v>
                </c:pt>
                <c:pt idx="572">
                  <c:v>47.2</c:v>
                </c:pt>
                <c:pt idx="573">
                  <c:v>47.3</c:v>
                </c:pt>
                <c:pt idx="574">
                  <c:v>47.4</c:v>
                </c:pt>
                <c:pt idx="575">
                  <c:v>47.5</c:v>
                </c:pt>
                <c:pt idx="576">
                  <c:v>47.6</c:v>
                </c:pt>
                <c:pt idx="577">
                  <c:v>47.7</c:v>
                </c:pt>
                <c:pt idx="578">
                  <c:v>47.8</c:v>
                </c:pt>
                <c:pt idx="579">
                  <c:v>47.9</c:v>
                </c:pt>
                <c:pt idx="580">
                  <c:v>48</c:v>
                </c:pt>
                <c:pt idx="581">
                  <c:v>48.1</c:v>
                </c:pt>
                <c:pt idx="582">
                  <c:v>48.2</c:v>
                </c:pt>
                <c:pt idx="583">
                  <c:v>48.3</c:v>
                </c:pt>
                <c:pt idx="584">
                  <c:v>48.4</c:v>
                </c:pt>
                <c:pt idx="585">
                  <c:v>48.5</c:v>
                </c:pt>
                <c:pt idx="586">
                  <c:v>48.6</c:v>
                </c:pt>
                <c:pt idx="587">
                  <c:v>48.7</c:v>
                </c:pt>
                <c:pt idx="588">
                  <c:v>48.8</c:v>
                </c:pt>
                <c:pt idx="589">
                  <c:v>48.9</c:v>
                </c:pt>
                <c:pt idx="590">
                  <c:v>49</c:v>
                </c:pt>
                <c:pt idx="591">
                  <c:v>49.1</c:v>
                </c:pt>
                <c:pt idx="592">
                  <c:v>49.2</c:v>
                </c:pt>
                <c:pt idx="593">
                  <c:v>49.3</c:v>
                </c:pt>
                <c:pt idx="594">
                  <c:v>49.4</c:v>
                </c:pt>
                <c:pt idx="595">
                  <c:v>49.5</c:v>
                </c:pt>
                <c:pt idx="596">
                  <c:v>49.6</c:v>
                </c:pt>
                <c:pt idx="597">
                  <c:v>49.7</c:v>
                </c:pt>
                <c:pt idx="598">
                  <c:v>49.8</c:v>
                </c:pt>
                <c:pt idx="599">
                  <c:v>49.9</c:v>
                </c:pt>
                <c:pt idx="600">
                  <c:v>50</c:v>
                </c:pt>
                <c:pt idx="601">
                  <c:v>50.1</c:v>
                </c:pt>
                <c:pt idx="602">
                  <c:v>50.2</c:v>
                </c:pt>
                <c:pt idx="603">
                  <c:v>50.3</c:v>
                </c:pt>
                <c:pt idx="604">
                  <c:v>50.4</c:v>
                </c:pt>
                <c:pt idx="605">
                  <c:v>50.5</c:v>
                </c:pt>
                <c:pt idx="606">
                  <c:v>50.6</c:v>
                </c:pt>
                <c:pt idx="607">
                  <c:v>50.7</c:v>
                </c:pt>
                <c:pt idx="608">
                  <c:v>50.8</c:v>
                </c:pt>
                <c:pt idx="609">
                  <c:v>50.9</c:v>
                </c:pt>
                <c:pt idx="610">
                  <c:v>51</c:v>
                </c:pt>
                <c:pt idx="611">
                  <c:v>51.1</c:v>
                </c:pt>
                <c:pt idx="612">
                  <c:v>51.2</c:v>
                </c:pt>
                <c:pt idx="613">
                  <c:v>51.3</c:v>
                </c:pt>
                <c:pt idx="614">
                  <c:v>51.4</c:v>
                </c:pt>
                <c:pt idx="615">
                  <c:v>51.5</c:v>
                </c:pt>
                <c:pt idx="616">
                  <c:v>51.6</c:v>
                </c:pt>
                <c:pt idx="617">
                  <c:v>51.7</c:v>
                </c:pt>
                <c:pt idx="618">
                  <c:v>51.8</c:v>
                </c:pt>
                <c:pt idx="619">
                  <c:v>51.9</c:v>
                </c:pt>
                <c:pt idx="620">
                  <c:v>52</c:v>
                </c:pt>
                <c:pt idx="621">
                  <c:v>52.1</c:v>
                </c:pt>
                <c:pt idx="622">
                  <c:v>52.2</c:v>
                </c:pt>
                <c:pt idx="623">
                  <c:v>52.3</c:v>
                </c:pt>
                <c:pt idx="624">
                  <c:v>52.4</c:v>
                </c:pt>
                <c:pt idx="625">
                  <c:v>52.5</c:v>
                </c:pt>
                <c:pt idx="626">
                  <c:v>52.6</c:v>
                </c:pt>
                <c:pt idx="627">
                  <c:v>52.7</c:v>
                </c:pt>
                <c:pt idx="628">
                  <c:v>52.8</c:v>
                </c:pt>
                <c:pt idx="629">
                  <c:v>52.9</c:v>
                </c:pt>
                <c:pt idx="630">
                  <c:v>53</c:v>
                </c:pt>
                <c:pt idx="631">
                  <c:v>53.1</c:v>
                </c:pt>
                <c:pt idx="632">
                  <c:v>53.2</c:v>
                </c:pt>
                <c:pt idx="633">
                  <c:v>53.3</c:v>
                </c:pt>
                <c:pt idx="634">
                  <c:v>53.4</c:v>
                </c:pt>
                <c:pt idx="635">
                  <c:v>53.5</c:v>
                </c:pt>
                <c:pt idx="636">
                  <c:v>53.6</c:v>
                </c:pt>
                <c:pt idx="637">
                  <c:v>53.7</c:v>
                </c:pt>
                <c:pt idx="638">
                  <c:v>53.8</c:v>
                </c:pt>
                <c:pt idx="639">
                  <c:v>53.9</c:v>
                </c:pt>
                <c:pt idx="640">
                  <c:v>54</c:v>
                </c:pt>
                <c:pt idx="641">
                  <c:v>54.1</c:v>
                </c:pt>
                <c:pt idx="642">
                  <c:v>54.2</c:v>
                </c:pt>
                <c:pt idx="643">
                  <c:v>54.3</c:v>
                </c:pt>
                <c:pt idx="644">
                  <c:v>54.4</c:v>
                </c:pt>
                <c:pt idx="645">
                  <c:v>54.5</c:v>
                </c:pt>
                <c:pt idx="646">
                  <c:v>54.6</c:v>
                </c:pt>
                <c:pt idx="647">
                  <c:v>54.7</c:v>
                </c:pt>
                <c:pt idx="648">
                  <c:v>54.8</c:v>
                </c:pt>
                <c:pt idx="649">
                  <c:v>54.9</c:v>
                </c:pt>
                <c:pt idx="650">
                  <c:v>55</c:v>
                </c:pt>
                <c:pt idx="651">
                  <c:v>55.1</c:v>
                </c:pt>
                <c:pt idx="652">
                  <c:v>55.2</c:v>
                </c:pt>
                <c:pt idx="653">
                  <c:v>55.3</c:v>
                </c:pt>
                <c:pt idx="654">
                  <c:v>55.4</c:v>
                </c:pt>
                <c:pt idx="655">
                  <c:v>55.5</c:v>
                </c:pt>
                <c:pt idx="656">
                  <c:v>55.6</c:v>
                </c:pt>
                <c:pt idx="657">
                  <c:v>55.7</c:v>
                </c:pt>
                <c:pt idx="658">
                  <c:v>55.8</c:v>
                </c:pt>
                <c:pt idx="659">
                  <c:v>55.9</c:v>
                </c:pt>
                <c:pt idx="660">
                  <c:v>56</c:v>
                </c:pt>
                <c:pt idx="661">
                  <c:v>56.1</c:v>
                </c:pt>
                <c:pt idx="662">
                  <c:v>56.2</c:v>
                </c:pt>
                <c:pt idx="663">
                  <c:v>56.3</c:v>
                </c:pt>
                <c:pt idx="664">
                  <c:v>56.4</c:v>
                </c:pt>
                <c:pt idx="665">
                  <c:v>56.5</c:v>
                </c:pt>
                <c:pt idx="666">
                  <c:v>56.6</c:v>
                </c:pt>
                <c:pt idx="667">
                  <c:v>56.7</c:v>
                </c:pt>
                <c:pt idx="668">
                  <c:v>56.8</c:v>
                </c:pt>
                <c:pt idx="669">
                  <c:v>56.9</c:v>
                </c:pt>
                <c:pt idx="670">
                  <c:v>57</c:v>
                </c:pt>
                <c:pt idx="671">
                  <c:v>57.1</c:v>
                </c:pt>
                <c:pt idx="672">
                  <c:v>57.2</c:v>
                </c:pt>
                <c:pt idx="673">
                  <c:v>57.3</c:v>
                </c:pt>
                <c:pt idx="674">
                  <c:v>57.4</c:v>
                </c:pt>
                <c:pt idx="675">
                  <c:v>57.5</c:v>
                </c:pt>
                <c:pt idx="676">
                  <c:v>57.6</c:v>
                </c:pt>
                <c:pt idx="677">
                  <c:v>57.7</c:v>
                </c:pt>
                <c:pt idx="678">
                  <c:v>57.8</c:v>
                </c:pt>
                <c:pt idx="679">
                  <c:v>57.9</c:v>
                </c:pt>
                <c:pt idx="680">
                  <c:v>58</c:v>
                </c:pt>
                <c:pt idx="681">
                  <c:v>58.1</c:v>
                </c:pt>
                <c:pt idx="682">
                  <c:v>58.2</c:v>
                </c:pt>
                <c:pt idx="683">
                  <c:v>58.3</c:v>
                </c:pt>
                <c:pt idx="684">
                  <c:v>58.4</c:v>
                </c:pt>
                <c:pt idx="685">
                  <c:v>58.5</c:v>
                </c:pt>
                <c:pt idx="686">
                  <c:v>58.6</c:v>
                </c:pt>
                <c:pt idx="687">
                  <c:v>58.7</c:v>
                </c:pt>
                <c:pt idx="688">
                  <c:v>58.8</c:v>
                </c:pt>
                <c:pt idx="689">
                  <c:v>58.9</c:v>
                </c:pt>
                <c:pt idx="690">
                  <c:v>59</c:v>
                </c:pt>
                <c:pt idx="691">
                  <c:v>59.1</c:v>
                </c:pt>
                <c:pt idx="692">
                  <c:v>59.2</c:v>
                </c:pt>
                <c:pt idx="693">
                  <c:v>59.3</c:v>
                </c:pt>
                <c:pt idx="694">
                  <c:v>59.4</c:v>
                </c:pt>
                <c:pt idx="695">
                  <c:v>59.5</c:v>
                </c:pt>
                <c:pt idx="696">
                  <c:v>59.6</c:v>
                </c:pt>
                <c:pt idx="697">
                  <c:v>59.7</c:v>
                </c:pt>
                <c:pt idx="698">
                  <c:v>59.8</c:v>
                </c:pt>
                <c:pt idx="699">
                  <c:v>59.9</c:v>
                </c:pt>
                <c:pt idx="700">
                  <c:v>60</c:v>
                </c:pt>
                <c:pt idx="701">
                  <c:v>60.1</c:v>
                </c:pt>
                <c:pt idx="702">
                  <c:v>60.2</c:v>
                </c:pt>
                <c:pt idx="703">
                  <c:v>60.3</c:v>
                </c:pt>
                <c:pt idx="704">
                  <c:v>60.4</c:v>
                </c:pt>
                <c:pt idx="705">
                  <c:v>60.5</c:v>
                </c:pt>
                <c:pt idx="706">
                  <c:v>60.6</c:v>
                </c:pt>
                <c:pt idx="707">
                  <c:v>60.7</c:v>
                </c:pt>
                <c:pt idx="708">
                  <c:v>60.8</c:v>
                </c:pt>
                <c:pt idx="709">
                  <c:v>60.9</c:v>
                </c:pt>
                <c:pt idx="710">
                  <c:v>61</c:v>
                </c:pt>
                <c:pt idx="711">
                  <c:v>61.1</c:v>
                </c:pt>
                <c:pt idx="712">
                  <c:v>61.2</c:v>
                </c:pt>
                <c:pt idx="713">
                  <c:v>61.3</c:v>
                </c:pt>
                <c:pt idx="714">
                  <c:v>61.4</c:v>
                </c:pt>
                <c:pt idx="715">
                  <c:v>61.5</c:v>
                </c:pt>
                <c:pt idx="716">
                  <c:v>61.6</c:v>
                </c:pt>
                <c:pt idx="717">
                  <c:v>61.7</c:v>
                </c:pt>
                <c:pt idx="718">
                  <c:v>61.8</c:v>
                </c:pt>
                <c:pt idx="719">
                  <c:v>61.9</c:v>
                </c:pt>
                <c:pt idx="720">
                  <c:v>62</c:v>
                </c:pt>
                <c:pt idx="721">
                  <c:v>62.1</c:v>
                </c:pt>
                <c:pt idx="722">
                  <c:v>62.2</c:v>
                </c:pt>
                <c:pt idx="723">
                  <c:v>62.3</c:v>
                </c:pt>
                <c:pt idx="724">
                  <c:v>62.4</c:v>
                </c:pt>
                <c:pt idx="725">
                  <c:v>62.5</c:v>
                </c:pt>
                <c:pt idx="726">
                  <c:v>62.6</c:v>
                </c:pt>
                <c:pt idx="727">
                  <c:v>62.7</c:v>
                </c:pt>
                <c:pt idx="728">
                  <c:v>62.8</c:v>
                </c:pt>
                <c:pt idx="729">
                  <c:v>62.9</c:v>
                </c:pt>
                <c:pt idx="730">
                  <c:v>63</c:v>
                </c:pt>
                <c:pt idx="731">
                  <c:v>63.1</c:v>
                </c:pt>
                <c:pt idx="732">
                  <c:v>63.2</c:v>
                </c:pt>
                <c:pt idx="733">
                  <c:v>63.3</c:v>
                </c:pt>
                <c:pt idx="734">
                  <c:v>63.4</c:v>
                </c:pt>
                <c:pt idx="735">
                  <c:v>63.5</c:v>
                </c:pt>
                <c:pt idx="736">
                  <c:v>63.6</c:v>
                </c:pt>
                <c:pt idx="737">
                  <c:v>63.7</c:v>
                </c:pt>
                <c:pt idx="738">
                  <c:v>63.8</c:v>
                </c:pt>
                <c:pt idx="739">
                  <c:v>63.9</c:v>
                </c:pt>
                <c:pt idx="740">
                  <c:v>64</c:v>
                </c:pt>
                <c:pt idx="741">
                  <c:v>64.099999999999994</c:v>
                </c:pt>
                <c:pt idx="742">
                  <c:v>64.2</c:v>
                </c:pt>
                <c:pt idx="743">
                  <c:v>64.3</c:v>
                </c:pt>
                <c:pt idx="744">
                  <c:v>64.400000000000006</c:v>
                </c:pt>
                <c:pt idx="745">
                  <c:v>64.5</c:v>
                </c:pt>
                <c:pt idx="746">
                  <c:v>64.599999999999994</c:v>
                </c:pt>
                <c:pt idx="747">
                  <c:v>64.7</c:v>
                </c:pt>
                <c:pt idx="748">
                  <c:v>64.8</c:v>
                </c:pt>
                <c:pt idx="749">
                  <c:v>64.900000000000006</c:v>
                </c:pt>
                <c:pt idx="750">
                  <c:v>65</c:v>
                </c:pt>
                <c:pt idx="751">
                  <c:v>65.099999999999994</c:v>
                </c:pt>
                <c:pt idx="752">
                  <c:v>65.2</c:v>
                </c:pt>
                <c:pt idx="753">
                  <c:v>65.3</c:v>
                </c:pt>
                <c:pt idx="754">
                  <c:v>65.400000000000006</c:v>
                </c:pt>
                <c:pt idx="755">
                  <c:v>65.5</c:v>
                </c:pt>
                <c:pt idx="756">
                  <c:v>65.599999999999994</c:v>
                </c:pt>
                <c:pt idx="757">
                  <c:v>65.7</c:v>
                </c:pt>
                <c:pt idx="758">
                  <c:v>65.8</c:v>
                </c:pt>
                <c:pt idx="759">
                  <c:v>65.900000000000006</c:v>
                </c:pt>
                <c:pt idx="760">
                  <c:v>66</c:v>
                </c:pt>
                <c:pt idx="761">
                  <c:v>66.099999999999994</c:v>
                </c:pt>
                <c:pt idx="762">
                  <c:v>66.2</c:v>
                </c:pt>
                <c:pt idx="763">
                  <c:v>66.3</c:v>
                </c:pt>
                <c:pt idx="764">
                  <c:v>66.400000000000006</c:v>
                </c:pt>
                <c:pt idx="765">
                  <c:v>66.5</c:v>
                </c:pt>
                <c:pt idx="766">
                  <c:v>66.599999999999994</c:v>
                </c:pt>
                <c:pt idx="767">
                  <c:v>66.7</c:v>
                </c:pt>
                <c:pt idx="768">
                  <c:v>66.8</c:v>
                </c:pt>
                <c:pt idx="769">
                  <c:v>66.900000000000006</c:v>
                </c:pt>
                <c:pt idx="770">
                  <c:v>67</c:v>
                </c:pt>
                <c:pt idx="771">
                  <c:v>67.099999999999994</c:v>
                </c:pt>
                <c:pt idx="772">
                  <c:v>67.2</c:v>
                </c:pt>
                <c:pt idx="773">
                  <c:v>67.3</c:v>
                </c:pt>
                <c:pt idx="774">
                  <c:v>67.400000000000006</c:v>
                </c:pt>
                <c:pt idx="775">
                  <c:v>67.5</c:v>
                </c:pt>
                <c:pt idx="776">
                  <c:v>67.599999999999994</c:v>
                </c:pt>
                <c:pt idx="777">
                  <c:v>67.7</c:v>
                </c:pt>
                <c:pt idx="778">
                  <c:v>67.8</c:v>
                </c:pt>
                <c:pt idx="779">
                  <c:v>67.900000000000006</c:v>
                </c:pt>
                <c:pt idx="780">
                  <c:v>68</c:v>
                </c:pt>
                <c:pt idx="781">
                  <c:v>68.099999999999994</c:v>
                </c:pt>
                <c:pt idx="782">
                  <c:v>68.2</c:v>
                </c:pt>
                <c:pt idx="783">
                  <c:v>68.3</c:v>
                </c:pt>
                <c:pt idx="784">
                  <c:v>68.400000000000006</c:v>
                </c:pt>
                <c:pt idx="785">
                  <c:v>68.5</c:v>
                </c:pt>
                <c:pt idx="786">
                  <c:v>68.599999999999994</c:v>
                </c:pt>
                <c:pt idx="787">
                  <c:v>68.7</c:v>
                </c:pt>
                <c:pt idx="788">
                  <c:v>68.8</c:v>
                </c:pt>
                <c:pt idx="789">
                  <c:v>68.900000000000006</c:v>
                </c:pt>
                <c:pt idx="790">
                  <c:v>69</c:v>
                </c:pt>
                <c:pt idx="791">
                  <c:v>69.099999999999994</c:v>
                </c:pt>
                <c:pt idx="792">
                  <c:v>69.2</c:v>
                </c:pt>
                <c:pt idx="793">
                  <c:v>69.3</c:v>
                </c:pt>
                <c:pt idx="794">
                  <c:v>69.400000000000006</c:v>
                </c:pt>
                <c:pt idx="795">
                  <c:v>69.5</c:v>
                </c:pt>
                <c:pt idx="796">
                  <c:v>69.599999999999994</c:v>
                </c:pt>
                <c:pt idx="797">
                  <c:v>69.7</c:v>
                </c:pt>
                <c:pt idx="798">
                  <c:v>69.8</c:v>
                </c:pt>
                <c:pt idx="799">
                  <c:v>69.900000000000006</c:v>
                </c:pt>
                <c:pt idx="800">
                  <c:v>70</c:v>
                </c:pt>
                <c:pt idx="801">
                  <c:v>70.099999999999994</c:v>
                </c:pt>
                <c:pt idx="802">
                  <c:v>70.2</c:v>
                </c:pt>
                <c:pt idx="803">
                  <c:v>70.3</c:v>
                </c:pt>
                <c:pt idx="804">
                  <c:v>70.400000000000006</c:v>
                </c:pt>
                <c:pt idx="805">
                  <c:v>70.5</c:v>
                </c:pt>
                <c:pt idx="806">
                  <c:v>70.599999999999994</c:v>
                </c:pt>
                <c:pt idx="807">
                  <c:v>70.7</c:v>
                </c:pt>
                <c:pt idx="808">
                  <c:v>70.8</c:v>
                </c:pt>
                <c:pt idx="809">
                  <c:v>70.900000000000006</c:v>
                </c:pt>
                <c:pt idx="810">
                  <c:v>71</c:v>
                </c:pt>
                <c:pt idx="811">
                  <c:v>71.099999999999994</c:v>
                </c:pt>
                <c:pt idx="812">
                  <c:v>71.2</c:v>
                </c:pt>
                <c:pt idx="813">
                  <c:v>71.3</c:v>
                </c:pt>
                <c:pt idx="814">
                  <c:v>71.400000000000006</c:v>
                </c:pt>
                <c:pt idx="815">
                  <c:v>71.5</c:v>
                </c:pt>
                <c:pt idx="816">
                  <c:v>71.599999999999994</c:v>
                </c:pt>
                <c:pt idx="817">
                  <c:v>71.7</c:v>
                </c:pt>
                <c:pt idx="818">
                  <c:v>71.8</c:v>
                </c:pt>
                <c:pt idx="819">
                  <c:v>71.900000000000006</c:v>
                </c:pt>
                <c:pt idx="820">
                  <c:v>72</c:v>
                </c:pt>
                <c:pt idx="821">
                  <c:v>72.099999999999994</c:v>
                </c:pt>
                <c:pt idx="822">
                  <c:v>72.2</c:v>
                </c:pt>
                <c:pt idx="823">
                  <c:v>72.3</c:v>
                </c:pt>
                <c:pt idx="824">
                  <c:v>72.400000000000006</c:v>
                </c:pt>
                <c:pt idx="825">
                  <c:v>72.5</c:v>
                </c:pt>
                <c:pt idx="826">
                  <c:v>72.599999999999994</c:v>
                </c:pt>
                <c:pt idx="827">
                  <c:v>72.7</c:v>
                </c:pt>
                <c:pt idx="828">
                  <c:v>72.8</c:v>
                </c:pt>
                <c:pt idx="829">
                  <c:v>72.900000000000006</c:v>
                </c:pt>
                <c:pt idx="830">
                  <c:v>73</c:v>
                </c:pt>
                <c:pt idx="831">
                  <c:v>73.099999999999994</c:v>
                </c:pt>
                <c:pt idx="832">
                  <c:v>73.2</c:v>
                </c:pt>
                <c:pt idx="833">
                  <c:v>73.3</c:v>
                </c:pt>
                <c:pt idx="834">
                  <c:v>73.400000000000006</c:v>
                </c:pt>
                <c:pt idx="835">
                  <c:v>73.5</c:v>
                </c:pt>
                <c:pt idx="836">
                  <c:v>73.599999999999994</c:v>
                </c:pt>
                <c:pt idx="837">
                  <c:v>73.7</c:v>
                </c:pt>
                <c:pt idx="838">
                  <c:v>73.8</c:v>
                </c:pt>
                <c:pt idx="839">
                  <c:v>73.900000000000006</c:v>
                </c:pt>
                <c:pt idx="840">
                  <c:v>74</c:v>
                </c:pt>
                <c:pt idx="841">
                  <c:v>74.099999999999994</c:v>
                </c:pt>
                <c:pt idx="842">
                  <c:v>74.2</c:v>
                </c:pt>
                <c:pt idx="843">
                  <c:v>74.3</c:v>
                </c:pt>
                <c:pt idx="844">
                  <c:v>74.400000000000006</c:v>
                </c:pt>
                <c:pt idx="845">
                  <c:v>74.5</c:v>
                </c:pt>
                <c:pt idx="846">
                  <c:v>74.599999999999994</c:v>
                </c:pt>
                <c:pt idx="847">
                  <c:v>74.7</c:v>
                </c:pt>
                <c:pt idx="848">
                  <c:v>74.8</c:v>
                </c:pt>
                <c:pt idx="849">
                  <c:v>74.900000000000006</c:v>
                </c:pt>
                <c:pt idx="850">
                  <c:v>75</c:v>
                </c:pt>
                <c:pt idx="851">
                  <c:v>75.099999999999994</c:v>
                </c:pt>
                <c:pt idx="852">
                  <c:v>75.2</c:v>
                </c:pt>
                <c:pt idx="853">
                  <c:v>75.3</c:v>
                </c:pt>
                <c:pt idx="854">
                  <c:v>75.400000000000006</c:v>
                </c:pt>
                <c:pt idx="855">
                  <c:v>75.5</c:v>
                </c:pt>
                <c:pt idx="856">
                  <c:v>75.599999999999994</c:v>
                </c:pt>
                <c:pt idx="857">
                  <c:v>75.7</c:v>
                </c:pt>
                <c:pt idx="858">
                  <c:v>75.8</c:v>
                </c:pt>
                <c:pt idx="859">
                  <c:v>75.900000000000006</c:v>
                </c:pt>
                <c:pt idx="860">
                  <c:v>76</c:v>
                </c:pt>
                <c:pt idx="861">
                  <c:v>76.099999999999994</c:v>
                </c:pt>
                <c:pt idx="862">
                  <c:v>76.2</c:v>
                </c:pt>
                <c:pt idx="863">
                  <c:v>76.3</c:v>
                </c:pt>
                <c:pt idx="864">
                  <c:v>76.400000000000006</c:v>
                </c:pt>
                <c:pt idx="865">
                  <c:v>76.5</c:v>
                </c:pt>
                <c:pt idx="866">
                  <c:v>76.599999999999994</c:v>
                </c:pt>
                <c:pt idx="867">
                  <c:v>76.7</c:v>
                </c:pt>
                <c:pt idx="868">
                  <c:v>76.8</c:v>
                </c:pt>
                <c:pt idx="869">
                  <c:v>76.900000000000006</c:v>
                </c:pt>
                <c:pt idx="870">
                  <c:v>77</c:v>
                </c:pt>
                <c:pt idx="871">
                  <c:v>77.099999999999994</c:v>
                </c:pt>
                <c:pt idx="872">
                  <c:v>77.2</c:v>
                </c:pt>
                <c:pt idx="873">
                  <c:v>77.3</c:v>
                </c:pt>
                <c:pt idx="874">
                  <c:v>77.400000000000006</c:v>
                </c:pt>
                <c:pt idx="875">
                  <c:v>77.5</c:v>
                </c:pt>
                <c:pt idx="876">
                  <c:v>77.599999999999994</c:v>
                </c:pt>
                <c:pt idx="877">
                  <c:v>77.7</c:v>
                </c:pt>
                <c:pt idx="878">
                  <c:v>77.8</c:v>
                </c:pt>
                <c:pt idx="879">
                  <c:v>77.900000000000006</c:v>
                </c:pt>
                <c:pt idx="880">
                  <c:v>78</c:v>
                </c:pt>
                <c:pt idx="881">
                  <c:v>78.099999999999994</c:v>
                </c:pt>
                <c:pt idx="882">
                  <c:v>78.2</c:v>
                </c:pt>
                <c:pt idx="883">
                  <c:v>78.3</c:v>
                </c:pt>
                <c:pt idx="884">
                  <c:v>78.400000000000006</c:v>
                </c:pt>
                <c:pt idx="885">
                  <c:v>78.5</c:v>
                </c:pt>
                <c:pt idx="886">
                  <c:v>78.599999999999994</c:v>
                </c:pt>
                <c:pt idx="887">
                  <c:v>78.7</c:v>
                </c:pt>
                <c:pt idx="888">
                  <c:v>78.8</c:v>
                </c:pt>
                <c:pt idx="889">
                  <c:v>78.900000000000006</c:v>
                </c:pt>
                <c:pt idx="890">
                  <c:v>79</c:v>
                </c:pt>
                <c:pt idx="891">
                  <c:v>79.099999999999994</c:v>
                </c:pt>
                <c:pt idx="892">
                  <c:v>79.2</c:v>
                </c:pt>
                <c:pt idx="893">
                  <c:v>79.3</c:v>
                </c:pt>
                <c:pt idx="894">
                  <c:v>79.400000000000006</c:v>
                </c:pt>
                <c:pt idx="895">
                  <c:v>79.5</c:v>
                </c:pt>
                <c:pt idx="896">
                  <c:v>79.599999999999994</c:v>
                </c:pt>
                <c:pt idx="897">
                  <c:v>79.7</c:v>
                </c:pt>
                <c:pt idx="898">
                  <c:v>79.8</c:v>
                </c:pt>
                <c:pt idx="899">
                  <c:v>79.900000000000006</c:v>
                </c:pt>
                <c:pt idx="900">
                  <c:v>80</c:v>
                </c:pt>
                <c:pt idx="901">
                  <c:v>80.099999999999994</c:v>
                </c:pt>
                <c:pt idx="902">
                  <c:v>80.2</c:v>
                </c:pt>
                <c:pt idx="903">
                  <c:v>80.3</c:v>
                </c:pt>
                <c:pt idx="904">
                  <c:v>80.400000000000006</c:v>
                </c:pt>
                <c:pt idx="905">
                  <c:v>80.5</c:v>
                </c:pt>
                <c:pt idx="906">
                  <c:v>80.599999999999994</c:v>
                </c:pt>
                <c:pt idx="907">
                  <c:v>80.7</c:v>
                </c:pt>
                <c:pt idx="908">
                  <c:v>80.8</c:v>
                </c:pt>
                <c:pt idx="909">
                  <c:v>80.900000000000006</c:v>
                </c:pt>
                <c:pt idx="910">
                  <c:v>81</c:v>
                </c:pt>
                <c:pt idx="911">
                  <c:v>81.099999999999994</c:v>
                </c:pt>
                <c:pt idx="912">
                  <c:v>81.2</c:v>
                </c:pt>
                <c:pt idx="913">
                  <c:v>81.3</c:v>
                </c:pt>
                <c:pt idx="914">
                  <c:v>81.400000000000006</c:v>
                </c:pt>
                <c:pt idx="915">
                  <c:v>81.5</c:v>
                </c:pt>
                <c:pt idx="916">
                  <c:v>81.599999999999994</c:v>
                </c:pt>
                <c:pt idx="917">
                  <c:v>81.7</c:v>
                </c:pt>
                <c:pt idx="918">
                  <c:v>81.8</c:v>
                </c:pt>
                <c:pt idx="919">
                  <c:v>81.900000000000006</c:v>
                </c:pt>
                <c:pt idx="920">
                  <c:v>82</c:v>
                </c:pt>
                <c:pt idx="921">
                  <c:v>82.1</c:v>
                </c:pt>
                <c:pt idx="922">
                  <c:v>82.2</c:v>
                </c:pt>
                <c:pt idx="923">
                  <c:v>82.3</c:v>
                </c:pt>
                <c:pt idx="924">
                  <c:v>82.4</c:v>
                </c:pt>
                <c:pt idx="925">
                  <c:v>82.5</c:v>
                </c:pt>
                <c:pt idx="926">
                  <c:v>82.6</c:v>
                </c:pt>
                <c:pt idx="927">
                  <c:v>82.7</c:v>
                </c:pt>
                <c:pt idx="928">
                  <c:v>82.8</c:v>
                </c:pt>
                <c:pt idx="929">
                  <c:v>82.9</c:v>
                </c:pt>
                <c:pt idx="930">
                  <c:v>83</c:v>
                </c:pt>
                <c:pt idx="931">
                  <c:v>83.1</c:v>
                </c:pt>
                <c:pt idx="932">
                  <c:v>83.2</c:v>
                </c:pt>
                <c:pt idx="933">
                  <c:v>83.3</c:v>
                </c:pt>
                <c:pt idx="934">
                  <c:v>83.4</c:v>
                </c:pt>
                <c:pt idx="935">
                  <c:v>83.5</c:v>
                </c:pt>
                <c:pt idx="936">
                  <c:v>83.6</c:v>
                </c:pt>
                <c:pt idx="937">
                  <c:v>83.7</c:v>
                </c:pt>
                <c:pt idx="938">
                  <c:v>83.8</c:v>
                </c:pt>
                <c:pt idx="939">
                  <c:v>83.9</c:v>
                </c:pt>
                <c:pt idx="940">
                  <c:v>84</c:v>
                </c:pt>
                <c:pt idx="941">
                  <c:v>84.1</c:v>
                </c:pt>
                <c:pt idx="942">
                  <c:v>84.2</c:v>
                </c:pt>
                <c:pt idx="943">
                  <c:v>84.3</c:v>
                </c:pt>
                <c:pt idx="944">
                  <c:v>84.4</c:v>
                </c:pt>
                <c:pt idx="945">
                  <c:v>84.5</c:v>
                </c:pt>
                <c:pt idx="946">
                  <c:v>84.6</c:v>
                </c:pt>
                <c:pt idx="947">
                  <c:v>84.7</c:v>
                </c:pt>
                <c:pt idx="948">
                  <c:v>84.8</c:v>
                </c:pt>
                <c:pt idx="949">
                  <c:v>84.9</c:v>
                </c:pt>
                <c:pt idx="950">
                  <c:v>85</c:v>
                </c:pt>
                <c:pt idx="951">
                  <c:v>85.1</c:v>
                </c:pt>
                <c:pt idx="952">
                  <c:v>85.2</c:v>
                </c:pt>
                <c:pt idx="953">
                  <c:v>85.3</c:v>
                </c:pt>
                <c:pt idx="954">
                  <c:v>85.4</c:v>
                </c:pt>
                <c:pt idx="955">
                  <c:v>85.5</c:v>
                </c:pt>
                <c:pt idx="956">
                  <c:v>85.6</c:v>
                </c:pt>
                <c:pt idx="957">
                  <c:v>85.7</c:v>
                </c:pt>
                <c:pt idx="958">
                  <c:v>85.8</c:v>
                </c:pt>
                <c:pt idx="959">
                  <c:v>85.9</c:v>
                </c:pt>
                <c:pt idx="960">
                  <c:v>86</c:v>
                </c:pt>
                <c:pt idx="961">
                  <c:v>86.1</c:v>
                </c:pt>
                <c:pt idx="962">
                  <c:v>86.2</c:v>
                </c:pt>
                <c:pt idx="963">
                  <c:v>86.3</c:v>
                </c:pt>
                <c:pt idx="964">
                  <c:v>86.4</c:v>
                </c:pt>
                <c:pt idx="965">
                  <c:v>86.5</c:v>
                </c:pt>
                <c:pt idx="966">
                  <c:v>86.6</c:v>
                </c:pt>
                <c:pt idx="967">
                  <c:v>86.7</c:v>
                </c:pt>
                <c:pt idx="968">
                  <c:v>86.8</c:v>
                </c:pt>
                <c:pt idx="969">
                  <c:v>86.9</c:v>
                </c:pt>
                <c:pt idx="970">
                  <c:v>87</c:v>
                </c:pt>
                <c:pt idx="971">
                  <c:v>87.1</c:v>
                </c:pt>
                <c:pt idx="972">
                  <c:v>87.2</c:v>
                </c:pt>
                <c:pt idx="973">
                  <c:v>87.3</c:v>
                </c:pt>
                <c:pt idx="974">
                  <c:v>87.4</c:v>
                </c:pt>
                <c:pt idx="975">
                  <c:v>87.5</c:v>
                </c:pt>
                <c:pt idx="976">
                  <c:v>87.6</c:v>
                </c:pt>
                <c:pt idx="977">
                  <c:v>87.7</c:v>
                </c:pt>
                <c:pt idx="978">
                  <c:v>87.8</c:v>
                </c:pt>
                <c:pt idx="979">
                  <c:v>87.9</c:v>
                </c:pt>
                <c:pt idx="980">
                  <c:v>88</c:v>
                </c:pt>
                <c:pt idx="981">
                  <c:v>88.1</c:v>
                </c:pt>
                <c:pt idx="982">
                  <c:v>88.2</c:v>
                </c:pt>
                <c:pt idx="983">
                  <c:v>88.3</c:v>
                </c:pt>
                <c:pt idx="984">
                  <c:v>88.4</c:v>
                </c:pt>
                <c:pt idx="985">
                  <c:v>88.5</c:v>
                </c:pt>
                <c:pt idx="986">
                  <c:v>88.6</c:v>
                </c:pt>
                <c:pt idx="987">
                  <c:v>88.7</c:v>
                </c:pt>
                <c:pt idx="988">
                  <c:v>88.8</c:v>
                </c:pt>
                <c:pt idx="989">
                  <c:v>88.9</c:v>
                </c:pt>
                <c:pt idx="990">
                  <c:v>89</c:v>
                </c:pt>
                <c:pt idx="991">
                  <c:v>89.1</c:v>
                </c:pt>
                <c:pt idx="992">
                  <c:v>89.2</c:v>
                </c:pt>
                <c:pt idx="993">
                  <c:v>89.3</c:v>
                </c:pt>
                <c:pt idx="994">
                  <c:v>89.4</c:v>
                </c:pt>
                <c:pt idx="995">
                  <c:v>89.5</c:v>
                </c:pt>
                <c:pt idx="996">
                  <c:v>89.6</c:v>
                </c:pt>
                <c:pt idx="997">
                  <c:v>89.7</c:v>
                </c:pt>
                <c:pt idx="998">
                  <c:v>89.8</c:v>
                </c:pt>
                <c:pt idx="999">
                  <c:v>89.9</c:v>
                </c:pt>
                <c:pt idx="1000">
                  <c:v>90</c:v>
                </c:pt>
                <c:pt idx="1001">
                  <c:v>90.1</c:v>
                </c:pt>
                <c:pt idx="1002">
                  <c:v>90.2</c:v>
                </c:pt>
                <c:pt idx="1003">
                  <c:v>90.3</c:v>
                </c:pt>
                <c:pt idx="1004">
                  <c:v>90.4</c:v>
                </c:pt>
                <c:pt idx="1005">
                  <c:v>90.5</c:v>
                </c:pt>
                <c:pt idx="1006">
                  <c:v>90.6</c:v>
                </c:pt>
                <c:pt idx="1007">
                  <c:v>90.7</c:v>
                </c:pt>
                <c:pt idx="1008">
                  <c:v>90.8</c:v>
                </c:pt>
                <c:pt idx="1009">
                  <c:v>90.9</c:v>
                </c:pt>
                <c:pt idx="1010">
                  <c:v>91</c:v>
                </c:pt>
                <c:pt idx="1011">
                  <c:v>91.1</c:v>
                </c:pt>
                <c:pt idx="1012">
                  <c:v>91.2</c:v>
                </c:pt>
                <c:pt idx="1013">
                  <c:v>91.3</c:v>
                </c:pt>
                <c:pt idx="1014">
                  <c:v>91.4</c:v>
                </c:pt>
                <c:pt idx="1015">
                  <c:v>91.5</c:v>
                </c:pt>
                <c:pt idx="1016">
                  <c:v>91.6</c:v>
                </c:pt>
                <c:pt idx="1017">
                  <c:v>91.7</c:v>
                </c:pt>
                <c:pt idx="1018">
                  <c:v>91.8</c:v>
                </c:pt>
                <c:pt idx="1019">
                  <c:v>91.9</c:v>
                </c:pt>
                <c:pt idx="1020">
                  <c:v>92</c:v>
                </c:pt>
                <c:pt idx="1021">
                  <c:v>92.1</c:v>
                </c:pt>
                <c:pt idx="1022">
                  <c:v>92.2</c:v>
                </c:pt>
                <c:pt idx="1023">
                  <c:v>92.3</c:v>
                </c:pt>
                <c:pt idx="1024">
                  <c:v>92.4</c:v>
                </c:pt>
                <c:pt idx="1025">
                  <c:v>92.5</c:v>
                </c:pt>
                <c:pt idx="1026">
                  <c:v>92.6</c:v>
                </c:pt>
                <c:pt idx="1027">
                  <c:v>92.7</c:v>
                </c:pt>
                <c:pt idx="1028">
                  <c:v>92.8</c:v>
                </c:pt>
                <c:pt idx="1029">
                  <c:v>92.9</c:v>
                </c:pt>
                <c:pt idx="1030">
                  <c:v>93</c:v>
                </c:pt>
                <c:pt idx="1031">
                  <c:v>93.1</c:v>
                </c:pt>
                <c:pt idx="1032">
                  <c:v>93.2</c:v>
                </c:pt>
                <c:pt idx="1033">
                  <c:v>93.3</c:v>
                </c:pt>
                <c:pt idx="1034">
                  <c:v>93.4</c:v>
                </c:pt>
                <c:pt idx="1035">
                  <c:v>93.5</c:v>
                </c:pt>
                <c:pt idx="1036">
                  <c:v>93.6</c:v>
                </c:pt>
                <c:pt idx="1037">
                  <c:v>93.7</c:v>
                </c:pt>
                <c:pt idx="1038">
                  <c:v>93.8</c:v>
                </c:pt>
                <c:pt idx="1039">
                  <c:v>93.9</c:v>
                </c:pt>
                <c:pt idx="1040">
                  <c:v>94</c:v>
                </c:pt>
                <c:pt idx="1041">
                  <c:v>94.1</c:v>
                </c:pt>
                <c:pt idx="1042">
                  <c:v>94.2</c:v>
                </c:pt>
                <c:pt idx="1043">
                  <c:v>94.3</c:v>
                </c:pt>
                <c:pt idx="1044">
                  <c:v>94.4</c:v>
                </c:pt>
                <c:pt idx="1045">
                  <c:v>94.5</c:v>
                </c:pt>
                <c:pt idx="1046">
                  <c:v>94.6</c:v>
                </c:pt>
                <c:pt idx="1047">
                  <c:v>94.7</c:v>
                </c:pt>
                <c:pt idx="1048">
                  <c:v>94.8</c:v>
                </c:pt>
                <c:pt idx="1049">
                  <c:v>94.9</c:v>
                </c:pt>
                <c:pt idx="1050">
                  <c:v>95</c:v>
                </c:pt>
                <c:pt idx="1051">
                  <c:v>95.1</c:v>
                </c:pt>
                <c:pt idx="1052">
                  <c:v>95.2</c:v>
                </c:pt>
                <c:pt idx="1053">
                  <c:v>95.3</c:v>
                </c:pt>
                <c:pt idx="1054">
                  <c:v>95.4</c:v>
                </c:pt>
                <c:pt idx="1055">
                  <c:v>95.5</c:v>
                </c:pt>
                <c:pt idx="1056">
                  <c:v>95.6</c:v>
                </c:pt>
                <c:pt idx="1057">
                  <c:v>95.7</c:v>
                </c:pt>
                <c:pt idx="1058">
                  <c:v>95.8</c:v>
                </c:pt>
                <c:pt idx="1059">
                  <c:v>95.9</c:v>
                </c:pt>
                <c:pt idx="1060">
                  <c:v>96</c:v>
                </c:pt>
                <c:pt idx="1061">
                  <c:v>96.1</c:v>
                </c:pt>
                <c:pt idx="1062">
                  <c:v>96.2</c:v>
                </c:pt>
                <c:pt idx="1063">
                  <c:v>96.3</c:v>
                </c:pt>
                <c:pt idx="1064">
                  <c:v>96.4</c:v>
                </c:pt>
                <c:pt idx="1065">
                  <c:v>96.5</c:v>
                </c:pt>
                <c:pt idx="1066">
                  <c:v>96.6</c:v>
                </c:pt>
                <c:pt idx="1067">
                  <c:v>96.7</c:v>
                </c:pt>
                <c:pt idx="1068">
                  <c:v>96.8</c:v>
                </c:pt>
                <c:pt idx="1069">
                  <c:v>96.9</c:v>
                </c:pt>
                <c:pt idx="1070">
                  <c:v>97</c:v>
                </c:pt>
                <c:pt idx="1071">
                  <c:v>97.1</c:v>
                </c:pt>
                <c:pt idx="1072">
                  <c:v>97.2</c:v>
                </c:pt>
                <c:pt idx="1073">
                  <c:v>97.3</c:v>
                </c:pt>
                <c:pt idx="1074">
                  <c:v>97.4</c:v>
                </c:pt>
                <c:pt idx="1075">
                  <c:v>97.5</c:v>
                </c:pt>
                <c:pt idx="1076">
                  <c:v>97.6</c:v>
                </c:pt>
                <c:pt idx="1077">
                  <c:v>97.7</c:v>
                </c:pt>
                <c:pt idx="1078">
                  <c:v>97.8</c:v>
                </c:pt>
                <c:pt idx="1079">
                  <c:v>97.9</c:v>
                </c:pt>
                <c:pt idx="1080">
                  <c:v>98</c:v>
                </c:pt>
                <c:pt idx="1081">
                  <c:v>98.1</c:v>
                </c:pt>
                <c:pt idx="1082">
                  <c:v>98.2</c:v>
                </c:pt>
                <c:pt idx="1083">
                  <c:v>98.3</c:v>
                </c:pt>
                <c:pt idx="1084">
                  <c:v>98.4</c:v>
                </c:pt>
                <c:pt idx="1085">
                  <c:v>98.5</c:v>
                </c:pt>
                <c:pt idx="1086">
                  <c:v>98.6</c:v>
                </c:pt>
                <c:pt idx="1087">
                  <c:v>98.7</c:v>
                </c:pt>
                <c:pt idx="1088">
                  <c:v>98.8</c:v>
                </c:pt>
                <c:pt idx="1089">
                  <c:v>98.9</c:v>
                </c:pt>
                <c:pt idx="1090">
                  <c:v>99</c:v>
                </c:pt>
                <c:pt idx="1091">
                  <c:v>99.1</c:v>
                </c:pt>
                <c:pt idx="1092">
                  <c:v>99.2</c:v>
                </c:pt>
                <c:pt idx="1093">
                  <c:v>99.3</c:v>
                </c:pt>
                <c:pt idx="1094">
                  <c:v>99.4</c:v>
                </c:pt>
                <c:pt idx="1095">
                  <c:v>99.5</c:v>
                </c:pt>
                <c:pt idx="1096">
                  <c:v>99.6</c:v>
                </c:pt>
                <c:pt idx="1097">
                  <c:v>99.7</c:v>
                </c:pt>
                <c:pt idx="1098">
                  <c:v>99.8</c:v>
                </c:pt>
                <c:pt idx="1099">
                  <c:v>99.9</c:v>
                </c:pt>
                <c:pt idx="1100">
                  <c:v>100</c:v>
                </c:pt>
              </c:numCache>
            </c:numRef>
          </c:cat>
          <c:val>
            <c:numRef>
              <c:f>Sheet9!$C$2:$C$1102</c:f>
              <c:numCache>
                <c:formatCode>0.00E+00</c:formatCode>
                <c:ptCount val="1101"/>
                <c:pt idx="0">
                  <c:v>6511930000</c:v>
                </c:pt>
                <c:pt idx="1">
                  <c:v>6511930000</c:v>
                </c:pt>
                <c:pt idx="2">
                  <c:v>6511930000</c:v>
                </c:pt>
                <c:pt idx="3">
                  <c:v>6511930000</c:v>
                </c:pt>
                <c:pt idx="4">
                  <c:v>6511930000</c:v>
                </c:pt>
                <c:pt idx="5">
                  <c:v>6511930000</c:v>
                </c:pt>
                <c:pt idx="6">
                  <c:v>6511930000</c:v>
                </c:pt>
                <c:pt idx="7">
                  <c:v>6511930000</c:v>
                </c:pt>
                <c:pt idx="8">
                  <c:v>6511930000</c:v>
                </c:pt>
                <c:pt idx="9">
                  <c:v>6511930000</c:v>
                </c:pt>
                <c:pt idx="10">
                  <c:v>6511930000</c:v>
                </c:pt>
                <c:pt idx="11">
                  <c:v>6511930000</c:v>
                </c:pt>
                <c:pt idx="12">
                  <c:v>6511930000</c:v>
                </c:pt>
                <c:pt idx="13">
                  <c:v>6511930000</c:v>
                </c:pt>
                <c:pt idx="14">
                  <c:v>6511930000</c:v>
                </c:pt>
                <c:pt idx="15">
                  <c:v>6511930000</c:v>
                </c:pt>
                <c:pt idx="16">
                  <c:v>6511930000</c:v>
                </c:pt>
                <c:pt idx="17">
                  <c:v>6511930000</c:v>
                </c:pt>
                <c:pt idx="18">
                  <c:v>6511930000</c:v>
                </c:pt>
                <c:pt idx="19">
                  <c:v>6511930000</c:v>
                </c:pt>
                <c:pt idx="20">
                  <c:v>6511930000</c:v>
                </c:pt>
                <c:pt idx="21">
                  <c:v>6511930000</c:v>
                </c:pt>
                <c:pt idx="22">
                  <c:v>6511930000</c:v>
                </c:pt>
                <c:pt idx="23">
                  <c:v>6511930000</c:v>
                </c:pt>
                <c:pt idx="24">
                  <c:v>6511930000</c:v>
                </c:pt>
                <c:pt idx="25">
                  <c:v>6511930000</c:v>
                </c:pt>
                <c:pt idx="26">
                  <c:v>6511930000</c:v>
                </c:pt>
                <c:pt idx="27">
                  <c:v>6511930000</c:v>
                </c:pt>
                <c:pt idx="28">
                  <c:v>6511930000</c:v>
                </c:pt>
                <c:pt idx="29">
                  <c:v>6511930000</c:v>
                </c:pt>
                <c:pt idx="30">
                  <c:v>6511930000</c:v>
                </c:pt>
                <c:pt idx="31">
                  <c:v>6511930000</c:v>
                </c:pt>
                <c:pt idx="32">
                  <c:v>6511930000</c:v>
                </c:pt>
                <c:pt idx="33">
                  <c:v>6511930000</c:v>
                </c:pt>
                <c:pt idx="34">
                  <c:v>6511930000</c:v>
                </c:pt>
                <c:pt idx="35">
                  <c:v>6511930000</c:v>
                </c:pt>
                <c:pt idx="36">
                  <c:v>6511930000</c:v>
                </c:pt>
                <c:pt idx="37">
                  <c:v>6511930000</c:v>
                </c:pt>
                <c:pt idx="38">
                  <c:v>6511930000</c:v>
                </c:pt>
                <c:pt idx="39">
                  <c:v>6511930000</c:v>
                </c:pt>
                <c:pt idx="40">
                  <c:v>6511930000</c:v>
                </c:pt>
                <c:pt idx="41">
                  <c:v>6511930000</c:v>
                </c:pt>
                <c:pt idx="42">
                  <c:v>6511930000</c:v>
                </c:pt>
                <c:pt idx="43">
                  <c:v>6511930000</c:v>
                </c:pt>
                <c:pt idx="44">
                  <c:v>6511930000</c:v>
                </c:pt>
                <c:pt idx="45">
                  <c:v>6511930000</c:v>
                </c:pt>
                <c:pt idx="46">
                  <c:v>6511930000</c:v>
                </c:pt>
                <c:pt idx="47">
                  <c:v>6511930000</c:v>
                </c:pt>
                <c:pt idx="48">
                  <c:v>6511930000</c:v>
                </c:pt>
                <c:pt idx="49">
                  <c:v>6511930000</c:v>
                </c:pt>
                <c:pt idx="50">
                  <c:v>6511930000</c:v>
                </c:pt>
                <c:pt idx="51">
                  <c:v>6511930000</c:v>
                </c:pt>
                <c:pt idx="52">
                  <c:v>6511930000</c:v>
                </c:pt>
                <c:pt idx="53">
                  <c:v>6511930000</c:v>
                </c:pt>
                <c:pt idx="54">
                  <c:v>6511930000</c:v>
                </c:pt>
                <c:pt idx="55">
                  <c:v>6511930000</c:v>
                </c:pt>
                <c:pt idx="56">
                  <c:v>6511930000</c:v>
                </c:pt>
                <c:pt idx="57">
                  <c:v>6511930000</c:v>
                </c:pt>
                <c:pt idx="58">
                  <c:v>6511930000</c:v>
                </c:pt>
                <c:pt idx="59">
                  <c:v>6511930000</c:v>
                </c:pt>
                <c:pt idx="60">
                  <c:v>6511930000</c:v>
                </c:pt>
                <c:pt idx="61">
                  <c:v>6511930000</c:v>
                </c:pt>
                <c:pt idx="62">
                  <c:v>6511930000</c:v>
                </c:pt>
                <c:pt idx="63">
                  <c:v>6511930000</c:v>
                </c:pt>
                <c:pt idx="64">
                  <c:v>6511930000</c:v>
                </c:pt>
                <c:pt idx="65">
                  <c:v>6511930000</c:v>
                </c:pt>
                <c:pt idx="66">
                  <c:v>6511930000</c:v>
                </c:pt>
                <c:pt idx="67">
                  <c:v>6511930000</c:v>
                </c:pt>
                <c:pt idx="68">
                  <c:v>6511930000</c:v>
                </c:pt>
                <c:pt idx="69">
                  <c:v>6511930000</c:v>
                </c:pt>
                <c:pt idx="70">
                  <c:v>6511930000</c:v>
                </c:pt>
                <c:pt idx="71">
                  <c:v>6511930000</c:v>
                </c:pt>
                <c:pt idx="72">
                  <c:v>6511930000</c:v>
                </c:pt>
                <c:pt idx="73">
                  <c:v>6511930000</c:v>
                </c:pt>
                <c:pt idx="74">
                  <c:v>6511930000</c:v>
                </c:pt>
                <c:pt idx="75">
                  <c:v>6511930000</c:v>
                </c:pt>
                <c:pt idx="76">
                  <c:v>6511930000</c:v>
                </c:pt>
                <c:pt idx="77">
                  <c:v>6511930000</c:v>
                </c:pt>
                <c:pt idx="78">
                  <c:v>6511930000</c:v>
                </c:pt>
                <c:pt idx="79">
                  <c:v>6511930000</c:v>
                </c:pt>
                <c:pt idx="80">
                  <c:v>6511930000</c:v>
                </c:pt>
                <c:pt idx="81">
                  <c:v>6511930000</c:v>
                </c:pt>
                <c:pt idx="82">
                  <c:v>6511930000</c:v>
                </c:pt>
                <c:pt idx="83">
                  <c:v>6511930000</c:v>
                </c:pt>
                <c:pt idx="84">
                  <c:v>6511930000</c:v>
                </c:pt>
                <c:pt idx="85">
                  <c:v>6511930000</c:v>
                </c:pt>
                <c:pt idx="86">
                  <c:v>6511930000</c:v>
                </c:pt>
                <c:pt idx="87">
                  <c:v>6511930000</c:v>
                </c:pt>
                <c:pt idx="88">
                  <c:v>6511930000</c:v>
                </c:pt>
                <c:pt idx="89">
                  <c:v>6511930000</c:v>
                </c:pt>
                <c:pt idx="90">
                  <c:v>6511930000</c:v>
                </c:pt>
                <c:pt idx="91">
                  <c:v>6511930000</c:v>
                </c:pt>
                <c:pt idx="92">
                  <c:v>6511930000</c:v>
                </c:pt>
                <c:pt idx="93">
                  <c:v>6511930000</c:v>
                </c:pt>
                <c:pt idx="94">
                  <c:v>6511930000</c:v>
                </c:pt>
                <c:pt idx="95">
                  <c:v>6511930000</c:v>
                </c:pt>
                <c:pt idx="96">
                  <c:v>6511930000</c:v>
                </c:pt>
                <c:pt idx="97">
                  <c:v>6511930000</c:v>
                </c:pt>
                <c:pt idx="98">
                  <c:v>6511930000</c:v>
                </c:pt>
                <c:pt idx="99">
                  <c:v>6511930000</c:v>
                </c:pt>
                <c:pt idx="100">
                  <c:v>6511930000</c:v>
                </c:pt>
                <c:pt idx="101">
                  <c:v>6511930000</c:v>
                </c:pt>
                <c:pt idx="102">
                  <c:v>6511930000</c:v>
                </c:pt>
                <c:pt idx="103">
                  <c:v>6511930000</c:v>
                </c:pt>
                <c:pt idx="104">
                  <c:v>6511930000</c:v>
                </c:pt>
                <c:pt idx="105">
                  <c:v>6511930000</c:v>
                </c:pt>
                <c:pt idx="106">
                  <c:v>6511930000</c:v>
                </c:pt>
                <c:pt idx="107">
                  <c:v>6511930000</c:v>
                </c:pt>
                <c:pt idx="108">
                  <c:v>6511930000</c:v>
                </c:pt>
                <c:pt idx="109">
                  <c:v>6511930000</c:v>
                </c:pt>
                <c:pt idx="110">
                  <c:v>6511930000</c:v>
                </c:pt>
                <c:pt idx="111">
                  <c:v>6511930000</c:v>
                </c:pt>
                <c:pt idx="112">
                  <c:v>6511930000</c:v>
                </c:pt>
                <c:pt idx="113">
                  <c:v>6511930000</c:v>
                </c:pt>
                <c:pt idx="114">
                  <c:v>6511930000</c:v>
                </c:pt>
                <c:pt idx="115">
                  <c:v>6511930000</c:v>
                </c:pt>
                <c:pt idx="116">
                  <c:v>6511930000</c:v>
                </c:pt>
                <c:pt idx="117">
                  <c:v>6511930000</c:v>
                </c:pt>
                <c:pt idx="118">
                  <c:v>6511930000</c:v>
                </c:pt>
                <c:pt idx="119">
                  <c:v>6511930000</c:v>
                </c:pt>
                <c:pt idx="120">
                  <c:v>6511930000</c:v>
                </c:pt>
                <c:pt idx="121">
                  <c:v>6511930000</c:v>
                </c:pt>
                <c:pt idx="122">
                  <c:v>6511930000</c:v>
                </c:pt>
                <c:pt idx="123">
                  <c:v>6511930000</c:v>
                </c:pt>
                <c:pt idx="124">
                  <c:v>6511930000</c:v>
                </c:pt>
                <c:pt idx="125">
                  <c:v>6511930000</c:v>
                </c:pt>
                <c:pt idx="126">
                  <c:v>6511930000</c:v>
                </c:pt>
                <c:pt idx="127">
                  <c:v>6511930000</c:v>
                </c:pt>
                <c:pt idx="128">
                  <c:v>6511930000</c:v>
                </c:pt>
                <c:pt idx="129">
                  <c:v>6511930000</c:v>
                </c:pt>
                <c:pt idx="130">
                  <c:v>6511930000</c:v>
                </c:pt>
                <c:pt idx="131">
                  <c:v>6511930000</c:v>
                </c:pt>
                <c:pt idx="132">
                  <c:v>6511930000</c:v>
                </c:pt>
                <c:pt idx="133">
                  <c:v>6511930000</c:v>
                </c:pt>
                <c:pt idx="134">
                  <c:v>6511930000</c:v>
                </c:pt>
                <c:pt idx="135">
                  <c:v>6511930000</c:v>
                </c:pt>
                <c:pt idx="136">
                  <c:v>6511930000</c:v>
                </c:pt>
                <c:pt idx="137">
                  <c:v>6511930000</c:v>
                </c:pt>
                <c:pt idx="138">
                  <c:v>6511930000</c:v>
                </c:pt>
                <c:pt idx="139">
                  <c:v>6511930000</c:v>
                </c:pt>
                <c:pt idx="140">
                  <c:v>6511930000</c:v>
                </c:pt>
                <c:pt idx="141">
                  <c:v>6511930000</c:v>
                </c:pt>
                <c:pt idx="142">
                  <c:v>6511930000</c:v>
                </c:pt>
                <c:pt idx="143">
                  <c:v>6511930000</c:v>
                </c:pt>
                <c:pt idx="144">
                  <c:v>6511930000</c:v>
                </c:pt>
                <c:pt idx="145">
                  <c:v>6511930000</c:v>
                </c:pt>
                <c:pt idx="146">
                  <c:v>6511930000</c:v>
                </c:pt>
                <c:pt idx="147">
                  <c:v>6511930000</c:v>
                </c:pt>
                <c:pt idx="148">
                  <c:v>6511930000</c:v>
                </c:pt>
                <c:pt idx="149">
                  <c:v>6511930000</c:v>
                </c:pt>
                <c:pt idx="150">
                  <c:v>6511930000</c:v>
                </c:pt>
                <c:pt idx="151">
                  <c:v>6511930000</c:v>
                </c:pt>
                <c:pt idx="152">
                  <c:v>6511930000</c:v>
                </c:pt>
                <c:pt idx="153">
                  <c:v>6511930000</c:v>
                </c:pt>
                <c:pt idx="154">
                  <c:v>6511930000</c:v>
                </c:pt>
                <c:pt idx="155">
                  <c:v>6511930000</c:v>
                </c:pt>
                <c:pt idx="156">
                  <c:v>6511930000</c:v>
                </c:pt>
                <c:pt idx="157">
                  <c:v>6511930000</c:v>
                </c:pt>
                <c:pt idx="158">
                  <c:v>6511930000</c:v>
                </c:pt>
                <c:pt idx="159">
                  <c:v>6511930000</c:v>
                </c:pt>
                <c:pt idx="160">
                  <c:v>6511930000</c:v>
                </c:pt>
                <c:pt idx="161">
                  <c:v>6511930000</c:v>
                </c:pt>
                <c:pt idx="162">
                  <c:v>6511930000</c:v>
                </c:pt>
                <c:pt idx="163">
                  <c:v>6511930000</c:v>
                </c:pt>
                <c:pt idx="164">
                  <c:v>6511930000</c:v>
                </c:pt>
                <c:pt idx="165">
                  <c:v>6511930000</c:v>
                </c:pt>
                <c:pt idx="166">
                  <c:v>6511930000</c:v>
                </c:pt>
                <c:pt idx="167">
                  <c:v>6511930000</c:v>
                </c:pt>
                <c:pt idx="168">
                  <c:v>6511930000</c:v>
                </c:pt>
                <c:pt idx="169">
                  <c:v>6511930000</c:v>
                </c:pt>
                <c:pt idx="170">
                  <c:v>6511930000</c:v>
                </c:pt>
                <c:pt idx="171">
                  <c:v>6511930000</c:v>
                </c:pt>
                <c:pt idx="172">
                  <c:v>6511930000</c:v>
                </c:pt>
                <c:pt idx="173">
                  <c:v>6511930000</c:v>
                </c:pt>
                <c:pt idx="174">
                  <c:v>6511930000</c:v>
                </c:pt>
                <c:pt idx="175">
                  <c:v>6511930000</c:v>
                </c:pt>
                <c:pt idx="176">
                  <c:v>6511930000</c:v>
                </c:pt>
                <c:pt idx="177">
                  <c:v>6511930000</c:v>
                </c:pt>
                <c:pt idx="178">
                  <c:v>6511930000</c:v>
                </c:pt>
                <c:pt idx="179">
                  <c:v>6511930000</c:v>
                </c:pt>
                <c:pt idx="180">
                  <c:v>6511930000</c:v>
                </c:pt>
                <c:pt idx="181">
                  <c:v>6511930000</c:v>
                </c:pt>
                <c:pt idx="182">
                  <c:v>6511930000</c:v>
                </c:pt>
                <c:pt idx="183">
                  <c:v>6511930000</c:v>
                </c:pt>
                <c:pt idx="184">
                  <c:v>6511930000</c:v>
                </c:pt>
                <c:pt idx="185">
                  <c:v>6511930000</c:v>
                </c:pt>
                <c:pt idx="186">
                  <c:v>6511930000</c:v>
                </c:pt>
                <c:pt idx="187">
                  <c:v>6511930000</c:v>
                </c:pt>
                <c:pt idx="188">
                  <c:v>6511930000</c:v>
                </c:pt>
                <c:pt idx="189">
                  <c:v>6511930000</c:v>
                </c:pt>
                <c:pt idx="190">
                  <c:v>6511930000</c:v>
                </c:pt>
                <c:pt idx="191">
                  <c:v>6511930000</c:v>
                </c:pt>
                <c:pt idx="192">
                  <c:v>6511930000</c:v>
                </c:pt>
                <c:pt idx="193">
                  <c:v>6511930000</c:v>
                </c:pt>
                <c:pt idx="194">
                  <c:v>6511930000</c:v>
                </c:pt>
                <c:pt idx="195">
                  <c:v>6511930000</c:v>
                </c:pt>
                <c:pt idx="196">
                  <c:v>6511930000</c:v>
                </c:pt>
                <c:pt idx="197">
                  <c:v>6511930000</c:v>
                </c:pt>
                <c:pt idx="198">
                  <c:v>6511930000</c:v>
                </c:pt>
                <c:pt idx="199">
                  <c:v>6511930000</c:v>
                </c:pt>
                <c:pt idx="200">
                  <c:v>6511930000</c:v>
                </c:pt>
                <c:pt idx="201">
                  <c:v>6511930000</c:v>
                </c:pt>
                <c:pt idx="202">
                  <c:v>6511930000</c:v>
                </c:pt>
                <c:pt idx="203">
                  <c:v>6511930000</c:v>
                </c:pt>
                <c:pt idx="204">
                  <c:v>6511930000</c:v>
                </c:pt>
                <c:pt idx="205">
                  <c:v>6511930000</c:v>
                </c:pt>
                <c:pt idx="206">
                  <c:v>6511930000</c:v>
                </c:pt>
                <c:pt idx="207">
                  <c:v>6511930000</c:v>
                </c:pt>
                <c:pt idx="208">
                  <c:v>6511930000</c:v>
                </c:pt>
                <c:pt idx="209">
                  <c:v>6511930000</c:v>
                </c:pt>
                <c:pt idx="210">
                  <c:v>6511930000</c:v>
                </c:pt>
                <c:pt idx="211">
                  <c:v>6511930000</c:v>
                </c:pt>
                <c:pt idx="212">
                  <c:v>6511930000</c:v>
                </c:pt>
                <c:pt idx="213">
                  <c:v>6511930000</c:v>
                </c:pt>
                <c:pt idx="214">
                  <c:v>6511930000</c:v>
                </c:pt>
                <c:pt idx="215">
                  <c:v>6511930000</c:v>
                </c:pt>
                <c:pt idx="216">
                  <c:v>6511930000</c:v>
                </c:pt>
                <c:pt idx="217">
                  <c:v>6511930000</c:v>
                </c:pt>
                <c:pt idx="218">
                  <c:v>6511930000</c:v>
                </c:pt>
                <c:pt idx="219">
                  <c:v>6511930000</c:v>
                </c:pt>
                <c:pt idx="220">
                  <c:v>6511930000</c:v>
                </c:pt>
                <c:pt idx="221">
                  <c:v>6511930000</c:v>
                </c:pt>
                <c:pt idx="222">
                  <c:v>6511930000</c:v>
                </c:pt>
                <c:pt idx="223">
                  <c:v>6511930000</c:v>
                </c:pt>
                <c:pt idx="224">
                  <c:v>6511930000</c:v>
                </c:pt>
                <c:pt idx="225">
                  <c:v>6511930000</c:v>
                </c:pt>
                <c:pt idx="226">
                  <c:v>6511930000</c:v>
                </c:pt>
                <c:pt idx="227">
                  <c:v>6511930000</c:v>
                </c:pt>
                <c:pt idx="228">
                  <c:v>6511930000</c:v>
                </c:pt>
                <c:pt idx="229">
                  <c:v>6511930000</c:v>
                </c:pt>
                <c:pt idx="230">
                  <c:v>6511930000</c:v>
                </c:pt>
                <c:pt idx="231">
                  <c:v>6511930000</c:v>
                </c:pt>
                <c:pt idx="232">
                  <c:v>6511930000</c:v>
                </c:pt>
                <c:pt idx="233">
                  <c:v>6511930000</c:v>
                </c:pt>
                <c:pt idx="234">
                  <c:v>6511930000</c:v>
                </c:pt>
                <c:pt idx="235">
                  <c:v>6511930000</c:v>
                </c:pt>
                <c:pt idx="236">
                  <c:v>6511930000</c:v>
                </c:pt>
                <c:pt idx="237">
                  <c:v>6511930000</c:v>
                </c:pt>
                <c:pt idx="238">
                  <c:v>6511930000</c:v>
                </c:pt>
                <c:pt idx="239">
                  <c:v>6511930000</c:v>
                </c:pt>
                <c:pt idx="240">
                  <c:v>6511930000</c:v>
                </c:pt>
                <c:pt idx="241">
                  <c:v>6511930000</c:v>
                </c:pt>
                <c:pt idx="242">
                  <c:v>6511930000</c:v>
                </c:pt>
                <c:pt idx="243">
                  <c:v>6511930000</c:v>
                </c:pt>
                <c:pt idx="244">
                  <c:v>6511930000</c:v>
                </c:pt>
                <c:pt idx="245">
                  <c:v>6511930000</c:v>
                </c:pt>
                <c:pt idx="246">
                  <c:v>6511930000</c:v>
                </c:pt>
                <c:pt idx="247">
                  <c:v>6511930000</c:v>
                </c:pt>
                <c:pt idx="248">
                  <c:v>6511930000</c:v>
                </c:pt>
                <c:pt idx="249">
                  <c:v>6511930000</c:v>
                </c:pt>
                <c:pt idx="250">
                  <c:v>6511930000</c:v>
                </c:pt>
                <c:pt idx="251">
                  <c:v>6511930000</c:v>
                </c:pt>
                <c:pt idx="252">
                  <c:v>6511930000</c:v>
                </c:pt>
                <c:pt idx="253">
                  <c:v>6511930000</c:v>
                </c:pt>
                <c:pt idx="254">
                  <c:v>6511930000</c:v>
                </c:pt>
                <c:pt idx="255">
                  <c:v>6511930000</c:v>
                </c:pt>
                <c:pt idx="256">
                  <c:v>6511930000</c:v>
                </c:pt>
                <c:pt idx="257">
                  <c:v>6511930000</c:v>
                </c:pt>
                <c:pt idx="258">
                  <c:v>6511930000</c:v>
                </c:pt>
                <c:pt idx="259">
                  <c:v>6511930000</c:v>
                </c:pt>
                <c:pt idx="260">
                  <c:v>6511930000</c:v>
                </c:pt>
                <c:pt idx="261">
                  <c:v>6511930000</c:v>
                </c:pt>
                <c:pt idx="262">
                  <c:v>6511930000</c:v>
                </c:pt>
                <c:pt idx="263">
                  <c:v>6511930000</c:v>
                </c:pt>
                <c:pt idx="264">
                  <c:v>6511930000</c:v>
                </c:pt>
                <c:pt idx="265">
                  <c:v>6511930000</c:v>
                </c:pt>
                <c:pt idx="266">
                  <c:v>6511930000</c:v>
                </c:pt>
                <c:pt idx="267">
                  <c:v>6511930000</c:v>
                </c:pt>
                <c:pt idx="268">
                  <c:v>6511930000</c:v>
                </c:pt>
                <c:pt idx="269">
                  <c:v>6511930000</c:v>
                </c:pt>
                <c:pt idx="270">
                  <c:v>6511930000</c:v>
                </c:pt>
                <c:pt idx="271">
                  <c:v>6511930000</c:v>
                </c:pt>
                <c:pt idx="272">
                  <c:v>6511930000</c:v>
                </c:pt>
                <c:pt idx="273">
                  <c:v>6511930000</c:v>
                </c:pt>
                <c:pt idx="274">
                  <c:v>6511930000</c:v>
                </c:pt>
                <c:pt idx="275">
                  <c:v>6511930000</c:v>
                </c:pt>
                <c:pt idx="276">
                  <c:v>6511930000</c:v>
                </c:pt>
                <c:pt idx="277">
                  <c:v>6511930000</c:v>
                </c:pt>
                <c:pt idx="278">
                  <c:v>6511930000</c:v>
                </c:pt>
                <c:pt idx="279">
                  <c:v>6511930000</c:v>
                </c:pt>
                <c:pt idx="280">
                  <c:v>6511930000</c:v>
                </c:pt>
                <c:pt idx="281">
                  <c:v>6511930000</c:v>
                </c:pt>
                <c:pt idx="282">
                  <c:v>6511930000</c:v>
                </c:pt>
                <c:pt idx="283">
                  <c:v>6511930000</c:v>
                </c:pt>
                <c:pt idx="284">
                  <c:v>6511930000</c:v>
                </c:pt>
                <c:pt idx="285">
                  <c:v>6511930000</c:v>
                </c:pt>
                <c:pt idx="286">
                  <c:v>6511930000</c:v>
                </c:pt>
                <c:pt idx="287">
                  <c:v>6511930000</c:v>
                </c:pt>
                <c:pt idx="288">
                  <c:v>6511930000</c:v>
                </c:pt>
                <c:pt idx="289">
                  <c:v>6511930000</c:v>
                </c:pt>
                <c:pt idx="290">
                  <c:v>6511930000</c:v>
                </c:pt>
                <c:pt idx="291">
                  <c:v>6511930000</c:v>
                </c:pt>
                <c:pt idx="292">
                  <c:v>6511930000</c:v>
                </c:pt>
                <c:pt idx="293">
                  <c:v>6511930000</c:v>
                </c:pt>
                <c:pt idx="294">
                  <c:v>6511930000</c:v>
                </c:pt>
                <c:pt idx="295">
                  <c:v>6511930000</c:v>
                </c:pt>
                <c:pt idx="296">
                  <c:v>6511930000</c:v>
                </c:pt>
                <c:pt idx="297">
                  <c:v>6511930000</c:v>
                </c:pt>
                <c:pt idx="298">
                  <c:v>6511930000</c:v>
                </c:pt>
                <c:pt idx="299">
                  <c:v>6511930000</c:v>
                </c:pt>
                <c:pt idx="300">
                  <c:v>6511930000</c:v>
                </c:pt>
                <c:pt idx="301">
                  <c:v>6511930000</c:v>
                </c:pt>
                <c:pt idx="302">
                  <c:v>6511930000</c:v>
                </c:pt>
                <c:pt idx="303">
                  <c:v>6511930000</c:v>
                </c:pt>
                <c:pt idx="304">
                  <c:v>6511930000</c:v>
                </c:pt>
                <c:pt idx="305">
                  <c:v>6511930000</c:v>
                </c:pt>
                <c:pt idx="306">
                  <c:v>6511930000</c:v>
                </c:pt>
                <c:pt idx="307">
                  <c:v>6511930000</c:v>
                </c:pt>
                <c:pt idx="308">
                  <c:v>6511930000</c:v>
                </c:pt>
                <c:pt idx="309">
                  <c:v>6511930000</c:v>
                </c:pt>
                <c:pt idx="310">
                  <c:v>6511930000</c:v>
                </c:pt>
                <c:pt idx="311">
                  <c:v>6511930000</c:v>
                </c:pt>
                <c:pt idx="312">
                  <c:v>6511930000</c:v>
                </c:pt>
                <c:pt idx="313">
                  <c:v>6511930000</c:v>
                </c:pt>
                <c:pt idx="314">
                  <c:v>6511930000</c:v>
                </c:pt>
                <c:pt idx="315">
                  <c:v>6511930000</c:v>
                </c:pt>
                <c:pt idx="316">
                  <c:v>6511930000</c:v>
                </c:pt>
                <c:pt idx="317">
                  <c:v>6511930000</c:v>
                </c:pt>
                <c:pt idx="318">
                  <c:v>6511930000</c:v>
                </c:pt>
                <c:pt idx="319">
                  <c:v>6511930000</c:v>
                </c:pt>
                <c:pt idx="320">
                  <c:v>6511930000</c:v>
                </c:pt>
                <c:pt idx="321">
                  <c:v>6511930000</c:v>
                </c:pt>
                <c:pt idx="322">
                  <c:v>6511930000</c:v>
                </c:pt>
                <c:pt idx="323">
                  <c:v>6511930000</c:v>
                </c:pt>
                <c:pt idx="324">
                  <c:v>6511930000</c:v>
                </c:pt>
                <c:pt idx="325">
                  <c:v>6511930000</c:v>
                </c:pt>
                <c:pt idx="326">
                  <c:v>6511930000</c:v>
                </c:pt>
                <c:pt idx="327">
                  <c:v>6511930000</c:v>
                </c:pt>
                <c:pt idx="328">
                  <c:v>6511930000</c:v>
                </c:pt>
                <c:pt idx="329">
                  <c:v>6511930000</c:v>
                </c:pt>
                <c:pt idx="330">
                  <c:v>6511930000</c:v>
                </c:pt>
                <c:pt idx="331">
                  <c:v>6511930000</c:v>
                </c:pt>
                <c:pt idx="332">
                  <c:v>6511930000</c:v>
                </c:pt>
                <c:pt idx="333">
                  <c:v>6511930000</c:v>
                </c:pt>
                <c:pt idx="334">
                  <c:v>6511930000</c:v>
                </c:pt>
                <c:pt idx="335">
                  <c:v>6511930000</c:v>
                </c:pt>
                <c:pt idx="336">
                  <c:v>6511930000</c:v>
                </c:pt>
                <c:pt idx="337">
                  <c:v>6511930000</c:v>
                </c:pt>
                <c:pt idx="338">
                  <c:v>6511930000</c:v>
                </c:pt>
                <c:pt idx="339">
                  <c:v>6511930000</c:v>
                </c:pt>
                <c:pt idx="340">
                  <c:v>6511930000</c:v>
                </c:pt>
                <c:pt idx="341">
                  <c:v>6511930000</c:v>
                </c:pt>
                <c:pt idx="342">
                  <c:v>6511930000</c:v>
                </c:pt>
                <c:pt idx="343">
                  <c:v>6511930000</c:v>
                </c:pt>
                <c:pt idx="344">
                  <c:v>6511930000</c:v>
                </c:pt>
                <c:pt idx="345">
                  <c:v>6511930000</c:v>
                </c:pt>
                <c:pt idx="346">
                  <c:v>6511930000</c:v>
                </c:pt>
                <c:pt idx="347">
                  <c:v>6511930000</c:v>
                </c:pt>
                <c:pt idx="348">
                  <c:v>6511930000</c:v>
                </c:pt>
                <c:pt idx="349">
                  <c:v>6511930000</c:v>
                </c:pt>
                <c:pt idx="350">
                  <c:v>6511930000</c:v>
                </c:pt>
                <c:pt idx="351">
                  <c:v>6511930000</c:v>
                </c:pt>
                <c:pt idx="352">
                  <c:v>6511930000</c:v>
                </c:pt>
                <c:pt idx="353">
                  <c:v>6511930000</c:v>
                </c:pt>
                <c:pt idx="354">
                  <c:v>6511930000</c:v>
                </c:pt>
                <c:pt idx="355">
                  <c:v>6511930000</c:v>
                </c:pt>
                <c:pt idx="356">
                  <c:v>6511930000</c:v>
                </c:pt>
                <c:pt idx="357">
                  <c:v>6511930000</c:v>
                </c:pt>
                <c:pt idx="358">
                  <c:v>6511930000</c:v>
                </c:pt>
                <c:pt idx="359">
                  <c:v>6511930000</c:v>
                </c:pt>
                <c:pt idx="360">
                  <c:v>6511930000</c:v>
                </c:pt>
                <c:pt idx="361">
                  <c:v>6511930000</c:v>
                </c:pt>
                <c:pt idx="362">
                  <c:v>6511930000</c:v>
                </c:pt>
                <c:pt idx="363">
                  <c:v>6511930000</c:v>
                </c:pt>
                <c:pt idx="364">
                  <c:v>6511930000</c:v>
                </c:pt>
                <c:pt idx="365">
                  <c:v>6511930000</c:v>
                </c:pt>
                <c:pt idx="366">
                  <c:v>6511930000</c:v>
                </c:pt>
                <c:pt idx="367">
                  <c:v>6511930000</c:v>
                </c:pt>
                <c:pt idx="368">
                  <c:v>6511930000</c:v>
                </c:pt>
                <c:pt idx="369">
                  <c:v>6511930000</c:v>
                </c:pt>
                <c:pt idx="370">
                  <c:v>6511930000</c:v>
                </c:pt>
                <c:pt idx="371">
                  <c:v>6511930000</c:v>
                </c:pt>
                <c:pt idx="372">
                  <c:v>6511930000</c:v>
                </c:pt>
                <c:pt idx="373">
                  <c:v>6511930000</c:v>
                </c:pt>
                <c:pt idx="374">
                  <c:v>6511930000</c:v>
                </c:pt>
                <c:pt idx="375">
                  <c:v>6511930000</c:v>
                </c:pt>
                <c:pt idx="376">
                  <c:v>6511930000</c:v>
                </c:pt>
                <c:pt idx="377">
                  <c:v>6511930000</c:v>
                </c:pt>
                <c:pt idx="378">
                  <c:v>6511930000</c:v>
                </c:pt>
                <c:pt idx="379">
                  <c:v>6511930000</c:v>
                </c:pt>
                <c:pt idx="380">
                  <c:v>6511930000</c:v>
                </c:pt>
                <c:pt idx="381">
                  <c:v>6511930000</c:v>
                </c:pt>
                <c:pt idx="382">
                  <c:v>6511930000</c:v>
                </c:pt>
                <c:pt idx="383">
                  <c:v>6511930000</c:v>
                </c:pt>
                <c:pt idx="384">
                  <c:v>6511930000</c:v>
                </c:pt>
                <c:pt idx="385">
                  <c:v>6511930000</c:v>
                </c:pt>
                <c:pt idx="386">
                  <c:v>6511930000</c:v>
                </c:pt>
                <c:pt idx="387">
                  <c:v>6511930000</c:v>
                </c:pt>
                <c:pt idx="388">
                  <c:v>6511930000</c:v>
                </c:pt>
                <c:pt idx="389">
                  <c:v>6511930000</c:v>
                </c:pt>
                <c:pt idx="390">
                  <c:v>6511930000</c:v>
                </c:pt>
                <c:pt idx="391">
                  <c:v>6511930000</c:v>
                </c:pt>
                <c:pt idx="392">
                  <c:v>6511930000</c:v>
                </c:pt>
                <c:pt idx="393">
                  <c:v>6511930000</c:v>
                </c:pt>
                <c:pt idx="394">
                  <c:v>6511930000</c:v>
                </c:pt>
                <c:pt idx="395">
                  <c:v>6511930000</c:v>
                </c:pt>
                <c:pt idx="396">
                  <c:v>6511930000</c:v>
                </c:pt>
                <c:pt idx="397">
                  <c:v>6511930000</c:v>
                </c:pt>
                <c:pt idx="398">
                  <c:v>6511930000</c:v>
                </c:pt>
                <c:pt idx="399">
                  <c:v>6511930000</c:v>
                </c:pt>
                <c:pt idx="400">
                  <c:v>6511930000</c:v>
                </c:pt>
                <c:pt idx="401">
                  <c:v>6511930000</c:v>
                </c:pt>
                <c:pt idx="402">
                  <c:v>6511930000</c:v>
                </c:pt>
                <c:pt idx="403">
                  <c:v>6511930000</c:v>
                </c:pt>
                <c:pt idx="404">
                  <c:v>6511930000</c:v>
                </c:pt>
                <c:pt idx="405">
                  <c:v>6511930000</c:v>
                </c:pt>
                <c:pt idx="406">
                  <c:v>6511930000</c:v>
                </c:pt>
                <c:pt idx="407">
                  <c:v>6511930000</c:v>
                </c:pt>
                <c:pt idx="408">
                  <c:v>6511930000</c:v>
                </c:pt>
                <c:pt idx="409">
                  <c:v>6511930000</c:v>
                </c:pt>
                <c:pt idx="410">
                  <c:v>6511930000</c:v>
                </c:pt>
                <c:pt idx="411">
                  <c:v>6511930000</c:v>
                </c:pt>
                <c:pt idx="412">
                  <c:v>6511930000</c:v>
                </c:pt>
                <c:pt idx="413">
                  <c:v>6511930000</c:v>
                </c:pt>
                <c:pt idx="414">
                  <c:v>6511930000</c:v>
                </c:pt>
                <c:pt idx="415">
                  <c:v>6511930000</c:v>
                </c:pt>
                <c:pt idx="416">
                  <c:v>6511930000</c:v>
                </c:pt>
                <c:pt idx="417">
                  <c:v>6511930000</c:v>
                </c:pt>
                <c:pt idx="418">
                  <c:v>6511930000</c:v>
                </c:pt>
                <c:pt idx="419">
                  <c:v>6511930000</c:v>
                </c:pt>
                <c:pt idx="420">
                  <c:v>6511930000</c:v>
                </c:pt>
                <c:pt idx="421">
                  <c:v>6511930000</c:v>
                </c:pt>
                <c:pt idx="422">
                  <c:v>6511930000</c:v>
                </c:pt>
                <c:pt idx="423">
                  <c:v>6511930000</c:v>
                </c:pt>
                <c:pt idx="424">
                  <c:v>6511930000</c:v>
                </c:pt>
                <c:pt idx="425">
                  <c:v>6511930000</c:v>
                </c:pt>
                <c:pt idx="426">
                  <c:v>6511930000</c:v>
                </c:pt>
                <c:pt idx="427">
                  <c:v>6511930000</c:v>
                </c:pt>
                <c:pt idx="428">
                  <c:v>6511930000</c:v>
                </c:pt>
                <c:pt idx="429">
                  <c:v>6511930000</c:v>
                </c:pt>
                <c:pt idx="430">
                  <c:v>6511930000</c:v>
                </c:pt>
                <c:pt idx="431">
                  <c:v>6511930000</c:v>
                </c:pt>
                <c:pt idx="432">
                  <c:v>6511930000</c:v>
                </c:pt>
                <c:pt idx="433">
                  <c:v>6511930000</c:v>
                </c:pt>
                <c:pt idx="434">
                  <c:v>6511930000</c:v>
                </c:pt>
                <c:pt idx="435">
                  <c:v>6511930000</c:v>
                </c:pt>
                <c:pt idx="436">
                  <c:v>6511930000</c:v>
                </c:pt>
                <c:pt idx="437">
                  <c:v>6511930000</c:v>
                </c:pt>
                <c:pt idx="438">
                  <c:v>6511930000</c:v>
                </c:pt>
                <c:pt idx="439">
                  <c:v>6511930000</c:v>
                </c:pt>
                <c:pt idx="440">
                  <c:v>6511930000</c:v>
                </c:pt>
                <c:pt idx="441">
                  <c:v>6511930000</c:v>
                </c:pt>
                <c:pt idx="442">
                  <c:v>6511930000</c:v>
                </c:pt>
                <c:pt idx="443">
                  <c:v>6511930000</c:v>
                </c:pt>
                <c:pt idx="444">
                  <c:v>6511930000</c:v>
                </c:pt>
                <c:pt idx="445">
                  <c:v>6511930000</c:v>
                </c:pt>
                <c:pt idx="446">
                  <c:v>6511930000</c:v>
                </c:pt>
                <c:pt idx="447">
                  <c:v>6511930000</c:v>
                </c:pt>
                <c:pt idx="448">
                  <c:v>6511930000</c:v>
                </c:pt>
                <c:pt idx="449">
                  <c:v>6511930000</c:v>
                </c:pt>
                <c:pt idx="450">
                  <c:v>6511930000</c:v>
                </c:pt>
                <c:pt idx="451">
                  <c:v>6511930000</c:v>
                </c:pt>
                <c:pt idx="452">
                  <c:v>6511930000</c:v>
                </c:pt>
                <c:pt idx="453">
                  <c:v>6511930000</c:v>
                </c:pt>
                <c:pt idx="454">
                  <c:v>6511930000</c:v>
                </c:pt>
                <c:pt idx="455">
                  <c:v>6511930000</c:v>
                </c:pt>
                <c:pt idx="456">
                  <c:v>6511930000</c:v>
                </c:pt>
                <c:pt idx="457">
                  <c:v>6511930000</c:v>
                </c:pt>
                <c:pt idx="458">
                  <c:v>6511930000</c:v>
                </c:pt>
                <c:pt idx="459">
                  <c:v>6511930000</c:v>
                </c:pt>
                <c:pt idx="460">
                  <c:v>6511930000</c:v>
                </c:pt>
                <c:pt idx="461">
                  <c:v>6511930000</c:v>
                </c:pt>
                <c:pt idx="462">
                  <c:v>6511930000</c:v>
                </c:pt>
                <c:pt idx="463">
                  <c:v>6511930000</c:v>
                </c:pt>
                <c:pt idx="464">
                  <c:v>6511930000</c:v>
                </c:pt>
                <c:pt idx="465">
                  <c:v>6511930000</c:v>
                </c:pt>
                <c:pt idx="466">
                  <c:v>6511930000</c:v>
                </c:pt>
                <c:pt idx="467">
                  <c:v>6511930000</c:v>
                </c:pt>
                <c:pt idx="468">
                  <c:v>6511930000</c:v>
                </c:pt>
                <c:pt idx="469">
                  <c:v>6511930000</c:v>
                </c:pt>
                <c:pt idx="470">
                  <c:v>6511930000</c:v>
                </c:pt>
                <c:pt idx="471">
                  <c:v>6511930000</c:v>
                </c:pt>
                <c:pt idx="472">
                  <c:v>6511930000</c:v>
                </c:pt>
                <c:pt idx="473">
                  <c:v>6511930000</c:v>
                </c:pt>
                <c:pt idx="474">
                  <c:v>6511930000</c:v>
                </c:pt>
                <c:pt idx="475">
                  <c:v>6511930000</c:v>
                </c:pt>
                <c:pt idx="476">
                  <c:v>6511930000</c:v>
                </c:pt>
                <c:pt idx="477">
                  <c:v>6511930000</c:v>
                </c:pt>
                <c:pt idx="478">
                  <c:v>6511930000</c:v>
                </c:pt>
                <c:pt idx="479">
                  <c:v>6511930000</c:v>
                </c:pt>
                <c:pt idx="480">
                  <c:v>6511930000</c:v>
                </c:pt>
                <c:pt idx="481">
                  <c:v>6511930000</c:v>
                </c:pt>
                <c:pt idx="482">
                  <c:v>6511930000</c:v>
                </c:pt>
                <c:pt idx="483">
                  <c:v>6511930000</c:v>
                </c:pt>
                <c:pt idx="484">
                  <c:v>6511930000</c:v>
                </c:pt>
                <c:pt idx="485">
                  <c:v>6511930000</c:v>
                </c:pt>
                <c:pt idx="486">
                  <c:v>6511930000</c:v>
                </c:pt>
                <c:pt idx="487">
                  <c:v>6511930000</c:v>
                </c:pt>
                <c:pt idx="488">
                  <c:v>6511930000</c:v>
                </c:pt>
                <c:pt idx="489">
                  <c:v>6511930000</c:v>
                </c:pt>
                <c:pt idx="490">
                  <c:v>6511930000</c:v>
                </c:pt>
                <c:pt idx="491">
                  <c:v>6511930000</c:v>
                </c:pt>
                <c:pt idx="492">
                  <c:v>6511930000</c:v>
                </c:pt>
                <c:pt idx="493">
                  <c:v>6511930000</c:v>
                </c:pt>
                <c:pt idx="494">
                  <c:v>6511930000</c:v>
                </c:pt>
                <c:pt idx="495">
                  <c:v>6511930000</c:v>
                </c:pt>
                <c:pt idx="496">
                  <c:v>6511930000</c:v>
                </c:pt>
                <c:pt idx="497">
                  <c:v>6511930000</c:v>
                </c:pt>
                <c:pt idx="498">
                  <c:v>6511930000</c:v>
                </c:pt>
                <c:pt idx="499">
                  <c:v>6511930000</c:v>
                </c:pt>
                <c:pt idx="500">
                  <c:v>6511930000</c:v>
                </c:pt>
                <c:pt idx="501">
                  <c:v>6511930000</c:v>
                </c:pt>
                <c:pt idx="502">
                  <c:v>6511930000</c:v>
                </c:pt>
                <c:pt idx="503">
                  <c:v>6511930000</c:v>
                </c:pt>
                <c:pt idx="504">
                  <c:v>6511930000</c:v>
                </c:pt>
                <c:pt idx="505">
                  <c:v>6511930000</c:v>
                </c:pt>
                <c:pt idx="506">
                  <c:v>6511930000</c:v>
                </c:pt>
                <c:pt idx="507">
                  <c:v>6511930000</c:v>
                </c:pt>
                <c:pt idx="508">
                  <c:v>6511930000</c:v>
                </c:pt>
                <c:pt idx="509">
                  <c:v>6511930000</c:v>
                </c:pt>
                <c:pt idx="510">
                  <c:v>6511930000</c:v>
                </c:pt>
                <c:pt idx="511">
                  <c:v>6511930000</c:v>
                </c:pt>
                <c:pt idx="512">
                  <c:v>6511930000</c:v>
                </c:pt>
                <c:pt idx="513">
                  <c:v>6511930000</c:v>
                </c:pt>
                <c:pt idx="514">
                  <c:v>6511930000</c:v>
                </c:pt>
                <c:pt idx="515">
                  <c:v>6511930000</c:v>
                </c:pt>
                <c:pt idx="516">
                  <c:v>6511930000</c:v>
                </c:pt>
                <c:pt idx="517">
                  <c:v>6511930000</c:v>
                </c:pt>
                <c:pt idx="518">
                  <c:v>6511930000</c:v>
                </c:pt>
                <c:pt idx="519">
                  <c:v>6511930000</c:v>
                </c:pt>
                <c:pt idx="520">
                  <c:v>6511930000</c:v>
                </c:pt>
                <c:pt idx="521">
                  <c:v>6511930000</c:v>
                </c:pt>
                <c:pt idx="522">
                  <c:v>6511930000</c:v>
                </c:pt>
                <c:pt idx="523">
                  <c:v>6511930000</c:v>
                </c:pt>
                <c:pt idx="524">
                  <c:v>6511930000</c:v>
                </c:pt>
                <c:pt idx="525">
                  <c:v>6511930000</c:v>
                </c:pt>
                <c:pt idx="526">
                  <c:v>6511930000</c:v>
                </c:pt>
                <c:pt idx="527">
                  <c:v>6511930000</c:v>
                </c:pt>
                <c:pt idx="528">
                  <c:v>6511930000</c:v>
                </c:pt>
                <c:pt idx="529">
                  <c:v>6511930000</c:v>
                </c:pt>
                <c:pt idx="530">
                  <c:v>6511930000</c:v>
                </c:pt>
                <c:pt idx="531">
                  <c:v>6511930000</c:v>
                </c:pt>
                <c:pt idx="532">
                  <c:v>6511930000</c:v>
                </c:pt>
                <c:pt idx="533">
                  <c:v>6511930000</c:v>
                </c:pt>
                <c:pt idx="534">
                  <c:v>6511930000</c:v>
                </c:pt>
                <c:pt idx="535">
                  <c:v>6511930000</c:v>
                </c:pt>
                <c:pt idx="536">
                  <c:v>6511930000</c:v>
                </c:pt>
                <c:pt idx="537">
                  <c:v>6511930000</c:v>
                </c:pt>
                <c:pt idx="538">
                  <c:v>6511930000</c:v>
                </c:pt>
                <c:pt idx="539">
                  <c:v>6511930000</c:v>
                </c:pt>
                <c:pt idx="540">
                  <c:v>6511930000</c:v>
                </c:pt>
                <c:pt idx="541">
                  <c:v>6511930000</c:v>
                </c:pt>
                <c:pt idx="542">
                  <c:v>6511930000</c:v>
                </c:pt>
                <c:pt idx="543">
                  <c:v>6511930000</c:v>
                </c:pt>
                <c:pt idx="544">
                  <c:v>6511930000</c:v>
                </c:pt>
                <c:pt idx="545">
                  <c:v>6511930000</c:v>
                </c:pt>
                <c:pt idx="546">
                  <c:v>6511930000</c:v>
                </c:pt>
                <c:pt idx="547">
                  <c:v>6511930000</c:v>
                </c:pt>
                <c:pt idx="548">
                  <c:v>6511930000</c:v>
                </c:pt>
                <c:pt idx="549">
                  <c:v>6511930000</c:v>
                </c:pt>
                <c:pt idx="550">
                  <c:v>6511930000</c:v>
                </c:pt>
                <c:pt idx="551">
                  <c:v>6511930000</c:v>
                </c:pt>
                <c:pt idx="552">
                  <c:v>6511930000</c:v>
                </c:pt>
                <c:pt idx="553">
                  <c:v>6511930000</c:v>
                </c:pt>
                <c:pt idx="554">
                  <c:v>6511930000</c:v>
                </c:pt>
                <c:pt idx="555">
                  <c:v>6511930000</c:v>
                </c:pt>
                <c:pt idx="556">
                  <c:v>6511930000</c:v>
                </c:pt>
                <c:pt idx="557">
                  <c:v>6511930000</c:v>
                </c:pt>
                <c:pt idx="558">
                  <c:v>6511930000</c:v>
                </c:pt>
                <c:pt idx="559">
                  <c:v>6511930000</c:v>
                </c:pt>
                <c:pt idx="560">
                  <c:v>6511930000</c:v>
                </c:pt>
                <c:pt idx="561">
                  <c:v>6511930000</c:v>
                </c:pt>
                <c:pt idx="562">
                  <c:v>6511930000</c:v>
                </c:pt>
                <c:pt idx="563">
                  <c:v>6511930000</c:v>
                </c:pt>
                <c:pt idx="564">
                  <c:v>6511920000</c:v>
                </c:pt>
                <c:pt idx="565">
                  <c:v>6511920000</c:v>
                </c:pt>
                <c:pt idx="566">
                  <c:v>6511920000</c:v>
                </c:pt>
                <c:pt idx="567">
                  <c:v>6511920000</c:v>
                </c:pt>
                <c:pt idx="568">
                  <c:v>6511920000</c:v>
                </c:pt>
                <c:pt idx="569">
                  <c:v>6511920000</c:v>
                </c:pt>
                <c:pt idx="570">
                  <c:v>6511920000</c:v>
                </c:pt>
                <c:pt idx="571">
                  <c:v>6511910000</c:v>
                </c:pt>
                <c:pt idx="572">
                  <c:v>6511910000</c:v>
                </c:pt>
                <c:pt idx="573">
                  <c:v>6511910000</c:v>
                </c:pt>
                <c:pt idx="574">
                  <c:v>6511910000</c:v>
                </c:pt>
                <c:pt idx="575">
                  <c:v>6511900000</c:v>
                </c:pt>
                <c:pt idx="576">
                  <c:v>6511900000</c:v>
                </c:pt>
                <c:pt idx="577">
                  <c:v>6511890000</c:v>
                </c:pt>
                <c:pt idx="578">
                  <c:v>6511890000</c:v>
                </c:pt>
                <c:pt idx="579">
                  <c:v>6511880000</c:v>
                </c:pt>
                <c:pt idx="580">
                  <c:v>6511870000</c:v>
                </c:pt>
                <c:pt idx="581">
                  <c:v>6511860000</c:v>
                </c:pt>
                <c:pt idx="582">
                  <c:v>6511850000</c:v>
                </c:pt>
                <c:pt idx="583">
                  <c:v>6511840000</c:v>
                </c:pt>
                <c:pt idx="584">
                  <c:v>6511830000</c:v>
                </c:pt>
                <c:pt idx="585">
                  <c:v>6511810000</c:v>
                </c:pt>
                <c:pt idx="586">
                  <c:v>6511790000</c:v>
                </c:pt>
                <c:pt idx="587">
                  <c:v>6511770000</c:v>
                </c:pt>
                <c:pt idx="588">
                  <c:v>6511750000</c:v>
                </c:pt>
                <c:pt idx="589">
                  <c:v>6511720000</c:v>
                </c:pt>
                <c:pt idx="590">
                  <c:v>6511690000</c:v>
                </c:pt>
                <c:pt idx="591">
                  <c:v>6511650000</c:v>
                </c:pt>
                <c:pt idx="592">
                  <c:v>6511610000</c:v>
                </c:pt>
                <c:pt idx="593">
                  <c:v>6511560000</c:v>
                </c:pt>
                <c:pt idx="594">
                  <c:v>6511510000</c:v>
                </c:pt>
                <c:pt idx="595">
                  <c:v>6511440000</c:v>
                </c:pt>
                <c:pt idx="596">
                  <c:v>6511370000</c:v>
                </c:pt>
                <c:pt idx="597">
                  <c:v>6511280000</c:v>
                </c:pt>
                <c:pt idx="598">
                  <c:v>6511190000</c:v>
                </c:pt>
                <c:pt idx="599">
                  <c:v>6511080000</c:v>
                </c:pt>
                <c:pt idx="600">
                  <c:v>6510950000</c:v>
                </c:pt>
                <c:pt idx="601">
                  <c:v>6510800000</c:v>
                </c:pt>
                <c:pt idx="602">
                  <c:v>6510640000</c:v>
                </c:pt>
                <c:pt idx="603">
                  <c:v>6510450000</c:v>
                </c:pt>
                <c:pt idx="604">
                  <c:v>6510230000</c:v>
                </c:pt>
                <c:pt idx="605">
                  <c:v>6509980000</c:v>
                </c:pt>
                <c:pt idx="606">
                  <c:v>6509700000</c:v>
                </c:pt>
                <c:pt idx="607">
                  <c:v>6509380000</c:v>
                </c:pt>
                <c:pt idx="608">
                  <c:v>6509020000</c:v>
                </c:pt>
                <c:pt idx="609">
                  <c:v>6508600000</c:v>
                </c:pt>
                <c:pt idx="610">
                  <c:v>6508140000</c:v>
                </c:pt>
                <c:pt idx="611">
                  <c:v>6507610000</c:v>
                </c:pt>
                <c:pt idx="612">
                  <c:v>6507020000</c:v>
                </c:pt>
                <c:pt idx="613">
                  <c:v>6506360000</c:v>
                </c:pt>
                <c:pt idx="614">
                  <c:v>6505630000</c:v>
                </c:pt>
                <c:pt idx="615">
                  <c:v>6504810000</c:v>
                </c:pt>
                <c:pt idx="616">
                  <c:v>6503910000</c:v>
                </c:pt>
                <c:pt idx="617">
                  <c:v>6502920000</c:v>
                </c:pt>
                <c:pt idx="618">
                  <c:v>6501830000</c:v>
                </c:pt>
                <c:pt idx="619">
                  <c:v>6500660000</c:v>
                </c:pt>
                <c:pt idx="620">
                  <c:v>6499390000</c:v>
                </c:pt>
                <c:pt idx="621">
                  <c:v>6498030000</c:v>
                </c:pt>
                <c:pt idx="622">
                  <c:v>6496590000</c:v>
                </c:pt>
                <c:pt idx="623">
                  <c:v>6495080000</c:v>
                </c:pt>
                <c:pt idx="624">
                  <c:v>6493500000</c:v>
                </c:pt>
                <c:pt idx="625">
                  <c:v>6491860000</c:v>
                </c:pt>
                <c:pt idx="626">
                  <c:v>6490190000</c:v>
                </c:pt>
                <c:pt idx="627">
                  <c:v>6488500000</c:v>
                </c:pt>
                <c:pt idx="628">
                  <c:v>6486790000</c:v>
                </c:pt>
                <c:pt idx="629">
                  <c:v>6485100000</c:v>
                </c:pt>
                <c:pt idx="630">
                  <c:v>6483440000</c:v>
                </c:pt>
                <c:pt idx="631">
                  <c:v>6481830000</c:v>
                </c:pt>
                <c:pt idx="632">
                  <c:v>6480260000</c:v>
                </c:pt>
                <c:pt idx="633">
                  <c:v>6478770000</c:v>
                </c:pt>
                <c:pt idx="634">
                  <c:v>6477360000</c:v>
                </c:pt>
                <c:pt idx="635">
                  <c:v>6476030000</c:v>
                </c:pt>
                <c:pt idx="636">
                  <c:v>6474800000</c:v>
                </c:pt>
                <c:pt idx="637">
                  <c:v>6473650000</c:v>
                </c:pt>
                <c:pt idx="638">
                  <c:v>6472600000</c:v>
                </c:pt>
                <c:pt idx="639">
                  <c:v>6471640000</c:v>
                </c:pt>
                <c:pt idx="640">
                  <c:v>6470770000</c:v>
                </c:pt>
                <c:pt idx="641">
                  <c:v>6469980000</c:v>
                </c:pt>
                <c:pt idx="642">
                  <c:v>6469270000</c:v>
                </c:pt>
                <c:pt idx="643">
                  <c:v>6468630000</c:v>
                </c:pt>
                <c:pt idx="644">
                  <c:v>6468070000</c:v>
                </c:pt>
                <c:pt idx="645">
                  <c:v>6467560000</c:v>
                </c:pt>
                <c:pt idx="646">
                  <c:v>6467120000</c:v>
                </c:pt>
                <c:pt idx="647">
                  <c:v>6466720000</c:v>
                </c:pt>
                <c:pt idx="648">
                  <c:v>6466370000</c:v>
                </c:pt>
                <c:pt idx="649">
                  <c:v>6466070000</c:v>
                </c:pt>
                <c:pt idx="650">
                  <c:v>6465800000</c:v>
                </c:pt>
                <c:pt idx="651">
                  <c:v>6465560000</c:v>
                </c:pt>
                <c:pt idx="652">
                  <c:v>6465350000</c:v>
                </c:pt>
                <c:pt idx="653">
                  <c:v>6465170000</c:v>
                </c:pt>
                <c:pt idx="654">
                  <c:v>6465010000</c:v>
                </c:pt>
                <c:pt idx="655">
                  <c:v>6464870000</c:v>
                </c:pt>
                <c:pt idx="656">
                  <c:v>6464750000</c:v>
                </c:pt>
                <c:pt idx="657">
                  <c:v>6464640000</c:v>
                </c:pt>
                <c:pt idx="658">
                  <c:v>6464550000</c:v>
                </c:pt>
                <c:pt idx="659">
                  <c:v>6464470000</c:v>
                </c:pt>
                <c:pt idx="660">
                  <c:v>6464400000</c:v>
                </c:pt>
                <c:pt idx="661">
                  <c:v>6464340000</c:v>
                </c:pt>
                <c:pt idx="662">
                  <c:v>6464290000</c:v>
                </c:pt>
                <c:pt idx="663">
                  <c:v>6464240000</c:v>
                </c:pt>
                <c:pt idx="664">
                  <c:v>6464200000</c:v>
                </c:pt>
                <c:pt idx="665">
                  <c:v>6464170000</c:v>
                </c:pt>
                <c:pt idx="666">
                  <c:v>6464140000</c:v>
                </c:pt>
                <c:pt idx="667">
                  <c:v>6464110000</c:v>
                </c:pt>
                <c:pt idx="668">
                  <c:v>6464090000</c:v>
                </c:pt>
                <c:pt idx="669">
                  <c:v>6464070000</c:v>
                </c:pt>
                <c:pt idx="670">
                  <c:v>6464050000</c:v>
                </c:pt>
                <c:pt idx="671">
                  <c:v>6464040000</c:v>
                </c:pt>
                <c:pt idx="672">
                  <c:v>6464020000</c:v>
                </c:pt>
                <c:pt idx="673">
                  <c:v>6464010000</c:v>
                </c:pt>
                <c:pt idx="674">
                  <c:v>6464000000</c:v>
                </c:pt>
                <c:pt idx="675">
                  <c:v>6463990000</c:v>
                </c:pt>
                <c:pt idx="676">
                  <c:v>6463990000</c:v>
                </c:pt>
                <c:pt idx="677">
                  <c:v>6463980000</c:v>
                </c:pt>
                <c:pt idx="678">
                  <c:v>6463970000</c:v>
                </c:pt>
                <c:pt idx="679">
                  <c:v>6463970000</c:v>
                </c:pt>
                <c:pt idx="680">
                  <c:v>6463970000</c:v>
                </c:pt>
                <c:pt idx="681">
                  <c:v>6463960000</c:v>
                </c:pt>
                <c:pt idx="682">
                  <c:v>6463960000</c:v>
                </c:pt>
                <c:pt idx="683">
                  <c:v>6463960000</c:v>
                </c:pt>
                <c:pt idx="684">
                  <c:v>6463950000</c:v>
                </c:pt>
                <c:pt idx="685">
                  <c:v>6463950000</c:v>
                </c:pt>
                <c:pt idx="686">
                  <c:v>6463950000</c:v>
                </c:pt>
                <c:pt idx="687">
                  <c:v>6463950000</c:v>
                </c:pt>
                <c:pt idx="688">
                  <c:v>6463950000</c:v>
                </c:pt>
                <c:pt idx="689">
                  <c:v>6463950000</c:v>
                </c:pt>
                <c:pt idx="690">
                  <c:v>6463940000</c:v>
                </c:pt>
                <c:pt idx="691">
                  <c:v>6463940000</c:v>
                </c:pt>
                <c:pt idx="692">
                  <c:v>6463940000</c:v>
                </c:pt>
                <c:pt idx="693">
                  <c:v>6463940000</c:v>
                </c:pt>
                <c:pt idx="694">
                  <c:v>6463940000</c:v>
                </c:pt>
                <c:pt idx="695">
                  <c:v>6463940000</c:v>
                </c:pt>
                <c:pt idx="696">
                  <c:v>6463940000</c:v>
                </c:pt>
                <c:pt idx="697">
                  <c:v>6463940000</c:v>
                </c:pt>
                <c:pt idx="698">
                  <c:v>6463940000</c:v>
                </c:pt>
                <c:pt idx="699">
                  <c:v>6463940000</c:v>
                </c:pt>
                <c:pt idx="700">
                  <c:v>6463940000</c:v>
                </c:pt>
                <c:pt idx="701">
                  <c:v>6463940000</c:v>
                </c:pt>
                <c:pt idx="702">
                  <c:v>6463940000</c:v>
                </c:pt>
                <c:pt idx="703">
                  <c:v>6463940000</c:v>
                </c:pt>
                <c:pt idx="704">
                  <c:v>6463940000</c:v>
                </c:pt>
                <c:pt idx="705">
                  <c:v>6463940000</c:v>
                </c:pt>
                <c:pt idx="706">
                  <c:v>6463940000</c:v>
                </c:pt>
                <c:pt idx="707">
                  <c:v>6463940000</c:v>
                </c:pt>
                <c:pt idx="708">
                  <c:v>6463940000</c:v>
                </c:pt>
                <c:pt idx="709">
                  <c:v>6463940000</c:v>
                </c:pt>
                <c:pt idx="710">
                  <c:v>6463940000</c:v>
                </c:pt>
                <c:pt idx="711">
                  <c:v>6463940000</c:v>
                </c:pt>
                <c:pt idx="712">
                  <c:v>6463940000</c:v>
                </c:pt>
                <c:pt idx="713">
                  <c:v>6463940000</c:v>
                </c:pt>
                <c:pt idx="714">
                  <c:v>6463940000</c:v>
                </c:pt>
                <c:pt idx="715">
                  <c:v>6463940000</c:v>
                </c:pt>
                <c:pt idx="716">
                  <c:v>6463940000</c:v>
                </c:pt>
                <c:pt idx="717">
                  <c:v>6463940000</c:v>
                </c:pt>
                <c:pt idx="718">
                  <c:v>6463940000</c:v>
                </c:pt>
                <c:pt idx="719">
                  <c:v>6463940000</c:v>
                </c:pt>
                <c:pt idx="720">
                  <c:v>6463940000</c:v>
                </c:pt>
                <c:pt idx="721">
                  <c:v>6463940000</c:v>
                </c:pt>
                <c:pt idx="722">
                  <c:v>6463940000</c:v>
                </c:pt>
                <c:pt idx="723">
                  <c:v>6463940000</c:v>
                </c:pt>
                <c:pt idx="724">
                  <c:v>6463940000</c:v>
                </c:pt>
                <c:pt idx="725">
                  <c:v>6463940000</c:v>
                </c:pt>
                <c:pt idx="726">
                  <c:v>6463940000</c:v>
                </c:pt>
                <c:pt idx="727">
                  <c:v>6463940000</c:v>
                </c:pt>
                <c:pt idx="728">
                  <c:v>6463940000</c:v>
                </c:pt>
                <c:pt idx="729">
                  <c:v>6463940000</c:v>
                </c:pt>
                <c:pt idx="730">
                  <c:v>6463940000</c:v>
                </c:pt>
                <c:pt idx="731">
                  <c:v>6463940000</c:v>
                </c:pt>
                <c:pt idx="732">
                  <c:v>6463940000</c:v>
                </c:pt>
                <c:pt idx="733">
                  <c:v>6463940000</c:v>
                </c:pt>
                <c:pt idx="734">
                  <c:v>6463940000</c:v>
                </c:pt>
                <c:pt idx="735">
                  <c:v>6463940000</c:v>
                </c:pt>
                <c:pt idx="736">
                  <c:v>6463940000</c:v>
                </c:pt>
                <c:pt idx="737">
                  <c:v>6463940000</c:v>
                </c:pt>
                <c:pt idx="738">
                  <c:v>6463940000</c:v>
                </c:pt>
                <c:pt idx="739">
                  <c:v>6463940000</c:v>
                </c:pt>
                <c:pt idx="740">
                  <c:v>6463940000</c:v>
                </c:pt>
                <c:pt idx="741">
                  <c:v>6463940000</c:v>
                </c:pt>
                <c:pt idx="742">
                  <c:v>6463940000</c:v>
                </c:pt>
                <c:pt idx="743">
                  <c:v>6463940000</c:v>
                </c:pt>
                <c:pt idx="744">
                  <c:v>6463940000</c:v>
                </c:pt>
                <c:pt idx="745">
                  <c:v>6463940000</c:v>
                </c:pt>
                <c:pt idx="746">
                  <c:v>6463940000</c:v>
                </c:pt>
                <c:pt idx="747">
                  <c:v>6463940000</c:v>
                </c:pt>
                <c:pt idx="748">
                  <c:v>6463940000</c:v>
                </c:pt>
                <c:pt idx="749">
                  <c:v>6463940000</c:v>
                </c:pt>
                <c:pt idx="750">
                  <c:v>6463940000</c:v>
                </c:pt>
                <c:pt idx="751">
                  <c:v>6463940000</c:v>
                </c:pt>
                <c:pt idx="752">
                  <c:v>6463940000</c:v>
                </c:pt>
                <c:pt idx="753">
                  <c:v>6463940000</c:v>
                </c:pt>
                <c:pt idx="754">
                  <c:v>6463940000</c:v>
                </c:pt>
                <c:pt idx="755">
                  <c:v>6463940000</c:v>
                </c:pt>
                <c:pt idx="756">
                  <c:v>6463940000</c:v>
                </c:pt>
                <c:pt idx="757">
                  <c:v>6463940000</c:v>
                </c:pt>
                <c:pt idx="758">
                  <c:v>6463940000</c:v>
                </c:pt>
                <c:pt idx="759">
                  <c:v>6463940000</c:v>
                </c:pt>
                <c:pt idx="760">
                  <c:v>6463940000</c:v>
                </c:pt>
                <c:pt idx="761">
                  <c:v>6463940000</c:v>
                </c:pt>
                <c:pt idx="762">
                  <c:v>6463940000</c:v>
                </c:pt>
                <c:pt idx="763">
                  <c:v>6463940000</c:v>
                </c:pt>
                <c:pt idx="764">
                  <c:v>6463940000</c:v>
                </c:pt>
                <c:pt idx="765">
                  <c:v>6463940000</c:v>
                </c:pt>
                <c:pt idx="766">
                  <c:v>6463940000</c:v>
                </c:pt>
                <c:pt idx="767">
                  <c:v>6463940000</c:v>
                </c:pt>
                <c:pt idx="768">
                  <c:v>6463940000</c:v>
                </c:pt>
                <c:pt idx="769">
                  <c:v>6463940000</c:v>
                </c:pt>
                <c:pt idx="770">
                  <c:v>6463940000</c:v>
                </c:pt>
                <c:pt idx="771">
                  <c:v>6463940000</c:v>
                </c:pt>
                <c:pt idx="772">
                  <c:v>6463940000</c:v>
                </c:pt>
                <c:pt idx="773">
                  <c:v>6463940000</c:v>
                </c:pt>
                <c:pt idx="774">
                  <c:v>6463940000</c:v>
                </c:pt>
                <c:pt idx="775">
                  <c:v>6463940000</c:v>
                </c:pt>
                <c:pt idx="776">
                  <c:v>6463940000</c:v>
                </c:pt>
                <c:pt idx="777">
                  <c:v>6463940000</c:v>
                </c:pt>
                <c:pt idx="778">
                  <c:v>6463940000</c:v>
                </c:pt>
                <c:pt idx="779">
                  <c:v>6463940000</c:v>
                </c:pt>
                <c:pt idx="780">
                  <c:v>6463940000</c:v>
                </c:pt>
                <c:pt idx="781">
                  <c:v>6463940000</c:v>
                </c:pt>
                <c:pt idx="782">
                  <c:v>6463940000</c:v>
                </c:pt>
                <c:pt idx="783">
                  <c:v>6463940000</c:v>
                </c:pt>
                <c:pt idx="784">
                  <c:v>6463940000</c:v>
                </c:pt>
                <c:pt idx="785">
                  <c:v>6463940000</c:v>
                </c:pt>
                <c:pt idx="786">
                  <c:v>6463940000</c:v>
                </c:pt>
                <c:pt idx="787">
                  <c:v>6463940000</c:v>
                </c:pt>
                <c:pt idx="788">
                  <c:v>6463940000</c:v>
                </c:pt>
                <c:pt idx="789">
                  <c:v>6463940000</c:v>
                </c:pt>
                <c:pt idx="790">
                  <c:v>6463940000</c:v>
                </c:pt>
                <c:pt idx="791">
                  <c:v>6463940000</c:v>
                </c:pt>
                <c:pt idx="792">
                  <c:v>6463940000</c:v>
                </c:pt>
                <c:pt idx="793">
                  <c:v>6463940000</c:v>
                </c:pt>
                <c:pt idx="794">
                  <c:v>6463940000</c:v>
                </c:pt>
                <c:pt idx="795">
                  <c:v>6463940000</c:v>
                </c:pt>
                <c:pt idx="796">
                  <c:v>6463940000</c:v>
                </c:pt>
                <c:pt idx="797">
                  <c:v>6463940000</c:v>
                </c:pt>
                <c:pt idx="798">
                  <c:v>6463940000</c:v>
                </c:pt>
                <c:pt idx="799">
                  <c:v>6463940000</c:v>
                </c:pt>
                <c:pt idx="800">
                  <c:v>6463940000</c:v>
                </c:pt>
                <c:pt idx="801">
                  <c:v>6463940000</c:v>
                </c:pt>
                <c:pt idx="802">
                  <c:v>6463940000</c:v>
                </c:pt>
                <c:pt idx="803">
                  <c:v>6463940000</c:v>
                </c:pt>
                <c:pt idx="804">
                  <c:v>6463940000</c:v>
                </c:pt>
                <c:pt idx="805">
                  <c:v>6463940000</c:v>
                </c:pt>
                <c:pt idx="806">
                  <c:v>6463940000</c:v>
                </c:pt>
                <c:pt idx="807">
                  <c:v>6463940000</c:v>
                </c:pt>
                <c:pt idx="808">
                  <c:v>6463940000</c:v>
                </c:pt>
                <c:pt idx="809">
                  <c:v>6463940000</c:v>
                </c:pt>
                <c:pt idx="810">
                  <c:v>6463940000</c:v>
                </c:pt>
                <c:pt idx="811">
                  <c:v>6463940000</c:v>
                </c:pt>
                <c:pt idx="812">
                  <c:v>6463930000</c:v>
                </c:pt>
                <c:pt idx="813">
                  <c:v>6463930000</c:v>
                </c:pt>
                <c:pt idx="814">
                  <c:v>6463930000</c:v>
                </c:pt>
                <c:pt idx="815">
                  <c:v>6463930000</c:v>
                </c:pt>
                <c:pt idx="816">
                  <c:v>6463930000</c:v>
                </c:pt>
                <c:pt idx="817">
                  <c:v>6463930000</c:v>
                </c:pt>
                <c:pt idx="818">
                  <c:v>6463930000</c:v>
                </c:pt>
                <c:pt idx="819">
                  <c:v>6463930000</c:v>
                </c:pt>
                <c:pt idx="820">
                  <c:v>6463930000</c:v>
                </c:pt>
                <c:pt idx="821">
                  <c:v>6463930000</c:v>
                </c:pt>
                <c:pt idx="822">
                  <c:v>6463930000</c:v>
                </c:pt>
                <c:pt idx="823">
                  <c:v>6463930000</c:v>
                </c:pt>
                <c:pt idx="824">
                  <c:v>6463930000</c:v>
                </c:pt>
                <c:pt idx="825">
                  <c:v>6463920000</c:v>
                </c:pt>
                <c:pt idx="826">
                  <c:v>6463920000</c:v>
                </c:pt>
                <c:pt idx="827">
                  <c:v>6463920000</c:v>
                </c:pt>
                <c:pt idx="828">
                  <c:v>6463920000</c:v>
                </c:pt>
                <c:pt idx="829">
                  <c:v>6463910000</c:v>
                </c:pt>
                <c:pt idx="830">
                  <c:v>6463910000</c:v>
                </c:pt>
                <c:pt idx="831">
                  <c:v>6463910000</c:v>
                </c:pt>
                <c:pt idx="832">
                  <c:v>6463900000</c:v>
                </c:pt>
                <c:pt idx="833">
                  <c:v>6463900000</c:v>
                </c:pt>
                <c:pt idx="834">
                  <c:v>6463890000</c:v>
                </c:pt>
                <c:pt idx="835">
                  <c:v>6463880000</c:v>
                </c:pt>
                <c:pt idx="836">
                  <c:v>6463870000</c:v>
                </c:pt>
                <c:pt idx="837">
                  <c:v>6463870000</c:v>
                </c:pt>
                <c:pt idx="838">
                  <c:v>6463850000</c:v>
                </c:pt>
                <c:pt idx="839">
                  <c:v>6463840000</c:v>
                </c:pt>
                <c:pt idx="840">
                  <c:v>6463830000</c:v>
                </c:pt>
                <c:pt idx="841">
                  <c:v>6463810000</c:v>
                </c:pt>
                <c:pt idx="842">
                  <c:v>6463800000</c:v>
                </c:pt>
                <c:pt idx="843">
                  <c:v>6463770000</c:v>
                </c:pt>
                <c:pt idx="844">
                  <c:v>6463750000</c:v>
                </c:pt>
                <c:pt idx="845">
                  <c:v>6463720000</c:v>
                </c:pt>
                <c:pt idx="846">
                  <c:v>6463690000</c:v>
                </c:pt>
                <c:pt idx="847">
                  <c:v>6463660000</c:v>
                </c:pt>
                <c:pt idx="848">
                  <c:v>6463620000</c:v>
                </c:pt>
                <c:pt idx="849">
                  <c:v>6463580000</c:v>
                </c:pt>
                <c:pt idx="850">
                  <c:v>6463530000</c:v>
                </c:pt>
                <c:pt idx="851">
                  <c:v>6463470000</c:v>
                </c:pt>
                <c:pt idx="852">
                  <c:v>6463410000</c:v>
                </c:pt>
                <c:pt idx="853">
                  <c:v>6463340000</c:v>
                </c:pt>
                <c:pt idx="854">
                  <c:v>6463260000</c:v>
                </c:pt>
                <c:pt idx="855">
                  <c:v>6463170000</c:v>
                </c:pt>
                <c:pt idx="856">
                  <c:v>6463070000</c:v>
                </c:pt>
                <c:pt idx="857">
                  <c:v>6462970000</c:v>
                </c:pt>
                <c:pt idx="858">
                  <c:v>6462850000</c:v>
                </c:pt>
                <c:pt idx="859">
                  <c:v>6462720000</c:v>
                </c:pt>
                <c:pt idx="860">
                  <c:v>6462580000</c:v>
                </c:pt>
                <c:pt idx="861">
                  <c:v>6462440000</c:v>
                </c:pt>
                <c:pt idx="862">
                  <c:v>6462280000</c:v>
                </c:pt>
                <c:pt idx="863">
                  <c:v>6462110000</c:v>
                </c:pt>
                <c:pt idx="864">
                  <c:v>6461930000</c:v>
                </c:pt>
                <c:pt idx="865">
                  <c:v>6461750000</c:v>
                </c:pt>
                <c:pt idx="866">
                  <c:v>6461560000</c:v>
                </c:pt>
                <c:pt idx="867">
                  <c:v>6461370000</c:v>
                </c:pt>
                <c:pt idx="868">
                  <c:v>6461170000</c:v>
                </c:pt>
                <c:pt idx="869">
                  <c:v>6460980000</c:v>
                </c:pt>
                <c:pt idx="870">
                  <c:v>6460780000</c:v>
                </c:pt>
                <c:pt idx="871">
                  <c:v>6460590000</c:v>
                </c:pt>
                <c:pt idx="872">
                  <c:v>6460400000</c:v>
                </c:pt>
                <c:pt idx="873">
                  <c:v>6460210000</c:v>
                </c:pt>
                <c:pt idx="874">
                  <c:v>6460040000</c:v>
                </c:pt>
                <c:pt idx="875">
                  <c:v>6459860000</c:v>
                </c:pt>
                <c:pt idx="876">
                  <c:v>6459700000</c:v>
                </c:pt>
                <c:pt idx="877">
                  <c:v>6459540000</c:v>
                </c:pt>
                <c:pt idx="878">
                  <c:v>6459390000</c:v>
                </c:pt>
                <c:pt idx="879">
                  <c:v>6459240000</c:v>
                </c:pt>
                <c:pt idx="880">
                  <c:v>6459110000</c:v>
                </c:pt>
                <c:pt idx="881">
                  <c:v>6458970000</c:v>
                </c:pt>
                <c:pt idx="882">
                  <c:v>6458840000</c:v>
                </c:pt>
                <c:pt idx="883">
                  <c:v>6458720000</c:v>
                </c:pt>
                <c:pt idx="884">
                  <c:v>6458600000</c:v>
                </c:pt>
                <c:pt idx="885">
                  <c:v>6458480000</c:v>
                </c:pt>
                <c:pt idx="886">
                  <c:v>6458360000</c:v>
                </c:pt>
                <c:pt idx="887">
                  <c:v>6458250000</c:v>
                </c:pt>
                <c:pt idx="888">
                  <c:v>6458130000</c:v>
                </c:pt>
                <c:pt idx="889">
                  <c:v>6458010000</c:v>
                </c:pt>
                <c:pt idx="890">
                  <c:v>6457890000</c:v>
                </c:pt>
                <c:pt idx="891">
                  <c:v>6457770000</c:v>
                </c:pt>
                <c:pt idx="892">
                  <c:v>6457650000</c:v>
                </c:pt>
                <c:pt idx="893">
                  <c:v>6457520000</c:v>
                </c:pt>
                <c:pt idx="894">
                  <c:v>6457390000</c:v>
                </c:pt>
                <c:pt idx="895">
                  <c:v>6457260000</c:v>
                </c:pt>
                <c:pt idx="896">
                  <c:v>6457120000</c:v>
                </c:pt>
                <c:pt idx="897">
                  <c:v>6456980000</c:v>
                </c:pt>
                <c:pt idx="898">
                  <c:v>6456830000</c:v>
                </c:pt>
                <c:pt idx="899">
                  <c:v>6456680000</c:v>
                </c:pt>
                <c:pt idx="900">
                  <c:v>6456530000</c:v>
                </c:pt>
                <c:pt idx="901">
                  <c:v>6456380000</c:v>
                </c:pt>
                <c:pt idx="902">
                  <c:v>6456220000</c:v>
                </c:pt>
                <c:pt idx="903">
                  <c:v>6456060000</c:v>
                </c:pt>
                <c:pt idx="904">
                  <c:v>6455900000</c:v>
                </c:pt>
                <c:pt idx="905">
                  <c:v>6455740000</c:v>
                </c:pt>
                <c:pt idx="906">
                  <c:v>6455580000</c:v>
                </c:pt>
                <c:pt idx="907">
                  <c:v>6455420000</c:v>
                </c:pt>
                <c:pt idx="908">
                  <c:v>6455260000</c:v>
                </c:pt>
                <c:pt idx="909">
                  <c:v>6455110000</c:v>
                </c:pt>
                <c:pt idx="910">
                  <c:v>6454960000</c:v>
                </c:pt>
                <c:pt idx="911">
                  <c:v>6454810000</c:v>
                </c:pt>
                <c:pt idx="912">
                  <c:v>6454660000</c:v>
                </c:pt>
                <c:pt idx="913">
                  <c:v>6454530000</c:v>
                </c:pt>
                <c:pt idx="914">
                  <c:v>6454390000</c:v>
                </c:pt>
                <c:pt idx="915">
                  <c:v>6454260000</c:v>
                </c:pt>
                <c:pt idx="916">
                  <c:v>6454140000</c:v>
                </c:pt>
                <c:pt idx="917">
                  <c:v>6454020000</c:v>
                </c:pt>
                <c:pt idx="918">
                  <c:v>6453910000</c:v>
                </c:pt>
                <c:pt idx="919">
                  <c:v>6453810000</c:v>
                </c:pt>
                <c:pt idx="920">
                  <c:v>6453710000</c:v>
                </c:pt>
                <c:pt idx="921">
                  <c:v>6453610000</c:v>
                </c:pt>
                <c:pt idx="922">
                  <c:v>6453530000</c:v>
                </c:pt>
                <c:pt idx="923">
                  <c:v>6453440000</c:v>
                </c:pt>
                <c:pt idx="924">
                  <c:v>6453370000</c:v>
                </c:pt>
                <c:pt idx="925">
                  <c:v>6453300000</c:v>
                </c:pt>
                <c:pt idx="926">
                  <c:v>6453230000</c:v>
                </c:pt>
                <c:pt idx="927">
                  <c:v>6453170000</c:v>
                </c:pt>
                <c:pt idx="928">
                  <c:v>6453120000</c:v>
                </c:pt>
                <c:pt idx="929">
                  <c:v>6453070000</c:v>
                </c:pt>
                <c:pt idx="930">
                  <c:v>6453020000</c:v>
                </c:pt>
                <c:pt idx="931">
                  <c:v>6452970000</c:v>
                </c:pt>
                <c:pt idx="932">
                  <c:v>6452930000</c:v>
                </c:pt>
                <c:pt idx="933">
                  <c:v>6452900000</c:v>
                </c:pt>
                <c:pt idx="934">
                  <c:v>6452860000</c:v>
                </c:pt>
                <c:pt idx="935">
                  <c:v>6452830000</c:v>
                </c:pt>
                <c:pt idx="936">
                  <c:v>6452810000</c:v>
                </c:pt>
                <c:pt idx="937">
                  <c:v>6452780000</c:v>
                </c:pt>
                <c:pt idx="938">
                  <c:v>6452760000</c:v>
                </c:pt>
                <c:pt idx="939">
                  <c:v>6452740000</c:v>
                </c:pt>
                <c:pt idx="940">
                  <c:v>6452720000</c:v>
                </c:pt>
                <c:pt idx="941">
                  <c:v>6452700000</c:v>
                </c:pt>
                <c:pt idx="942">
                  <c:v>6452680000</c:v>
                </c:pt>
                <c:pt idx="943">
                  <c:v>6452670000</c:v>
                </c:pt>
                <c:pt idx="944">
                  <c:v>6452660000</c:v>
                </c:pt>
                <c:pt idx="945">
                  <c:v>6452640000</c:v>
                </c:pt>
                <c:pt idx="946">
                  <c:v>6452630000</c:v>
                </c:pt>
                <c:pt idx="947">
                  <c:v>6452620000</c:v>
                </c:pt>
                <c:pt idx="948">
                  <c:v>6452610000</c:v>
                </c:pt>
                <c:pt idx="949">
                  <c:v>6452610000</c:v>
                </c:pt>
                <c:pt idx="950">
                  <c:v>6452600000</c:v>
                </c:pt>
                <c:pt idx="951">
                  <c:v>6452590000</c:v>
                </c:pt>
                <c:pt idx="952">
                  <c:v>6452590000</c:v>
                </c:pt>
                <c:pt idx="953">
                  <c:v>6452580000</c:v>
                </c:pt>
                <c:pt idx="954">
                  <c:v>6452570000</c:v>
                </c:pt>
                <c:pt idx="955">
                  <c:v>6452570000</c:v>
                </c:pt>
                <c:pt idx="956">
                  <c:v>6452570000</c:v>
                </c:pt>
                <c:pt idx="957">
                  <c:v>6452560000</c:v>
                </c:pt>
                <c:pt idx="958">
                  <c:v>6452560000</c:v>
                </c:pt>
                <c:pt idx="959">
                  <c:v>6452560000</c:v>
                </c:pt>
                <c:pt idx="960">
                  <c:v>6452550000</c:v>
                </c:pt>
                <c:pt idx="961">
                  <c:v>6452550000</c:v>
                </c:pt>
                <c:pt idx="962">
                  <c:v>6452550000</c:v>
                </c:pt>
                <c:pt idx="963">
                  <c:v>6452550000</c:v>
                </c:pt>
                <c:pt idx="964">
                  <c:v>6452540000</c:v>
                </c:pt>
                <c:pt idx="965">
                  <c:v>6452540000</c:v>
                </c:pt>
                <c:pt idx="966">
                  <c:v>6452540000</c:v>
                </c:pt>
                <c:pt idx="967">
                  <c:v>6452540000</c:v>
                </c:pt>
                <c:pt idx="968">
                  <c:v>6452540000</c:v>
                </c:pt>
                <c:pt idx="969">
                  <c:v>6452540000</c:v>
                </c:pt>
                <c:pt idx="970">
                  <c:v>6452540000</c:v>
                </c:pt>
                <c:pt idx="971">
                  <c:v>6452540000</c:v>
                </c:pt>
                <c:pt idx="972">
                  <c:v>6452530000</c:v>
                </c:pt>
                <c:pt idx="973">
                  <c:v>6452530000</c:v>
                </c:pt>
                <c:pt idx="974">
                  <c:v>6452530000</c:v>
                </c:pt>
                <c:pt idx="975">
                  <c:v>6452530000</c:v>
                </c:pt>
                <c:pt idx="976">
                  <c:v>6452530000</c:v>
                </c:pt>
                <c:pt idx="977">
                  <c:v>6452530000</c:v>
                </c:pt>
                <c:pt idx="978">
                  <c:v>6452530000</c:v>
                </c:pt>
                <c:pt idx="979">
                  <c:v>6452530000</c:v>
                </c:pt>
                <c:pt idx="980">
                  <c:v>6452530000</c:v>
                </c:pt>
                <c:pt idx="981">
                  <c:v>6452530000</c:v>
                </c:pt>
                <c:pt idx="982">
                  <c:v>6452530000</c:v>
                </c:pt>
                <c:pt idx="983">
                  <c:v>6452530000</c:v>
                </c:pt>
                <c:pt idx="984">
                  <c:v>6452530000</c:v>
                </c:pt>
                <c:pt idx="985">
                  <c:v>6452530000</c:v>
                </c:pt>
                <c:pt idx="986">
                  <c:v>6452530000</c:v>
                </c:pt>
                <c:pt idx="987">
                  <c:v>6452530000</c:v>
                </c:pt>
                <c:pt idx="988">
                  <c:v>6452530000</c:v>
                </c:pt>
                <c:pt idx="989">
                  <c:v>6452530000</c:v>
                </c:pt>
                <c:pt idx="990">
                  <c:v>6452530000</c:v>
                </c:pt>
                <c:pt idx="991">
                  <c:v>6452530000</c:v>
                </c:pt>
                <c:pt idx="992">
                  <c:v>6452530000</c:v>
                </c:pt>
                <c:pt idx="993">
                  <c:v>6452530000</c:v>
                </c:pt>
                <c:pt idx="994">
                  <c:v>6452530000</c:v>
                </c:pt>
                <c:pt idx="995">
                  <c:v>6452530000</c:v>
                </c:pt>
                <c:pt idx="996">
                  <c:v>6452530000</c:v>
                </c:pt>
                <c:pt idx="997">
                  <c:v>6452530000</c:v>
                </c:pt>
                <c:pt idx="998">
                  <c:v>6452530000</c:v>
                </c:pt>
                <c:pt idx="999">
                  <c:v>6452530000</c:v>
                </c:pt>
                <c:pt idx="1000">
                  <c:v>6452530000</c:v>
                </c:pt>
                <c:pt idx="1001">
                  <c:v>6452530000</c:v>
                </c:pt>
                <c:pt idx="1002">
                  <c:v>6452530000</c:v>
                </c:pt>
                <c:pt idx="1003">
                  <c:v>6452530000</c:v>
                </c:pt>
                <c:pt idx="1004">
                  <c:v>6452530000</c:v>
                </c:pt>
                <c:pt idx="1005">
                  <c:v>6452530000</c:v>
                </c:pt>
                <c:pt idx="1006">
                  <c:v>6452530000</c:v>
                </c:pt>
                <c:pt idx="1007">
                  <c:v>6452530000</c:v>
                </c:pt>
                <c:pt idx="1008">
                  <c:v>6452530000</c:v>
                </c:pt>
                <c:pt idx="1009">
                  <c:v>6452530000</c:v>
                </c:pt>
                <c:pt idx="1010">
                  <c:v>6452530000</c:v>
                </c:pt>
                <c:pt idx="1011">
                  <c:v>6452530000</c:v>
                </c:pt>
                <c:pt idx="1012">
                  <c:v>6452530000</c:v>
                </c:pt>
                <c:pt idx="1013">
                  <c:v>6452530000</c:v>
                </c:pt>
                <c:pt idx="1014">
                  <c:v>6452530000</c:v>
                </c:pt>
                <c:pt idx="1015">
                  <c:v>6452530000</c:v>
                </c:pt>
                <c:pt idx="1016">
                  <c:v>6452530000</c:v>
                </c:pt>
                <c:pt idx="1017">
                  <c:v>6452530000</c:v>
                </c:pt>
                <c:pt idx="1018">
                  <c:v>6452530000</c:v>
                </c:pt>
                <c:pt idx="1019">
                  <c:v>6452530000</c:v>
                </c:pt>
                <c:pt idx="1020">
                  <c:v>6452530000</c:v>
                </c:pt>
                <c:pt idx="1021">
                  <c:v>6452530000</c:v>
                </c:pt>
                <c:pt idx="1022">
                  <c:v>6452530000</c:v>
                </c:pt>
                <c:pt idx="1023">
                  <c:v>6452530000</c:v>
                </c:pt>
                <c:pt idx="1024">
                  <c:v>6452530000</c:v>
                </c:pt>
                <c:pt idx="1025">
                  <c:v>6452530000</c:v>
                </c:pt>
                <c:pt idx="1026">
                  <c:v>6452530000</c:v>
                </c:pt>
                <c:pt idx="1027">
                  <c:v>6452530000</c:v>
                </c:pt>
                <c:pt idx="1028">
                  <c:v>6452530000</c:v>
                </c:pt>
                <c:pt idx="1029">
                  <c:v>6452530000</c:v>
                </c:pt>
                <c:pt idx="1030">
                  <c:v>6452530000</c:v>
                </c:pt>
                <c:pt idx="1031">
                  <c:v>6452530000</c:v>
                </c:pt>
                <c:pt idx="1032">
                  <c:v>6452530000</c:v>
                </c:pt>
                <c:pt idx="1033">
                  <c:v>6452530000</c:v>
                </c:pt>
                <c:pt idx="1034">
                  <c:v>6452530000</c:v>
                </c:pt>
                <c:pt idx="1035">
                  <c:v>6452530000</c:v>
                </c:pt>
                <c:pt idx="1036">
                  <c:v>6452530000</c:v>
                </c:pt>
                <c:pt idx="1037">
                  <c:v>6452530000</c:v>
                </c:pt>
                <c:pt idx="1038">
                  <c:v>6452530000</c:v>
                </c:pt>
                <c:pt idx="1039">
                  <c:v>6452530000</c:v>
                </c:pt>
                <c:pt idx="1040">
                  <c:v>6452530000</c:v>
                </c:pt>
                <c:pt idx="1041">
                  <c:v>6452530000</c:v>
                </c:pt>
                <c:pt idx="1042">
                  <c:v>6452530000</c:v>
                </c:pt>
                <c:pt idx="1043">
                  <c:v>6452540000</c:v>
                </c:pt>
                <c:pt idx="1044">
                  <c:v>6452540000</c:v>
                </c:pt>
                <c:pt idx="1045">
                  <c:v>6452540000</c:v>
                </c:pt>
                <c:pt idx="1046">
                  <c:v>6452540000</c:v>
                </c:pt>
                <c:pt idx="1047">
                  <c:v>6452540000</c:v>
                </c:pt>
                <c:pt idx="1048">
                  <c:v>6452540000</c:v>
                </c:pt>
                <c:pt idx="1049">
                  <c:v>6452540000</c:v>
                </c:pt>
                <c:pt idx="1050">
                  <c:v>6452540000</c:v>
                </c:pt>
                <c:pt idx="1051">
                  <c:v>6452540000</c:v>
                </c:pt>
                <c:pt idx="1052">
                  <c:v>6452540000</c:v>
                </c:pt>
                <c:pt idx="1053">
                  <c:v>6452550000</c:v>
                </c:pt>
                <c:pt idx="1054">
                  <c:v>6452550000</c:v>
                </c:pt>
                <c:pt idx="1055">
                  <c:v>6452550000</c:v>
                </c:pt>
                <c:pt idx="1056">
                  <c:v>6452550000</c:v>
                </c:pt>
                <c:pt idx="1057">
                  <c:v>6452550000</c:v>
                </c:pt>
                <c:pt idx="1058">
                  <c:v>6452550000</c:v>
                </c:pt>
                <c:pt idx="1059">
                  <c:v>6452560000</c:v>
                </c:pt>
                <c:pt idx="1060">
                  <c:v>6452560000</c:v>
                </c:pt>
                <c:pt idx="1061">
                  <c:v>6452560000</c:v>
                </c:pt>
                <c:pt idx="1062">
                  <c:v>6452560000</c:v>
                </c:pt>
                <c:pt idx="1063">
                  <c:v>6452570000</c:v>
                </c:pt>
                <c:pt idx="1064">
                  <c:v>6452570000</c:v>
                </c:pt>
                <c:pt idx="1065">
                  <c:v>6452570000</c:v>
                </c:pt>
                <c:pt idx="1066">
                  <c:v>6452580000</c:v>
                </c:pt>
                <c:pt idx="1067">
                  <c:v>6452580000</c:v>
                </c:pt>
                <c:pt idx="1068">
                  <c:v>6452590000</c:v>
                </c:pt>
                <c:pt idx="1069">
                  <c:v>6452590000</c:v>
                </c:pt>
                <c:pt idx="1070">
                  <c:v>6452600000</c:v>
                </c:pt>
                <c:pt idx="1071">
                  <c:v>6452600000</c:v>
                </c:pt>
                <c:pt idx="1072">
                  <c:v>6452610000</c:v>
                </c:pt>
                <c:pt idx="1073">
                  <c:v>6452620000</c:v>
                </c:pt>
                <c:pt idx="1074">
                  <c:v>6452620000</c:v>
                </c:pt>
                <c:pt idx="1075">
                  <c:v>6452630000</c:v>
                </c:pt>
                <c:pt idx="1076">
                  <c:v>6452640000</c:v>
                </c:pt>
                <c:pt idx="1077">
                  <c:v>6452650000</c:v>
                </c:pt>
                <c:pt idx="1078">
                  <c:v>6452660000</c:v>
                </c:pt>
                <c:pt idx="1079">
                  <c:v>6452670000</c:v>
                </c:pt>
                <c:pt idx="1080">
                  <c:v>6452690000</c:v>
                </c:pt>
                <c:pt idx="1081">
                  <c:v>6452700000</c:v>
                </c:pt>
                <c:pt idx="1082">
                  <c:v>6452720000</c:v>
                </c:pt>
                <c:pt idx="1083">
                  <c:v>6452730000</c:v>
                </c:pt>
                <c:pt idx="1084">
                  <c:v>6452750000</c:v>
                </c:pt>
                <c:pt idx="1085">
                  <c:v>6452770000</c:v>
                </c:pt>
                <c:pt idx="1086">
                  <c:v>6452790000</c:v>
                </c:pt>
                <c:pt idx="1087">
                  <c:v>6452810000</c:v>
                </c:pt>
                <c:pt idx="1088">
                  <c:v>6452840000</c:v>
                </c:pt>
                <c:pt idx="1089">
                  <c:v>6452870000</c:v>
                </c:pt>
                <c:pt idx="1090">
                  <c:v>6452900000</c:v>
                </c:pt>
                <c:pt idx="1091">
                  <c:v>6452930000</c:v>
                </c:pt>
                <c:pt idx="1092">
                  <c:v>6452960000</c:v>
                </c:pt>
                <c:pt idx="1093">
                  <c:v>6453000000</c:v>
                </c:pt>
                <c:pt idx="1094">
                  <c:v>6453040000</c:v>
                </c:pt>
                <c:pt idx="1095">
                  <c:v>6453090000</c:v>
                </c:pt>
                <c:pt idx="1096">
                  <c:v>6453140000</c:v>
                </c:pt>
                <c:pt idx="1097">
                  <c:v>6453200000</c:v>
                </c:pt>
                <c:pt idx="1098">
                  <c:v>6453250000</c:v>
                </c:pt>
                <c:pt idx="1099">
                  <c:v>6453320000</c:v>
                </c:pt>
                <c:pt idx="1100">
                  <c:v>6453390000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33-4122-94A6-B620CBEC3733}"/>
            </c:ext>
          </c:extLst>
        </c:ser>
        <c:ser>
          <c:idx val="2"/>
          <c:order val="2"/>
          <c:tx>
            <c:strRef>
              <c:f>Sheet9!$D$1</c:f>
              <c:strCache>
                <c:ptCount val="1"/>
                <c:pt idx="0">
                  <c:v>beta=1.0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Sheet9!$A$2:$A$1102</c:f>
              <c:numCache>
                <c:formatCode>General</c:formatCode>
                <c:ptCount val="1101"/>
                <c:pt idx="0">
                  <c:v>-10</c:v>
                </c:pt>
                <c:pt idx="1">
                  <c:v>-9.9</c:v>
                </c:pt>
                <c:pt idx="2">
                  <c:v>-9.8000000000000007</c:v>
                </c:pt>
                <c:pt idx="3">
                  <c:v>-9.6999999999999993</c:v>
                </c:pt>
                <c:pt idx="4">
                  <c:v>-9.6</c:v>
                </c:pt>
                <c:pt idx="5">
                  <c:v>-9.5</c:v>
                </c:pt>
                <c:pt idx="6">
                  <c:v>-9.4</c:v>
                </c:pt>
                <c:pt idx="7">
                  <c:v>-9.3000000000000007</c:v>
                </c:pt>
                <c:pt idx="8">
                  <c:v>-9.1999999999999993</c:v>
                </c:pt>
                <c:pt idx="9">
                  <c:v>-9.1</c:v>
                </c:pt>
                <c:pt idx="10">
                  <c:v>-9</c:v>
                </c:pt>
                <c:pt idx="11">
                  <c:v>-8.9</c:v>
                </c:pt>
                <c:pt idx="12">
                  <c:v>-8.8000000000000007</c:v>
                </c:pt>
                <c:pt idx="13">
                  <c:v>-8.6999999999999993</c:v>
                </c:pt>
                <c:pt idx="14">
                  <c:v>-8.6</c:v>
                </c:pt>
                <c:pt idx="15">
                  <c:v>-8.5</c:v>
                </c:pt>
                <c:pt idx="16">
                  <c:v>-8.4</c:v>
                </c:pt>
                <c:pt idx="17">
                  <c:v>-8.3000000000000007</c:v>
                </c:pt>
                <c:pt idx="18">
                  <c:v>-8.1999999999999993</c:v>
                </c:pt>
                <c:pt idx="19">
                  <c:v>-8.1</c:v>
                </c:pt>
                <c:pt idx="20">
                  <c:v>-8</c:v>
                </c:pt>
                <c:pt idx="21">
                  <c:v>-7.9</c:v>
                </c:pt>
                <c:pt idx="22">
                  <c:v>-7.8</c:v>
                </c:pt>
                <c:pt idx="23">
                  <c:v>-7.7</c:v>
                </c:pt>
                <c:pt idx="24">
                  <c:v>-7.6</c:v>
                </c:pt>
                <c:pt idx="25">
                  <c:v>-7.5</c:v>
                </c:pt>
                <c:pt idx="26">
                  <c:v>-7.4</c:v>
                </c:pt>
                <c:pt idx="27">
                  <c:v>-7.3</c:v>
                </c:pt>
                <c:pt idx="28">
                  <c:v>-7.2</c:v>
                </c:pt>
                <c:pt idx="29">
                  <c:v>-7.1</c:v>
                </c:pt>
                <c:pt idx="30">
                  <c:v>-7</c:v>
                </c:pt>
                <c:pt idx="31">
                  <c:v>-6.9</c:v>
                </c:pt>
                <c:pt idx="32">
                  <c:v>-6.8</c:v>
                </c:pt>
                <c:pt idx="33">
                  <c:v>-6.7</c:v>
                </c:pt>
                <c:pt idx="34">
                  <c:v>-6.6</c:v>
                </c:pt>
                <c:pt idx="35">
                  <c:v>-6.5</c:v>
                </c:pt>
                <c:pt idx="36">
                  <c:v>-6.4</c:v>
                </c:pt>
                <c:pt idx="37">
                  <c:v>-6.3</c:v>
                </c:pt>
                <c:pt idx="38">
                  <c:v>-6.2</c:v>
                </c:pt>
                <c:pt idx="39">
                  <c:v>-6.1</c:v>
                </c:pt>
                <c:pt idx="40">
                  <c:v>-6</c:v>
                </c:pt>
                <c:pt idx="41">
                  <c:v>-5.9</c:v>
                </c:pt>
                <c:pt idx="42">
                  <c:v>-5.8</c:v>
                </c:pt>
                <c:pt idx="43">
                  <c:v>-5.7</c:v>
                </c:pt>
                <c:pt idx="44">
                  <c:v>-5.6</c:v>
                </c:pt>
                <c:pt idx="45">
                  <c:v>-5.5</c:v>
                </c:pt>
                <c:pt idx="46">
                  <c:v>-5.4</c:v>
                </c:pt>
                <c:pt idx="47">
                  <c:v>-5.3</c:v>
                </c:pt>
                <c:pt idx="48">
                  <c:v>-5.2</c:v>
                </c:pt>
                <c:pt idx="49">
                  <c:v>-5.0999999999999996</c:v>
                </c:pt>
                <c:pt idx="50">
                  <c:v>-5</c:v>
                </c:pt>
                <c:pt idx="51">
                  <c:v>-4.9000000000000004</c:v>
                </c:pt>
                <c:pt idx="52">
                  <c:v>-4.8</c:v>
                </c:pt>
                <c:pt idx="53">
                  <c:v>-4.7</c:v>
                </c:pt>
                <c:pt idx="54">
                  <c:v>-4.5999999999999996</c:v>
                </c:pt>
                <c:pt idx="55">
                  <c:v>-4.5</c:v>
                </c:pt>
                <c:pt idx="56">
                  <c:v>-4.4000000000000004</c:v>
                </c:pt>
                <c:pt idx="57">
                  <c:v>-4.3</c:v>
                </c:pt>
                <c:pt idx="58">
                  <c:v>-4.2</c:v>
                </c:pt>
                <c:pt idx="59">
                  <c:v>-4.0999999999999996</c:v>
                </c:pt>
                <c:pt idx="60">
                  <c:v>-4</c:v>
                </c:pt>
                <c:pt idx="61">
                  <c:v>-3.9</c:v>
                </c:pt>
                <c:pt idx="62">
                  <c:v>-3.8</c:v>
                </c:pt>
                <c:pt idx="63">
                  <c:v>-3.7</c:v>
                </c:pt>
                <c:pt idx="64">
                  <c:v>-3.6</c:v>
                </c:pt>
                <c:pt idx="65">
                  <c:v>-3.5</c:v>
                </c:pt>
                <c:pt idx="66">
                  <c:v>-3.4</c:v>
                </c:pt>
                <c:pt idx="67">
                  <c:v>-3.3</c:v>
                </c:pt>
                <c:pt idx="68">
                  <c:v>-3.2</c:v>
                </c:pt>
                <c:pt idx="69">
                  <c:v>-3.1</c:v>
                </c:pt>
                <c:pt idx="70">
                  <c:v>-3</c:v>
                </c:pt>
                <c:pt idx="71">
                  <c:v>-2.9</c:v>
                </c:pt>
                <c:pt idx="72">
                  <c:v>-2.8</c:v>
                </c:pt>
                <c:pt idx="73">
                  <c:v>-2.7</c:v>
                </c:pt>
                <c:pt idx="74">
                  <c:v>-2.6</c:v>
                </c:pt>
                <c:pt idx="75">
                  <c:v>-2.5</c:v>
                </c:pt>
                <c:pt idx="76">
                  <c:v>-2.4</c:v>
                </c:pt>
                <c:pt idx="77">
                  <c:v>-2.2999999999999998</c:v>
                </c:pt>
                <c:pt idx="78">
                  <c:v>-2.2000000000000002</c:v>
                </c:pt>
                <c:pt idx="79">
                  <c:v>-2.1</c:v>
                </c:pt>
                <c:pt idx="80">
                  <c:v>-2</c:v>
                </c:pt>
                <c:pt idx="81">
                  <c:v>-1.9</c:v>
                </c:pt>
                <c:pt idx="82">
                  <c:v>-1.8</c:v>
                </c:pt>
                <c:pt idx="83">
                  <c:v>-1.7</c:v>
                </c:pt>
                <c:pt idx="84">
                  <c:v>-1.6</c:v>
                </c:pt>
                <c:pt idx="85">
                  <c:v>-1.5</c:v>
                </c:pt>
                <c:pt idx="86">
                  <c:v>-1.4</c:v>
                </c:pt>
                <c:pt idx="87">
                  <c:v>-1.3</c:v>
                </c:pt>
                <c:pt idx="88">
                  <c:v>-1.2</c:v>
                </c:pt>
                <c:pt idx="89">
                  <c:v>-1.1000000000000001</c:v>
                </c:pt>
                <c:pt idx="90">
                  <c:v>-1</c:v>
                </c:pt>
                <c:pt idx="91">
                  <c:v>-0.9</c:v>
                </c:pt>
                <c:pt idx="92">
                  <c:v>-0.8</c:v>
                </c:pt>
                <c:pt idx="93">
                  <c:v>-0.7</c:v>
                </c:pt>
                <c:pt idx="94">
                  <c:v>-0.6</c:v>
                </c:pt>
                <c:pt idx="95">
                  <c:v>-0.5</c:v>
                </c:pt>
                <c:pt idx="96">
                  <c:v>-0.4</c:v>
                </c:pt>
                <c:pt idx="97">
                  <c:v>-0.3</c:v>
                </c:pt>
                <c:pt idx="98">
                  <c:v>-0.2</c:v>
                </c:pt>
                <c:pt idx="99">
                  <c:v>-0.1</c:v>
                </c:pt>
                <c:pt idx="100" formatCode="0.00E+00">
                  <c:v>-1.87905E-14</c:v>
                </c:pt>
                <c:pt idx="101">
                  <c:v>0.1</c:v>
                </c:pt>
                <c:pt idx="102">
                  <c:v>0.2</c:v>
                </c:pt>
                <c:pt idx="103">
                  <c:v>0.3</c:v>
                </c:pt>
                <c:pt idx="104">
                  <c:v>0.4</c:v>
                </c:pt>
                <c:pt idx="105">
                  <c:v>0.5</c:v>
                </c:pt>
                <c:pt idx="106">
                  <c:v>0.6</c:v>
                </c:pt>
                <c:pt idx="107">
                  <c:v>0.7</c:v>
                </c:pt>
                <c:pt idx="108">
                  <c:v>0.8</c:v>
                </c:pt>
                <c:pt idx="109">
                  <c:v>0.9</c:v>
                </c:pt>
                <c:pt idx="110">
                  <c:v>1</c:v>
                </c:pt>
                <c:pt idx="111">
                  <c:v>1.1000000000000001</c:v>
                </c:pt>
                <c:pt idx="112">
                  <c:v>1.2</c:v>
                </c:pt>
                <c:pt idx="113">
                  <c:v>1.3</c:v>
                </c:pt>
                <c:pt idx="114">
                  <c:v>1.4</c:v>
                </c:pt>
                <c:pt idx="115">
                  <c:v>1.5</c:v>
                </c:pt>
                <c:pt idx="116">
                  <c:v>1.6</c:v>
                </c:pt>
                <c:pt idx="117">
                  <c:v>1.7</c:v>
                </c:pt>
                <c:pt idx="118">
                  <c:v>1.8</c:v>
                </c:pt>
                <c:pt idx="119">
                  <c:v>1.9</c:v>
                </c:pt>
                <c:pt idx="120">
                  <c:v>2</c:v>
                </c:pt>
                <c:pt idx="121">
                  <c:v>2.1</c:v>
                </c:pt>
                <c:pt idx="122">
                  <c:v>2.2000000000000002</c:v>
                </c:pt>
                <c:pt idx="123">
                  <c:v>2.2999999999999998</c:v>
                </c:pt>
                <c:pt idx="124">
                  <c:v>2.4</c:v>
                </c:pt>
                <c:pt idx="125">
                  <c:v>2.5</c:v>
                </c:pt>
                <c:pt idx="126">
                  <c:v>2.6</c:v>
                </c:pt>
                <c:pt idx="127">
                  <c:v>2.7</c:v>
                </c:pt>
                <c:pt idx="128">
                  <c:v>2.8</c:v>
                </c:pt>
                <c:pt idx="129">
                  <c:v>2.9</c:v>
                </c:pt>
                <c:pt idx="130">
                  <c:v>3</c:v>
                </c:pt>
                <c:pt idx="131">
                  <c:v>3.1</c:v>
                </c:pt>
                <c:pt idx="132">
                  <c:v>3.2</c:v>
                </c:pt>
                <c:pt idx="133">
                  <c:v>3.3</c:v>
                </c:pt>
                <c:pt idx="134">
                  <c:v>3.4</c:v>
                </c:pt>
                <c:pt idx="135">
                  <c:v>3.5</c:v>
                </c:pt>
                <c:pt idx="136">
                  <c:v>3.6</c:v>
                </c:pt>
                <c:pt idx="137">
                  <c:v>3.7</c:v>
                </c:pt>
                <c:pt idx="138">
                  <c:v>3.8</c:v>
                </c:pt>
                <c:pt idx="139">
                  <c:v>3.9</c:v>
                </c:pt>
                <c:pt idx="140">
                  <c:v>4</c:v>
                </c:pt>
                <c:pt idx="141">
                  <c:v>4.0999999999999996</c:v>
                </c:pt>
                <c:pt idx="142">
                  <c:v>4.2</c:v>
                </c:pt>
                <c:pt idx="143">
                  <c:v>4.3</c:v>
                </c:pt>
                <c:pt idx="144">
                  <c:v>4.4000000000000004</c:v>
                </c:pt>
                <c:pt idx="145">
                  <c:v>4.5</c:v>
                </c:pt>
                <c:pt idx="146">
                  <c:v>4.5999999999999996</c:v>
                </c:pt>
                <c:pt idx="147">
                  <c:v>4.7</c:v>
                </c:pt>
                <c:pt idx="148">
                  <c:v>4.8</c:v>
                </c:pt>
                <c:pt idx="149">
                  <c:v>4.9000000000000004</c:v>
                </c:pt>
                <c:pt idx="150">
                  <c:v>5</c:v>
                </c:pt>
                <c:pt idx="151">
                  <c:v>5.0999999999999996</c:v>
                </c:pt>
                <c:pt idx="152">
                  <c:v>5.2</c:v>
                </c:pt>
                <c:pt idx="153">
                  <c:v>5.3</c:v>
                </c:pt>
                <c:pt idx="154">
                  <c:v>5.4</c:v>
                </c:pt>
                <c:pt idx="155">
                  <c:v>5.5</c:v>
                </c:pt>
                <c:pt idx="156">
                  <c:v>5.6</c:v>
                </c:pt>
                <c:pt idx="157">
                  <c:v>5.7</c:v>
                </c:pt>
                <c:pt idx="158">
                  <c:v>5.8</c:v>
                </c:pt>
                <c:pt idx="159">
                  <c:v>5.9</c:v>
                </c:pt>
                <c:pt idx="160">
                  <c:v>6</c:v>
                </c:pt>
                <c:pt idx="161">
                  <c:v>6.1</c:v>
                </c:pt>
                <c:pt idx="162">
                  <c:v>6.2</c:v>
                </c:pt>
                <c:pt idx="163">
                  <c:v>6.3</c:v>
                </c:pt>
                <c:pt idx="164">
                  <c:v>6.4</c:v>
                </c:pt>
                <c:pt idx="165">
                  <c:v>6.5</c:v>
                </c:pt>
                <c:pt idx="166">
                  <c:v>6.6</c:v>
                </c:pt>
                <c:pt idx="167">
                  <c:v>6.7</c:v>
                </c:pt>
                <c:pt idx="168">
                  <c:v>6.8</c:v>
                </c:pt>
                <c:pt idx="169">
                  <c:v>6.9</c:v>
                </c:pt>
                <c:pt idx="170">
                  <c:v>7</c:v>
                </c:pt>
                <c:pt idx="171">
                  <c:v>7.1</c:v>
                </c:pt>
                <c:pt idx="172">
                  <c:v>7.2</c:v>
                </c:pt>
                <c:pt idx="173">
                  <c:v>7.3</c:v>
                </c:pt>
                <c:pt idx="174">
                  <c:v>7.4</c:v>
                </c:pt>
                <c:pt idx="175">
                  <c:v>7.5</c:v>
                </c:pt>
                <c:pt idx="176">
                  <c:v>7.6</c:v>
                </c:pt>
                <c:pt idx="177">
                  <c:v>7.7</c:v>
                </c:pt>
                <c:pt idx="178">
                  <c:v>7.8</c:v>
                </c:pt>
                <c:pt idx="179">
                  <c:v>7.9</c:v>
                </c:pt>
                <c:pt idx="180">
                  <c:v>8</c:v>
                </c:pt>
                <c:pt idx="181">
                  <c:v>8.1</c:v>
                </c:pt>
                <c:pt idx="182">
                  <c:v>8.1999999999999993</c:v>
                </c:pt>
                <c:pt idx="183">
                  <c:v>8.3000000000000007</c:v>
                </c:pt>
                <c:pt idx="184">
                  <c:v>8.4</c:v>
                </c:pt>
                <c:pt idx="185">
                  <c:v>8.5</c:v>
                </c:pt>
                <c:pt idx="186">
                  <c:v>8.6</c:v>
                </c:pt>
                <c:pt idx="187">
                  <c:v>8.6999999999999993</c:v>
                </c:pt>
                <c:pt idx="188">
                  <c:v>8.8000000000000007</c:v>
                </c:pt>
                <c:pt idx="189">
                  <c:v>8.9</c:v>
                </c:pt>
                <c:pt idx="190">
                  <c:v>9</c:v>
                </c:pt>
                <c:pt idx="191">
                  <c:v>9.1</c:v>
                </c:pt>
                <c:pt idx="192">
                  <c:v>9.1999999999999993</c:v>
                </c:pt>
                <c:pt idx="193">
                  <c:v>9.3000000000000007</c:v>
                </c:pt>
                <c:pt idx="194">
                  <c:v>9.4</c:v>
                </c:pt>
                <c:pt idx="195">
                  <c:v>9.5</c:v>
                </c:pt>
                <c:pt idx="196">
                  <c:v>9.6</c:v>
                </c:pt>
                <c:pt idx="197">
                  <c:v>9.6999999999999993</c:v>
                </c:pt>
                <c:pt idx="198">
                  <c:v>9.8000000000000007</c:v>
                </c:pt>
                <c:pt idx="199">
                  <c:v>9.9</c:v>
                </c:pt>
                <c:pt idx="200">
                  <c:v>10</c:v>
                </c:pt>
                <c:pt idx="201">
                  <c:v>10.1</c:v>
                </c:pt>
                <c:pt idx="202">
                  <c:v>10.199999999999999</c:v>
                </c:pt>
                <c:pt idx="203">
                  <c:v>10.3</c:v>
                </c:pt>
                <c:pt idx="204">
                  <c:v>10.4</c:v>
                </c:pt>
                <c:pt idx="205">
                  <c:v>10.5</c:v>
                </c:pt>
                <c:pt idx="206">
                  <c:v>10.6</c:v>
                </c:pt>
                <c:pt idx="207">
                  <c:v>10.7</c:v>
                </c:pt>
                <c:pt idx="208">
                  <c:v>10.8</c:v>
                </c:pt>
                <c:pt idx="209">
                  <c:v>10.9</c:v>
                </c:pt>
                <c:pt idx="210">
                  <c:v>11</c:v>
                </c:pt>
                <c:pt idx="211">
                  <c:v>11.1</c:v>
                </c:pt>
                <c:pt idx="212">
                  <c:v>11.2</c:v>
                </c:pt>
                <c:pt idx="213">
                  <c:v>11.3</c:v>
                </c:pt>
                <c:pt idx="214">
                  <c:v>11.4</c:v>
                </c:pt>
                <c:pt idx="215">
                  <c:v>11.5</c:v>
                </c:pt>
                <c:pt idx="216">
                  <c:v>11.6</c:v>
                </c:pt>
                <c:pt idx="217">
                  <c:v>11.7</c:v>
                </c:pt>
                <c:pt idx="218">
                  <c:v>11.8</c:v>
                </c:pt>
                <c:pt idx="219">
                  <c:v>11.9</c:v>
                </c:pt>
                <c:pt idx="220">
                  <c:v>12</c:v>
                </c:pt>
                <c:pt idx="221">
                  <c:v>12.1</c:v>
                </c:pt>
                <c:pt idx="222">
                  <c:v>12.2</c:v>
                </c:pt>
                <c:pt idx="223">
                  <c:v>12.3</c:v>
                </c:pt>
                <c:pt idx="224">
                  <c:v>12.4</c:v>
                </c:pt>
                <c:pt idx="225">
                  <c:v>12.5</c:v>
                </c:pt>
                <c:pt idx="226">
                  <c:v>12.6</c:v>
                </c:pt>
                <c:pt idx="227">
                  <c:v>12.7</c:v>
                </c:pt>
                <c:pt idx="228">
                  <c:v>12.8</c:v>
                </c:pt>
                <c:pt idx="229">
                  <c:v>12.9</c:v>
                </c:pt>
                <c:pt idx="230">
                  <c:v>13</c:v>
                </c:pt>
                <c:pt idx="231">
                  <c:v>13.1</c:v>
                </c:pt>
                <c:pt idx="232">
                  <c:v>13.2</c:v>
                </c:pt>
                <c:pt idx="233">
                  <c:v>13.3</c:v>
                </c:pt>
                <c:pt idx="234">
                  <c:v>13.4</c:v>
                </c:pt>
                <c:pt idx="235">
                  <c:v>13.5</c:v>
                </c:pt>
                <c:pt idx="236">
                  <c:v>13.6</c:v>
                </c:pt>
                <c:pt idx="237">
                  <c:v>13.7</c:v>
                </c:pt>
                <c:pt idx="238">
                  <c:v>13.8</c:v>
                </c:pt>
                <c:pt idx="239">
                  <c:v>13.9</c:v>
                </c:pt>
                <c:pt idx="240">
                  <c:v>14</c:v>
                </c:pt>
                <c:pt idx="241">
                  <c:v>14.1</c:v>
                </c:pt>
                <c:pt idx="242">
                  <c:v>14.2</c:v>
                </c:pt>
                <c:pt idx="243">
                  <c:v>14.3</c:v>
                </c:pt>
                <c:pt idx="244">
                  <c:v>14.4</c:v>
                </c:pt>
                <c:pt idx="245">
                  <c:v>14.5</c:v>
                </c:pt>
                <c:pt idx="246">
                  <c:v>14.6</c:v>
                </c:pt>
                <c:pt idx="247">
                  <c:v>14.7</c:v>
                </c:pt>
                <c:pt idx="248">
                  <c:v>14.8</c:v>
                </c:pt>
                <c:pt idx="249">
                  <c:v>14.9</c:v>
                </c:pt>
                <c:pt idx="250">
                  <c:v>15</c:v>
                </c:pt>
                <c:pt idx="251">
                  <c:v>15.1</c:v>
                </c:pt>
                <c:pt idx="252">
                  <c:v>15.2</c:v>
                </c:pt>
                <c:pt idx="253">
                  <c:v>15.3</c:v>
                </c:pt>
                <c:pt idx="254">
                  <c:v>15.4</c:v>
                </c:pt>
                <c:pt idx="255">
                  <c:v>15.5</c:v>
                </c:pt>
                <c:pt idx="256">
                  <c:v>15.6</c:v>
                </c:pt>
                <c:pt idx="257">
                  <c:v>15.7</c:v>
                </c:pt>
                <c:pt idx="258">
                  <c:v>15.8</c:v>
                </c:pt>
                <c:pt idx="259">
                  <c:v>15.9</c:v>
                </c:pt>
                <c:pt idx="260">
                  <c:v>16</c:v>
                </c:pt>
                <c:pt idx="261">
                  <c:v>16.100000000000001</c:v>
                </c:pt>
                <c:pt idx="262">
                  <c:v>16.2</c:v>
                </c:pt>
                <c:pt idx="263">
                  <c:v>16.3</c:v>
                </c:pt>
                <c:pt idx="264">
                  <c:v>16.399999999999999</c:v>
                </c:pt>
                <c:pt idx="265">
                  <c:v>16.5</c:v>
                </c:pt>
                <c:pt idx="266">
                  <c:v>16.600000000000001</c:v>
                </c:pt>
                <c:pt idx="267">
                  <c:v>16.7</c:v>
                </c:pt>
                <c:pt idx="268">
                  <c:v>16.8</c:v>
                </c:pt>
                <c:pt idx="269">
                  <c:v>16.899999999999999</c:v>
                </c:pt>
                <c:pt idx="270">
                  <c:v>17</c:v>
                </c:pt>
                <c:pt idx="271">
                  <c:v>17.100000000000001</c:v>
                </c:pt>
                <c:pt idx="272">
                  <c:v>17.2</c:v>
                </c:pt>
                <c:pt idx="273">
                  <c:v>17.3</c:v>
                </c:pt>
                <c:pt idx="274">
                  <c:v>17.399999999999999</c:v>
                </c:pt>
                <c:pt idx="275">
                  <c:v>17.5</c:v>
                </c:pt>
                <c:pt idx="276">
                  <c:v>17.600000000000001</c:v>
                </c:pt>
                <c:pt idx="277">
                  <c:v>17.7</c:v>
                </c:pt>
                <c:pt idx="278">
                  <c:v>17.8</c:v>
                </c:pt>
                <c:pt idx="279">
                  <c:v>17.899999999999999</c:v>
                </c:pt>
                <c:pt idx="280">
                  <c:v>18</c:v>
                </c:pt>
                <c:pt idx="281">
                  <c:v>18.100000000000001</c:v>
                </c:pt>
                <c:pt idx="282">
                  <c:v>18.2</c:v>
                </c:pt>
                <c:pt idx="283">
                  <c:v>18.3</c:v>
                </c:pt>
                <c:pt idx="284">
                  <c:v>18.399999999999999</c:v>
                </c:pt>
                <c:pt idx="285">
                  <c:v>18.5</c:v>
                </c:pt>
                <c:pt idx="286">
                  <c:v>18.600000000000001</c:v>
                </c:pt>
                <c:pt idx="287">
                  <c:v>18.7</c:v>
                </c:pt>
                <c:pt idx="288">
                  <c:v>18.8</c:v>
                </c:pt>
                <c:pt idx="289">
                  <c:v>18.899999999999999</c:v>
                </c:pt>
                <c:pt idx="290">
                  <c:v>19</c:v>
                </c:pt>
                <c:pt idx="291">
                  <c:v>19.100000000000001</c:v>
                </c:pt>
                <c:pt idx="292">
                  <c:v>19.2</c:v>
                </c:pt>
                <c:pt idx="293">
                  <c:v>19.3</c:v>
                </c:pt>
                <c:pt idx="294">
                  <c:v>19.399999999999999</c:v>
                </c:pt>
                <c:pt idx="295">
                  <c:v>19.5</c:v>
                </c:pt>
                <c:pt idx="296">
                  <c:v>19.600000000000001</c:v>
                </c:pt>
                <c:pt idx="297">
                  <c:v>19.7</c:v>
                </c:pt>
                <c:pt idx="298">
                  <c:v>19.8</c:v>
                </c:pt>
                <c:pt idx="299">
                  <c:v>19.899999999999999</c:v>
                </c:pt>
                <c:pt idx="300">
                  <c:v>20</c:v>
                </c:pt>
                <c:pt idx="301">
                  <c:v>20.100000000000001</c:v>
                </c:pt>
                <c:pt idx="302">
                  <c:v>20.2</c:v>
                </c:pt>
                <c:pt idx="303">
                  <c:v>20.3</c:v>
                </c:pt>
                <c:pt idx="304">
                  <c:v>20.399999999999999</c:v>
                </c:pt>
                <c:pt idx="305">
                  <c:v>20.5</c:v>
                </c:pt>
                <c:pt idx="306">
                  <c:v>20.6</c:v>
                </c:pt>
                <c:pt idx="307">
                  <c:v>20.7</c:v>
                </c:pt>
                <c:pt idx="308">
                  <c:v>20.8</c:v>
                </c:pt>
                <c:pt idx="309">
                  <c:v>20.9</c:v>
                </c:pt>
                <c:pt idx="310">
                  <c:v>21</c:v>
                </c:pt>
                <c:pt idx="311">
                  <c:v>21.1</c:v>
                </c:pt>
                <c:pt idx="312">
                  <c:v>21.2</c:v>
                </c:pt>
                <c:pt idx="313">
                  <c:v>21.3</c:v>
                </c:pt>
                <c:pt idx="314">
                  <c:v>21.4</c:v>
                </c:pt>
                <c:pt idx="315">
                  <c:v>21.5</c:v>
                </c:pt>
                <c:pt idx="316">
                  <c:v>21.6</c:v>
                </c:pt>
                <c:pt idx="317">
                  <c:v>21.7</c:v>
                </c:pt>
                <c:pt idx="318">
                  <c:v>21.8</c:v>
                </c:pt>
                <c:pt idx="319">
                  <c:v>21.9</c:v>
                </c:pt>
                <c:pt idx="320">
                  <c:v>22</c:v>
                </c:pt>
                <c:pt idx="321">
                  <c:v>22.1</c:v>
                </c:pt>
                <c:pt idx="322">
                  <c:v>22.2</c:v>
                </c:pt>
                <c:pt idx="323">
                  <c:v>22.3</c:v>
                </c:pt>
                <c:pt idx="324">
                  <c:v>22.4</c:v>
                </c:pt>
                <c:pt idx="325">
                  <c:v>22.5</c:v>
                </c:pt>
                <c:pt idx="326">
                  <c:v>22.6</c:v>
                </c:pt>
                <c:pt idx="327">
                  <c:v>22.7</c:v>
                </c:pt>
                <c:pt idx="328">
                  <c:v>22.8</c:v>
                </c:pt>
                <c:pt idx="329">
                  <c:v>22.9</c:v>
                </c:pt>
                <c:pt idx="330">
                  <c:v>23</c:v>
                </c:pt>
                <c:pt idx="331">
                  <c:v>23.1</c:v>
                </c:pt>
                <c:pt idx="332">
                  <c:v>23.2</c:v>
                </c:pt>
                <c:pt idx="333">
                  <c:v>23.3</c:v>
                </c:pt>
                <c:pt idx="334">
                  <c:v>23.4</c:v>
                </c:pt>
                <c:pt idx="335">
                  <c:v>23.5</c:v>
                </c:pt>
                <c:pt idx="336">
                  <c:v>23.6</c:v>
                </c:pt>
                <c:pt idx="337">
                  <c:v>23.7</c:v>
                </c:pt>
                <c:pt idx="338">
                  <c:v>23.8</c:v>
                </c:pt>
                <c:pt idx="339">
                  <c:v>23.9</c:v>
                </c:pt>
                <c:pt idx="340">
                  <c:v>24</c:v>
                </c:pt>
                <c:pt idx="341">
                  <c:v>24.1</c:v>
                </c:pt>
                <c:pt idx="342">
                  <c:v>24.2</c:v>
                </c:pt>
                <c:pt idx="343">
                  <c:v>24.3</c:v>
                </c:pt>
                <c:pt idx="344">
                  <c:v>24.4</c:v>
                </c:pt>
                <c:pt idx="345">
                  <c:v>24.5</c:v>
                </c:pt>
                <c:pt idx="346">
                  <c:v>24.6</c:v>
                </c:pt>
                <c:pt idx="347">
                  <c:v>24.7</c:v>
                </c:pt>
                <c:pt idx="348">
                  <c:v>24.8</c:v>
                </c:pt>
                <c:pt idx="349">
                  <c:v>24.9</c:v>
                </c:pt>
                <c:pt idx="350">
                  <c:v>25</c:v>
                </c:pt>
                <c:pt idx="351">
                  <c:v>25.1</c:v>
                </c:pt>
                <c:pt idx="352">
                  <c:v>25.2</c:v>
                </c:pt>
                <c:pt idx="353">
                  <c:v>25.3</c:v>
                </c:pt>
                <c:pt idx="354">
                  <c:v>25.4</c:v>
                </c:pt>
                <c:pt idx="355">
                  <c:v>25.5</c:v>
                </c:pt>
                <c:pt idx="356">
                  <c:v>25.6</c:v>
                </c:pt>
                <c:pt idx="357">
                  <c:v>25.7</c:v>
                </c:pt>
                <c:pt idx="358">
                  <c:v>25.8</c:v>
                </c:pt>
                <c:pt idx="359">
                  <c:v>25.9</c:v>
                </c:pt>
                <c:pt idx="360">
                  <c:v>26</c:v>
                </c:pt>
                <c:pt idx="361">
                  <c:v>26.1</c:v>
                </c:pt>
                <c:pt idx="362">
                  <c:v>26.2</c:v>
                </c:pt>
                <c:pt idx="363">
                  <c:v>26.3</c:v>
                </c:pt>
                <c:pt idx="364">
                  <c:v>26.4</c:v>
                </c:pt>
                <c:pt idx="365">
                  <c:v>26.5</c:v>
                </c:pt>
                <c:pt idx="366">
                  <c:v>26.6</c:v>
                </c:pt>
                <c:pt idx="367">
                  <c:v>26.7</c:v>
                </c:pt>
                <c:pt idx="368">
                  <c:v>26.8</c:v>
                </c:pt>
                <c:pt idx="369">
                  <c:v>26.9</c:v>
                </c:pt>
                <c:pt idx="370">
                  <c:v>27</c:v>
                </c:pt>
                <c:pt idx="371">
                  <c:v>27.1</c:v>
                </c:pt>
                <c:pt idx="372">
                  <c:v>27.2</c:v>
                </c:pt>
                <c:pt idx="373">
                  <c:v>27.3</c:v>
                </c:pt>
                <c:pt idx="374">
                  <c:v>27.4</c:v>
                </c:pt>
                <c:pt idx="375">
                  <c:v>27.5</c:v>
                </c:pt>
                <c:pt idx="376">
                  <c:v>27.6</c:v>
                </c:pt>
                <c:pt idx="377">
                  <c:v>27.7</c:v>
                </c:pt>
                <c:pt idx="378">
                  <c:v>27.8</c:v>
                </c:pt>
                <c:pt idx="379">
                  <c:v>27.9</c:v>
                </c:pt>
                <c:pt idx="380">
                  <c:v>28</c:v>
                </c:pt>
                <c:pt idx="381">
                  <c:v>28.1</c:v>
                </c:pt>
                <c:pt idx="382">
                  <c:v>28.2</c:v>
                </c:pt>
                <c:pt idx="383">
                  <c:v>28.3</c:v>
                </c:pt>
                <c:pt idx="384">
                  <c:v>28.4</c:v>
                </c:pt>
                <c:pt idx="385">
                  <c:v>28.5</c:v>
                </c:pt>
                <c:pt idx="386">
                  <c:v>28.6</c:v>
                </c:pt>
                <c:pt idx="387">
                  <c:v>28.7</c:v>
                </c:pt>
                <c:pt idx="388">
                  <c:v>28.8</c:v>
                </c:pt>
                <c:pt idx="389">
                  <c:v>28.9</c:v>
                </c:pt>
                <c:pt idx="390">
                  <c:v>29</c:v>
                </c:pt>
                <c:pt idx="391">
                  <c:v>29.1</c:v>
                </c:pt>
                <c:pt idx="392">
                  <c:v>29.2</c:v>
                </c:pt>
                <c:pt idx="393">
                  <c:v>29.3</c:v>
                </c:pt>
                <c:pt idx="394">
                  <c:v>29.4</c:v>
                </c:pt>
                <c:pt idx="395">
                  <c:v>29.5</c:v>
                </c:pt>
                <c:pt idx="396">
                  <c:v>29.6</c:v>
                </c:pt>
                <c:pt idx="397">
                  <c:v>29.7</c:v>
                </c:pt>
                <c:pt idx="398">
                  <c:v>29.8</c:v>
                </c:pt>
                <c:pt idx="399">
                  <c:v>29.9</c:v>
                </c:pt>
                <c:pt idx="400">
                  <c:v>30</c:v>
                </c:pt>
                <c:pt idx="401">
                  <c:v>30.1</c:v>
                </c:pt>
                <c:pt idx="402">
                  <c:v>30.2</c:v>
                </c:pt>
                <c:pt idx="403">
                  <c:v>30.3</c:v>
                </c:pt>
                <c:pt idx="404">
                  <c:v>30.4</c:v>
                </c:pt>
                <c:pt idx="405">
                  <c:v>30.5</c:v>
                </c:pt>
                <c:pt idx="406">
                  <c:v>30.6</c:v>
                </c:pt>
                <c:pt idx="407">
                  <c:v>30.7</c:v>
                </c:pt>
                <c:pt idx="408">
                  <c:v>30.8</c:v>
                </c:pt>
                <c:pt idx="409">
                  <c:v>30.9</c:v>
                </c:pt>
                <c:pt idx="410">
                  <c:v>31</c:v>
                </c:pt>
                <c:pt idx="411">
                  <c:v>31.1</c:v>
                </c:pt>
                <c:pt idx="412">
                  <c:v>31.2</c:v>
                </c:pt>
                <c:pt idx="413">
                  <c:v>31.3</c:v>
                </c:pt>
                <c:pt idx="414">
                  <c:v>31.4</c:v>
                </c:pt>
                <c:pt idx="415">
                  <c:v>31.5</c:v>
                </c:pt>
                <c:pt idx="416">
                  <c:v>31.6</c:v>
                </c:pt>
                <c:pt idx="417">
                  <c:v>31.7</c:v>
                </c:pt>
                <c:pt idx="418">
                  <c:v>31.8</c:v>
                </c:pt>
                <c:pt idx="419">
                  <c:v>31.9</c:v>
                </c:pt>
                <c:pt idx="420">
                  <c:v>32</c:v>
                </c:pt>
                <c:pt idx="421">
                  <c:v>32.1</c:v>
                </c:pt>
                <c:pt idx="422">
                  <c:v>32.200000000000003</c:v>
                </c:pt>
                <c:pt idx="423">
                  <c:v>32.299999999999997</c:v>
                </c:pt>
                <c:pt idx="424">
                  <c:v>32.4</c:v>
                </c:pt>
                <c:pt idx="425">
                  <c:v>32.5</c:v>
                </c:pt>
                <c:pt idx="426">
                  <c:v>32.6</c:v>
                </c:pt>
                <c:pt idx="427">
                  <c:v>32.700000000000003</c:v>
                </c:pt>
                <c:pt idx="428">
                  <c:v>32.799999999999997</c:v>
                </c:pt>
                <c:pt idx="429">
                  <c:v>32.9</c:v>
                </c:pt>
                <c:pt idx="430">
                  <c:v>33</c:v>
                </c:pt>
                <c:pt idx="431">
                  <c:v>33.1</c:v>
                </c:pt>
                <c:pt idx="432">
                  <c:v>33.200000000000003</c:v>
                </c:pt>
                <c:pt idx="433">
                  <c:v>33.299999999999997</c:v>
                </c:pt>
                <c:pt idx="434">
                  <c:v>33.4</c:v>
                </c:pt>
                <c:pt idx="435">
                  <c:v>33.5</c:v>
                </c:pt>
                <c:pt idx="436">
                  <c:v>33.6</c:v>
                </c:pt>
                <c:pt idx="437">
                  <c:v>33.700000000000003</c:v>
                </c:pt>
                <c:pt idx="438">
                  <c:v>33.799999999999997</c:v>
                </c:pt>
                <c:pt idx="439">
                  <c:v>33.9</c:v>
                </c:pt>
                <c:pt idx="440">
                  <c:v>34</c:v>
                </c:pt>
                <c:pt idx="441">
                  <c:v>34.1</c:v>
                </c:pt>
                <c:pt idx="442">
                  <c:v>34.200000000000003</c:v>
                </c:pt>
                <c:pt idx="443">
                  <c:v>34.299999999999997</c:v>
                </c:pt>
                <c:pt idx="444">
                  <c:v>34.4</c:v>
                </c:pt>
                <c:pt idx="445">
                  <c:v>34.5</c:v>
                </c:pt>
                <c:pt idx="446">
                  <c:v>34.6</c:v>
                </c:pt>
                <c:pt idx="447">
                  <c:v>34.700000000000003</c:v>
                </c:pt>
                <c:pt idx="448">
                  <c:v>34.799999999999997</c:v>
                </c:pt>
                <c:pt idx="449">
                  <c:v>34.9</c:v>
                </c:pt>
                <c:pt idx="450">
                  <c:v>35</c:v>
                </c:pt>
                <c:pt idx="451">
                  <c:v>35.1</c:v>
                </c:pt>
                <c:pt idx="452">
                  <c:v>35.200000000000003</c:v>
                </c:pt>
                <c:pt idx="453">
                  <c:v>35.299999999999997</c:v>
                </c:pt>
                <c:pt idx="454">
                  <c:v>35.4</c:v>
                </c:pt>
                <c:pt idx="455">
                  <c:v>35.5</c:v>
                </c:pt>
                <c:pt idx="456">
                  <c:v>35.6</c:v>
                </c:pt>
                <c:pt idx="457">
                  <c:v>35.700000000000003</c:v>
                </c:pt>
                <c:pt idx="458">
                  <c:v>35.799999999999997</c:v>
                </c:pt>
                <c:pt idx="459">
                  <c:v>35.9</c:v>
                </c:pt>
                <c:pt idx="460">
                  <c:v>36</c:v>
                </c:pt>
                <c:pt idx="461">
                  <c:v>36.1</c:v>
                </c:pt>
                <c:pt idx="462">
                  <c:v>36.200000000000003</c:v>
                </c:pt>
                <c:pt idx="463">
                  <c:v>36.299999999999997</c:v>
                </c:pt>
                <c:pt idx="464">
                  <c:v>36.4</c:v>
                </c:pt>
                <c:pt idx="465">
                  <c:v>36.5</c:v>
                </c:pt>
                <c:pt idx="466">
                  <c:v>36.6</c:v>
                </c:pt>
                <c:pt idx="467">
                  <c:v>36.700000000000003</c:v>
                </c:pt>
                <c:pt idx="468">
                  <c:v>36.799999999999997</c:v>
                </c:pt>
                <c:pt idx="469">
                  <c:v>36.9</c:v>
                </c:pt>
                <c:pt idx="470">
                  <c:v>37</c:v>
                </c:pt>
                <c:pt idx="471">
                  <c:v>37.1</c:v>
                </c:pt>
                <c:pt idx="472">
                  <c:v>37.200000000000003</c:v>
                </c:pt>
                <c:pt idx="473">
                  <c:v>37.299999999999997</c:v>
                </c:pt>
                <c:pt idx="474">
                  <c:v>37.4</c:v>
                </c:pt>
                <c:pt idx="475">
                  <c:v>37.5</c:v>
                </c:pt>
                <c:pt idx="476">
                  <c:v>37.6</c:v>
                </c:pt>
                <c:pt idx="477">
                  <c:v>37.700000000000003</c:v>
                </c:pt>
                <c:pt idx="478">
                  <c:v>37.799999999999997</c:v>
                </c:pt>
                <c:pt idx="479">
                  <c:v>37.9</c:v>
                </c:pt>
                <c:pt idx="480">
                  <c:v>38</c:v>
                </c:pt>
                <c:pt idx="481">
                  <c:v>38.1</c:v>
                </c:pt>
                <c:pt idx="482">
                  <c:v>38.200000000000003</c:v>
                </c:pt>
                <c:pt idx="483">
                  <c:v>38.299999999999997</c:v>
                </c:pt>
                <c:pt idx="484">
                  <c:v>38.4</c:v>
                </c:pt>
                <c:pt idx="485">
                  <c:v>38.5</c:v>
                </c:pt>
                <c:pt idx="486">
                  <c:v>38.6</c:v>
                </c:pt>
                <c:pt idx="487">
                  <c:v>38.700000000000003</c:v>
                </c:pt>
                <c:pt idx="488">
                  <c:v>38.799999999999997</c:v>
                </c:pt>
                <c:pt idx="489">
                  <c:v>38.9</c:v>
                </c:pt>
                <c:pt idx="490">
                  <c:v>39</c:v>
                </c:pt>
                <c:pt idx="491">
                  <c:v>39.1</c:v>
                </c:pt>
                <c:pt idx="492">
                  <c:v>39.200000000000003</c:v>
                </c:pt>
                <c:pt idx="493">
                  <c:v>39.299999999999997</c:v>
                </c:pt>
                <c:pt idx="494">
                  <c:v>39.4</c:v>
                </c:pt>
                <c:pt idx="495">
                  <c:v>39.5</c:v>
                </c:pt>
                <c:pt idx="496">
                  <c:v>39.6</c:v>
                </c:pt>
                <c:pt idx="497">
                  <c:v>39.700000000000003</c:v>
                </c:pt>
                <c:pt idx="498">
                  <c:v>39.799999999999997</c:v>
                </c:pt>
                <c:pt idx="499">
                  <c:v>39.9</c:v>
                </c:pt>
                <c:pt idx="500">
                  <c:v>40</c:v>
                </c:pt>
                <c:pt idx="501">
                  <c:v>40.1</c:v>
                </c:pt>
                <c:pt idx="502">
                  <c:v>40.200000000000003</c:v>
                </c:pt>
                <c:pt idx="503">
                  <c:v>40.299999999999997</c:v>
                </c:pt>
                <c:pt idx="504">
                  <c:v>40.4</c:v>
                </c:pt>
                <c:pt idx="505">
                  <c:v>40.5</c:v>
                </c:pt>
                <c:pt idx="506">
                  <c:v>40.6</c:v>
                </c:pt>
                <c:pt idx="507">
                  <c:v>40.700000000000003</c:v>
                </c:pt>
                <c:pt idx="508">
                  <c:v>40.799999999999997</c:v>
                </c:pt>
                <c:pt idx="509">
                  <c:v>40.9</c:v>
                </c:pt>
                <c:pt idx="510">
                  <c:v>41</c:v>
                </c:pt>
                <c:pt idx="511">
                  <c:v>41.1</c:v>
                </c:pt>
                <c:pt idx="512">
                  <c:v>41.2</c:v>
                </c:pt>
                <c:pt idx="513">
                  <c:v>41.3</c:v>
                </c:pt>
                <c:pt idx="514">
                  <c:v>41.4</c:v>
                </c:pt>
                <c:pt idx="515">
                  <c:v>41.5</c:v>
                </c:pt>
                <c:pt idx="516">
                  <c:v>41.6</c:v>
                </c:pt>
                <c:pt idx="517">
                  <c:v>41.7</c:v>
                </c:pt>
                <c:pt idx="518">
                  <c:v>41.8</c:v>
                </c:pt>
                <c:pt idx="519">
                  <c:v>41.9</c:v>
                </c:pt>
                <c:pt idx="520">
                  <c:v>42</c:v>
                </c:pt>
                <c:pt idx="521">
                  <c:v>42.1</c:v>
                </c:pt>
                <c:pt idx="522">
                  <c:v>42.2</c:v>
                </c:pt>
                <c:pt idx="523">
                  <c:v>42.3</c:v>
                </c:pt>
                <c:pt idx="524">
                  <c:v>42.4</c:v>
                </c:pt>
                <c:pt idx="525">
                  <c:v>42.5</c:v>
                </c:pt>
                <c:pt idx="526">
                  <c:v>42.6</c:v>
                </c:pt>
                <c:pt idx="527">
                  <c:v>42.7</c:v>
                </c:pt>
                <c:pt idx="528">
                  <c:v>42.8</c:v>
                </c:pt>
                <c:pt idx="529">
                  <c:v>42.9</c:v>
                </c:pt>
                <c:pt idx="530">
                  <c:v>43</c:v>
                </c:pt>
                <c:pt idx="531">
                  <c:v>43.1</c:v>
                </c:pt>
                <c:pt idx="532">
                  <c:v>43.2</c:v>
                </c:pt>
                <c:pt idx="533">
                  <c:v>43.3</c:v>
                </c:pt>
                <c:pt idx="534">
                  <c:v>43.4</c:v>
                </c:pt>
                <c:pt idx="535">
                  <c:v>43.5</c:v>
                </c:pt>
                <c:pt idx="536">
                  <c:v>43.6</c:v>
                </c:pt>
                <c:pt idx="537">
                  <c:v>43.7</c:v>
                </c:pt>
                <c:pt idx="538">
                  <c:v>43.8</c:v>
                </c:pt>
                <c:pt idx="539">
                  <c:v>43.9</c:v>
                </c:pt>
                <c:pt idx="540">
                  <c:v>44</c:v>
                </c:pt>
                <c:pt idx="541">
                  <c:v>44.1</c:v>
                </c:pt>
                <c:pt idx="542">
                  <c:v>44.2</c:v>
                </c:pt>
                <c:pt idx="543">
                  <c:v>44.3</c:v>
                </c:pt>
                <c:pt idx="544">
                  <c:v>44.4</c:v>
                </c:pt>
                <c:pt idx="545">
                  <c:v>44.5</c:v>
                </c:pt>
                <c:pt idx="546">
                  <c:v>44.6</c:v>
                </c:pt>
                <c:pt idx="547">
                  <c:v>44.7</c:v>
                </c:pt>
                <c:pt idx="548">
                  <c:v>44.8</c:v>
                </c:pt>
                <c:pt idx="549">
                  <c:v>44.9</c:v>
                </c:pt>
                <c:pt idx="550">
                  <c:v>45</c:v>
                </c:pt>
                <c:pt idx="551">
                  <c:v>45.1</c:v>
                </c:pt>
                <c:pt idx="552">
                  <c:v>45.2</c:v>
                </c:pt>
                <c:pt idx="553">
                  <c:v>45.3</c:v>
                </c:pt>
                <c:pt idx="554">
                  <c:v>45.4</c:v>
                </c:pt>
                <c:pt idx="555">
                  <c:v>45.5</c:v>
                </c:pt>
                <c:pt idx="556">
                  <c:v>45.6</c:v>
                </c:pt>
                <c:pt idx="557">
                  <c:v>45.7</c:v>
                </c:pt>
                <c:pt idx="558">
                  <c:v>45.8</c:v>
                </c:pt>
                <c:pt idx="559">
                  <c:v>45.9</c:v>
                </c:pt>
                <c:pt idx="560">
                  <c:v>46</c:v>
                </c:pt>
                <c:pt idx="561">
                  <c:v>46.1</c:v>
                </c:pt>
                <c:pt idx="562">
                  <c:v>46.2</c:v>
                </c:pt>
                <c:pt idx="563">
                  <c:v>46.3</c:v>
                </c:pt>
                <c:pt idx="564">
                  <c:v>46.4</c:v>
                </c:pt>
                <c:pt idx="565">
                  <c:v>46.5</c:v>
                </c:pt>
                <c:pt idx="566">
                  <c:v>46.6</c:v>
                </c:pt>
                <c:pt idx="567">
                  <c:v>46.7</c:v>
                </c:pt>
                <c:pt idx="568">
                  <c:v>46.8</c:v>
                </c:pt>
                <c:pt idx="569">
                  <c:v>46.9</c:v>
                </c:pt>
                <c:pt idx="570">
                  <c:v>47</c:v>
                </c:pt>
                <c:pt idx="571">
                  <c:v>47.1</c:v>
                </c:pt>
                <c:pt idx="572">
                  <c:v>47.2</c:v>
                </c:pt>
                <c:pt idx="573">
                  <c:v>47.3</c:v>
                </c:pt>
                <c:pt idx="574">
                  <c:v>47.4</c:v>
                </c:pt>
                <c:pt idx="575">
                  <c:v>47.5</c:v>
                </c:pt>
                <c:pt idx="576">
                  <c:v>47.6</c:v>
                </c:pt>
                <c:pt idx="577">
                  <c:v>47.7</c:v>
                </c:pt>
                <c:pt idx="578">
                  <c:v>47.8</c:v>
                </c:pt>
                <c:pt idx="579">
                  <c:v>47.9</c:v>
                </c:pt>
                <c:pt idx="580">
                  <c:v>48</c:v>
                </c:pt>
                <c:pt idx="581">
                  <c:v>48.1</c:v>
                </c:pt>
                <c:pt idx="582">
                  <c:v>48.2</c:v>
                </c:pt>
                <c:pt idx="583">
                  <c:v>48.3</c:v>
                </c:pt>
                <c:pt idx="584">
                  <c:v>48.4</c:v>
                </c:pt>
                <c:pt idx="585">
                  <c:v>48.5</c:v>
                </c:pt>
                <c:pt idx="586">
                  <c:v>48.6</c:v>
                </c:pt>
                <c:pt idx="587">
                  <c:v>48.7</c:v>
                </c:pt>
                <c:pt idx="588">
                  <c:v>48.8</c:v>
                </c:pt>
                <c:pt idx="589">
                  <c:v>48.9</c:v>
                </c:pt>
                <c:pt idx="590">
                  <c:v>49</c:v>
                </c:pt>
                <c:pt idx="591">
                  <c:v>49.1</c:v>
                </c:pt>
                <c:pt idx="592">
                  <c:v>49.2</c:v>
                </c:pt>
                <c:pt idx="593">
                  <c:v>49.3</c:v>
                </c:pt>
                <c:pt idx="594">
                  <c:v>49.4</c:v>
                </c:pt>
                <c:pt idx="595">
                  <c:v>49.5</c:v>
                </c:pt>
                <c:pt idx="596">
                  <c:v>49.6</c:v>
                </c:pt>
                <c:pt idx="597">
                  <c:v>49.7</c:v>
                </c:pt>
                <c:pt idx="598">
                  <c:v>49.8</c:v>
                </c:pt>
                <c:pt idx="599">
                  <c:v>49.9</c:v>
                </c:pt>
                <c:pt idx="600">
                  <c:v>50</c:v>
                </c:pt>
                <c:pt idx="601">
                  <c:v>50.1</c:v>
                </c:pt>
                <c:pt idx="602">
                  <c:v>50.2</c:v>
                </c:pt>
                <c:pt idx="603">
                  <c:v>50.3</c:v>
                </c:pt>
                <c:pt idx="604">
                  <c:v>50.4</c:v>
                </c:pt>
                <c:pt idx="605">
                  <c:v>50.5</c:v>
                </c:pt>
                <c:pt idx="606">
                  <c:v>50.6</c:v>
                </c:pt>
                <c:pt idx="607">
                  <c:v>50.7</c:v>
                </c:pt>
                <c:pt idx="608">
                  <c:v>50.8</c:v>
                </c:pt>
                <c:pt idx="609">
                  <c:v>50.9</c:v>
                </c:pt>
                <c:pt idx="610">
                  <c:v>51</c:v>
                </c:pt>
                <c:pt idx="611">
                  <c:v>51.1</c:v>
                </c:pt>
                <c:pt idx="612">
                  <c:v>51.2</c:v>
                </c:pt>
                <c:pt idx="613">
                  <c:v>51.3</c:v>
                </c:pt>
                <c:pt idx="614">
                  <c:v>51.4</c:v>
                </c:pt>
                <c:pt idx="615">
                  <c:v>51.5</c:v>
                </c:pt>
                <c:pt idx="616">
                  <c:v>51.6</c:v>
                </c:pt>
                <c:pt idx="617">
                  <c:v>51.7</c:v>
                </c:pt>
                <c:pt idx="618">
                  <c:v>51.8</c:v>
                </c:pt>
                <c:pt idx="619">
                  <c:v>51.9</c:v>
                </c:pt>
                <c:pt idx="620">
                  <c:v>52</c:v>
                </c:pt>
                <c:pt idx="621">
                  <c:v>52.1</c:v>
                </c:pt>
                <c:pt idx="622">
                  <c:v>52.2</c:v>
                </c:pt>
                <c:pt idx="623">
                  <c:v>52.3</c:v>
                </c:pt>
                <c:pt idx="624">
                  <c:v>52.4</c:v>
                </c:pt>
                <c:pt idx="625">
                  <c:v>52.5</c:v>
                </c:pt>
                <c:pt idx="626">
                  <c:v>52.6</c:v>
                </c:pt>
                <c:pt idx="627">
                  <c:v>52.7</c:v>
                </c:pt>
                <c:pt idx="628">
                  <c:v>52.8</c:v>
                </c:pt>
                <c:pt idx="629">
                  <c:v>52.9</c:v>
                </c:pt>
                <c:pt idx="630">
                  <c:v>53</c:v>
                </c:pt>
                <c:pt idx="631">
                  <c:v>53.1</c:v>
                </c:pt>
                <c:pt idx="632">
                  <c:v>53.2</c:v>
                </c:pt>
                <c:pt idx="633">
                  <c:v>53.3</c:v>
                </c:pt>
                <c:pt idx="634">
                  <c:v>53.4</c:v>
                </c:pt>
                <c:pt idx="635">
                  <c:v>53.5</c:v>
                </c:pt>
                <c:pt idx="636">
                  <c:v>53.6</c:v>
                </c:pt>
                <c:pt idx="637">
                  <c:v>53.7</c:v>
                </c:pt>
                <c:pt idx="638">
                  <c:v>53.8</c:v>
                </c:pt>
                <c:pt idx="639">
                  <c:v>53.9</c:v>
                </c:pt>
                <c:pt idx="640">
                  <c:v>54</c:v>
                </c:pt>
                <c:pt idx="641">
                  <c:v>54.1</c:v>
                </c:pt>
                <c:pt idx="642">
                  <c:v>54.2</c:v>
                </c:pt>
                <c:pt idx="643">
                  <c:v>54.3</c:v>
                </c:pt>
                <c:pt idx="644">
                  <c:v>54.4</c:v>
                </c:pt>
                <c:pt idx="645">
                  <c:v>54.5</c:v>
                </c:pt>
                <c:pt idx="646">
                  <c:v>54.6</c:v>
                </c:pt>
                <c:pt idx="647">
                  <c:v>54.7</c:v>
                </c:pt>
                <c:pt idx="648">
                  <c:v>54.8</c:v>
                </c:pt>
                <c:pt idx="649">
                  <c:v>54.9</c:v>
                </c:pt>
                <c:pt idx="650">
                  <c:v>55</c:v>
                </c:pt>
                <c:pt idx="651">
                  <c:v>55.1</c:v>
                </c:pt>
                <c:pt idx="652">
                  <c:v>55.2</c:v>
                </c:pt>
                <c:pt idx="653">
                  <c:v>55.3</c:v>
                </c:pt>
                <c:pt idx="654">
                  <c:v>55.4</c:v>
                </c:pt>
                <c:pt idx="655">
                  <c:v>55.5</c:v>
                </c:pt>
                <c:pt idx="656">
                  <c:v>55.6</c:v>
                </c:pt>
                <c:pt idx="657">
                  <c:v>55.7</c:v>
                </c:pt>
                <c:pt idx="658">
                  <c:v>55.8</c:v>
                </c:pt>
                <c:pt idx="659">
                  <c:v>55.9</c:v>
                </c:pt>
                <c:pt idx="660">
                  <c:v>56</c:v>
                </c:pt>
                <c:pt idx="661">
                  <c:v>56.1</c:v>
                </c:pt>
                <c:pt idx="662">
                  <c:v>56.2</c:v>
                </c:pt>
                <c:pt idx="663">
                  <c:v>56.3</c:v>
                </c:pt>
                <c:pt idx="664">
                  <c:v>56.4</c:v>
                </c:pt>
                <c:pt idx="665">
                  <c:v>56.5</c:v>
                </c:pt>
                <c:pt idx="666">
                  <c:v>56.6</c:v>
                </c:pt>
                <c:pt idx="667">
                  <c:v>56.7</c:v>
                </c:pt>
                <c:pt idx="668">
                  <c:v>56.8</c:v>
                </c:pt>
                <c:pt idx="669">
                  <c:v>56.9</c:v>
                </c:pt>
                <c:pt idx="670">
                  <c:v>57</c:v>
                </c:pt>
                <c:pt idx="671">
                  <c:v>57.1</c:v>
                </c:pt>
                <c:pt idx="672">
                  <c:v>57.2</c:v>
                </c:pt>
                <c:pt idx="673">
                  <c:v>57.3</c:v>
                </c:pt>
                <c:pt idx="674">
                  <c:v>57.4</c:v>
                </c:pt>
                <c:pt idx="675">
                  <c:v>57.5</c:v>
                </c:pt>
                <c:pt idx="676">
                  <c:v>57.6</c:v>
                </c:pt>
                <c:pt idx="677">
                  <c:v>57.7</c:v>
                </c:pt>
                <c:pt idx="678">
                  <c:v>57.8</c:v>
                </c:pt>
                <c:pt idx="679">
                  <c:v>57.9</c:v>
                </c:pt>
                <c:pt idx="680">
                  <c:v>58</c:v>
                </c:pt>
                <c:pt idx="681">
                  <c:v>58.1</c:v>
                </c:pt>
                <c:pt idx="682">
                  <c:v>58.2</c:v>
                </c:pt>
                <c:pt idx="683">
                  <c:v>58.3</c:v>
                </c:pt>
                <c:pt idx="684">
                  <c:v>58.4</c:v>
                </c:pt>
                <c:pt idx="685">
                  <c:v>58.5</c:v>
                </c:pt>
                <c:pt idx="686">
                  <c:v>58.6</c:v>
                </c:pt>
                <c:pt idx="687">
                  <c:v>58.7</c:v>
                </c:pt>
                <c:pt idx="688">
                  <c:v>58.8</c:v>
                </c:pt>
                <c:pt idx="689">
                  <c:v>58.9</c:v>
                </c:pt>
                <c:pt idx="690">
                  <c:v>59</c:v>
                </c:pt>
                <c:pt idx="691">
                  <c:v>59.1</c:v>
                </c:pt>
                <c:pt idx="692">
                  <c:v>59.2</c:v>
                </c:pt>
                <c:pt idx="693">
                  <c:v>59.3</c:v>
                </c:pt>
                <c:pt idx="694">
                  <c:v>59.4</c:v>
                </c:pt>
                <c:pt idx="695">
                  <c:v>59.5</c:v>
                </c:pt>
                <c:pt idx="696">
                  <c:v>59.6</c:v>
                </c:pt>
                <c:pt idx="697">
                  <c:v>59.7</c:v>
                </c:pt>
                <c:pt idx="698">
                  <c:v>59.8</c:v>
                </c:pt>
                <c:pt idx="699">
                  <c:v>59.9</c:v>
                </c:pt>
                <c:pt idx="700">
                  <c:v>60</c:v>
                </c:pt>
                <c:pt idx="701">
                  <c:v>60.1</c:v>
                </c:pt>
                <c:pt idx="702">
                  <c:v>60.2</c:v>
                </c:pt>
                <c:pt idx="703">
                  <c:v>60.3</c:v>
                </c:pt>
                <c:pt idx="704">
                  <c:v>60.4</c:v>
                </c:pt>
                <c:pt idx="705">
                  <c:v>60.5</c:v>
                </c:pt>
                <c:pt idx="706">
                  <c:v>60.6</c:v>
                </c:pt>
                <c:pt idx="707">
                  <c:v>60.7</c:v>
                </c:pt>
                <c:pt idx="708">
                  <c:v>60.8</c:v>
                </c:pt>
                <c:pt idx="709">
                  <c:v>60.9</c:v>
                </c:pt>
                <c:pt idx="710">
                  <c:v>61</c:v>
                </c:pt>
                <c:pt idx="711">
                  <c:v>61.1</c:v>
                </c:pt>
                <c:pt idx="712">
                  <c:v>61.2</c:v>
                </c:pt>
                <c:pt idx="713">
                  <c:v>61.3</c:v>
                </c:pt>
                <c:pt idx="714">
                  <c:v>61.4</c:v>
                </c:pt>
                <c:pt idx="715">
                  <c:v>61.5</c:v>
                </c:pt>
                <c:pt idx="716">
                  <c:v>61.6</c:v>
                </c:pt>
                <c:pt idx="717">
                  <c:v>61.7</c:v>
                </c:pt>
                <c:pt idx="718">
                  <c:v>61.8</c:v>
                </c:pt>
                <c:pt idx="719">
                  <c:v>61.9</c:v>
                </c:pt>
                <c:pt idx="720">
                  <c:v>62</c:v>
                </c:pt>
                <c:pt idx="721">
                  <c:v>62.1</c:v>
                </c:pt>
                <c:pt idx="722">
                  <c:v>62.2</c:v>
                </c:pt>
                <c:pt idx="723">
                  <c:v>62.3</c:v>
                </c:pt>
                <c:pt idx="724">
                  <c:v>62.4</c:v>
                </c:pt>
                <c:pt idx="725">
                  <c:v>62.5</c:v>
                </c:pt>
                <c:pt idx="726">
                  <c:v>62.6</c:v>
                </c:pt>
                <c:pt idx="727">
                  <c:v>62.7</c:v>
                </c:pt>
                <c:pt idx="728">
                  <c:v>62.8</c:v>
                </c:pt>
                <c:pt idx="729">
                  <c:v>62.9</c:v>
                </c:pt>
                <c:pt idx="730">
                  <c:v>63</c:v>
                </c:pt>
                <c:pt idx="731">
                  <c:v>63.1</c:v>
                </c:pt>
                <c:pt idx="732">
                  <c:v>63.2</c:v>
                </c:pt>
                <c:pt idx="733">
                  <c:v>63.3</c:v>
                </c:pt>
                <c:pt idx="734">
                  <c:v>63.4</c:v>
                </c:pt>
                <c:pt idx="735">
                  <c:v>63.5</c:v>
                </c:pt>
                <c:pt idx="736">
                  <c:v>63.6</c:v>
                </c:pt>
                <c:pt idx="737">
                  <c:v>63.7</c:v>
                </c:pt>
                <c:pt idx="738">
                  <c:v>63.8</c:v>
                </c:pt>
                <c:pt idx="739">
                  <c:v>63.9</c:v>
                </c:pt>
                <c:pt idx="740">
                  <c:v>64</c:v>
                </c:pt>
                <c:pt idx="741">
                  <c:v>64.099999999999994</c:v>
                </c:pt>
                <c:pt idx="742">
                  <c:v>64.2</c:v>
                </c:pt>
                <c:pt idx="743">
                  <c:v>64.3</c:v>
                </c:pt>
                <c:pt idx="744">
                  <c:v>64.400000000000006</c:v>
                </c:pt>
                <c:pt idx="745">
                  <c:v>64.5</c:v>
                </c:pt>
                <c:pt idx="746">
                  <c:v>64.599999999999994</c:v>
                </c:pt>
                <c:pt idx="747">
                  <c:v>64.7</c:v>
                </c:pt>
                <c:pt idx="748">
                  <c:v>64.8</c:v>
                </c:pt>
                <c:pt idx="749">
                  <c:v>64.900000000000006</c:v>
                </c:pt>
                <c:pt idx="750">
                  <c:v>65</c:v>
                </c:pt>
                <c:pt idx="751">
                  <c:v>65.099999999999994</c:v>
                </c:pt>
                <c:pt idx="752">
                  <c:v>65.2</c:v>
                </c:pt>
                <c:pt idx="753">
                  <c:v>65.3</c:v>
                </c:pt>
                <c:pt idx="754">
                  <c:v>65.400000000000006</c:v>
                </c:pt>
                <c:pt idx="755">
                  <c:v>65.5</c:v>
                </c:pt>
                <c:pt idx="756">
                  <c:v>65.599999999999994</c:v>
                </c:pt>
                <c:pt idx="757">
                  <c:v>65.7</c:v>
                </c:pt>
                <c:pt idx="758">
                  <c:v>65.8</c:v>
                </c:pt>
                <c:pt idx="759">
                  <c:v>65.900000000000006</c:v>
                </c:pt>
                <c:pt idx="760">
                  <c:v>66</c:v>
                </c:pt>
                <c:pt idx="761">
                  <c:v>66.099999999999994</c:v>
                </c:pt>
                <c:pt idx="762">
                  <c:v>66.2</c:v>
                </c:pt>
                <c:pt idx="763">
                  <c:v>66.3</c:v>
                </c:pt>
                <c:pt idx="764">
                  <c:v>66.400000000000006</c:v>
                </c:pt>
                <c:pt idx="765">
                  <c:v>66.5</c:v>
                </c:pt>
                <c:pt idx="766">
                  <c:v>66.599999999999994</c:v>
                </c:pt>
                <c:pt idx="767">
                  <c:v>66.7</c:v>
                </c:pt>
                <c:pt idx="768">
                  <c:v>66.8</c:v>
                </c:pt>
                <c:pt idx="769">
                  <c:v>66.900000000000006</c:v>
                </c:pt>
                <c:pt idx="770">
                  <c:v>67</c:v>
                </c:pt>
                <c:pt idx="771">
                  <c:v>67.099999999999994</c:v>
                </c:pt>
                <c:pt idx="772">
                  <c:v>67.2</c:v>
                </c:pt>
                <c:pt idx="773">
                  <c:v>67.3</c:v>
                </c:pt>
                <c:pt idx="774">
                  <c:v>67.400000000000006</c:v>
                </c:pt>
                <c:pt idx="775">
                  <c:v>67.5</c:v>
                </c:pt>
                <c:pt idx="776">
                  <c:v>67.599999999999994</c:v>
                </c:pt>
                <c:pt idx="777">
                  <c:v>67.7</c:v>
                </c:pt>
                <c:pt idx="778">
                  <c:v>67.8</c:v>
                </c:pt>
                <c:pt idx="779">
                  <c:v>67.900000000000006</c:v>
                </c:pt>
                <c:pt idx="780">
                  <c:v>68</c:v>
                </c:pt>
                <c:pt idx="781">
                  <c:v>68.099999999999994</c:v>
                </c:pt>
                <c:pt idx="782">
                  <c:v>68.2</c:v>
                </c:pt>
                <c:pt idx="783">
                  <c:v>68.3</c:v>
                </c:pt>
                <c:pt idx="784">
                  <c:v>68.400000000000006</c:v>
                </c:pt>
                <c:pt idx="785">
                  <c:v>68.5</c:v>
                </c:pt>
                <c:pt idx="786">
                  <c:v>68.599999999999994</c:v>
                </c:pt>
                <c:pt idx="787">
                  <c:v>68.7</c:v>
                </c:pt>
                <c:pt idx="788">
                  <c:v>68.8</c:v>
                </c:pt>
                <c:pt idx="789">
                  <c:v>68.900000000000006</c:v>
                </c:pt>
                <c:pt idx="790">
                  <c:v>69</c:v>
                </c:pt>
                <c:pt idx="791">
                  <c:v>69.099999999999994</c:v>
                </c:pt>
                <c:pt idx="792">
                  <c:v>69.2</c:v>
                </c:pt>
                <c:pt idx="793">
                  <c:v>69.3</c:v>
                </c:pt>
                <c:pt idx="794">
                  <c:v>69.400000000000006</c:v>
                </c:pt>
                <c:pt idx="795">
                  <c:v>69.5</c:v>
                </c:pt>
                <c:pt idx="796">
                  <c:v>69.599999999999994</c:v>
                </c:pt>
                <c:pt idx="797">
                  <c:v>69.7</c:v>
                </c:pt>
                <c:pt idx="798">
                  <c:v>69.8</c:v>
                </c:pt>
                <c:pt idx="799">
                  <c:v>69.900000000000006</c:v>
                </c:pt>
                <c:pt idx="800">
                  <c:v>70</c:v>
                </c:pt>
                <c:pt idx="801">
                  <c:v>70.099999999999994</c:v>
                </c:pt>
                <c:pt idx="802">
                  <c:v>70.2</c:v>
                </c:pt>
                <c:pt idx="803">
                  <c:v>70.3</c:v>
                </c:pt>
                <c:pt idx="804">
                  <c:v>70.400000000000006</c:v>
                </c:pt>
                <c:pt idx="805">
                  <c:v>70.5</c:v>
                </c:pt>
                <c:pt idx="806">
                  <c:v>70.599999999999994</c:v>
                </c:pt>
                <c:pt idx="807">
                  <c:v>70.7</c:v>
                </c:pt>
                <c:pt idx="808">
                  <c:v>70.8</c:v>
                </c:pt>
                <c:pt idx="809">
                  <c:v>70.900000000000006</c:v>
                </c:pt>
                <c:pt idx="810">
                  <c:v>71</c:v>
                </c:pt>
                <c:pt idx="811">
                  <c:v>71.099999999999994</c:v>
                </c:pt>
                <c:pt idx="812">
                  <c:v>71.2</c:v>
                </c:pt>
                <c:pt idx="813">
                  <c:v>71.3</c:v>
                </c:pt>
                <c:pt idx="814">
                  <c:v>71.400000000000006</c:v>
                </c:pt>
                <c:pt idx="815">
                  <c:v>71.5</c:v>
                </c:pt>
                <c:pt idx="816">
                  <c:v>71.599999999999994</c:v>
                </c:pt>
                <c:pt idx="817">
                  <c:v>71.7</c:v>
                </c:pt>
                <c:pt idx="818">
                  <c:v>71.8</c:v>
                </c:pt>
                <c:pt idx="819">
                  <c:v>71.900000000000006</c:v>
                </c:pt>
                <c:pt idx="820">
                  <c:v>72</c:v>
                </c:pt>
                <c:pt idx="821">
                  <c:v>72.099999999999994</c:v>
                </c:pt>
                <c:pt idx="822">
                  <c:v>72.2</c:v>
                </c:pt>
                <c:pt idx="823">
                  <c:v>72.3</c:v>
                </c:pt>
                <c:pt idx="824">
                  <c:v>72.400000000000006</c:v>
                </c:pt>
                <c:pt idx="825">
                  <c:v>72.5</c:v>
                </c:pt>
                <c:pt idx="826">
                  <c:v>72.599999999999994</c:v>
                </c:pt>
                <c:pt idx="827">
                  <c:v>72.7</c:v>
                </c:pt>
                <c:pt idx="828">
                  <c:v>72.8</c:v>
                </c:pt>
                <c:pt idx="829">
                  <c:v>72.900000000000006</c:v>
                </c:pt>
                <c:pt idx="830">
                  <c:v>73</c:v>
                </c:pt>
                <c:pt idx="831">
                  <c:v>73.099999999999994</c:v>
                </c:pt>
                <c:pt idx="832">
                  <c:v>73.2</c:v>
                </c:pt>
                <c:pt idx="833">
                  <c:v>73.3</c:v>
                </c:pt>
                <c:pt idx="834">
                  <c:v>73.400000000000006</c:v>
                </c:pt>
                <c:pt idx="835">
                  <c:v>73.5</c:v>
                </c:pt>
                <c:pt idx="836">
                  <c:v>73.599999999999994</c:v>
                </c:pt>
                <c:pt idx="837">
                  <c:v>73.7</c:v>
                </c:pt>
                <c:pt idx="838">
                  <c:v>73.8</c:v>
                </c:pt>
                <c:pt idx="839">
                  <c:v>73.900000000000006</c:v>
                </c:pt>
                <c:pt idx="840">
                  <c:v>74</c:v>
                </c:pt>
                <c:pt idx="841">
                  <c:v>74.099999999999994</c:v>
                </c:pt>
                <c:pt idx="842">
                  <c:v>74.2</c:v>
                </c:pt>
                <c:pt idx="843">
                  <c:v>74.3</c:v>
                </c:pt>
                <c:pt idx="844">
                  <c:v>74.400000000000006</c:v>
                </c:pt>
                <c:pt idx="845">
                  <c:v>74.5</c:v>
                </c:pt>
                <c:pt idx="846">
                  <c:v>74.599999999999994</c:v>
                </c:pt>
                <c:pt idx="847">
                  <c:v>74.7</c:v>
                </c:pt>
                <c:pt idx="848">
                  <c:v>74.8</c:v>
                </c:pt>
                <c:pt idx="849">
                  <c:v>74.900000000000006</c:v>
                </c:pt>
                <c:pt idx="850">
                  <c:v>75</c:v>
                </c:pt>
                <c:pt idx="851">
                  <c:v>75.099999999999994</c:v>
                </c:pt>
                <c:pt idx="852">
                  <c:v>75.2</c:v>
                </c:pt>
                <c:pt idx="853">
                  <c:v>75.3</c:v>
                </c:pt>
                <c:pt idx="854">
                  <c:v>75.400000000000006</c:v>
                </c:pt>
                <c:pt idx="855">
                  <c:v>75.5</c:v>
                </c:pt>
                <c:pt idx="856">
                  <c:v>75.599999999999994</c:v>
                </c:pt>
                <c:pt idx="857">
                  <c:v>75.7</c:v>
                </c:pt>
                <c:pt idx="858">
                  <c:v>75.8</c:v>
                </c:pt>
                <c:pt idx="859">
                  <c:v>75.900000000000006</c:v>
                </c:pt>
                <c:pt idx="860">
                  <c:v>76</c:v>
                </c:pt>
                <c:pt idx="861">
                  <c:v>76.099999999999994</c:v>
                </c:pt>
                <c:pt idx="862">
                  <c:v>76.2</c:v>
                </c:pt>
                <c:pt idx="863">
                  <c:v>76.3</c:v>
                </c:pt>
                <c:pt idx="864">
                  <c:v>76.400000000000006</c:v>
                </c:pt>
                <c:pt idx="865">
                  <c:v>76.5</c:v>
                </c:pt>
                <c:pt idx="866">
                  <c:v>76.599999999999994</c:v>
                </c:pt>
                <c:pt idx="867">
                  <c:v>76.7</c:v>
                </c:pt>
                <c:pt idx="868">
                  <c:v>76.8</c:v>
                </c:pt>
                <c:pt idx="869">
                  <c:v>76.900000000000006</c:v>
                </c:pt>
                <c:pt idx="870">
                  <c:v>77</c:v>
                </c:pt>
                <c:pt idx="871">
                  <c:v>77.099999999999994</c:v>
                </c:pt>
                <c:pt idx="872">
                  <c:v>77.2</c:v>
                </c:pt>
                <c:pt idx="873">
                  <c:v>77.3</c:v>
                </c:pt>
                <c:pt idx="874">
                  <c:v>77.400000000000006</c:v>
                </c:pt>
                <c:pt idx="875">
                  <c:v>77.5</c:v>
                </c:pt>
                <c:pt idx="876">
                  <c:v>77.599999999999994</c:v>
                </c:pt>
                <c:pt idx="877">
                  <c:v>77.7</c:v>
                </c:pt>
                <c:pt idx="878">
                  <c:v>77.8</c:v>
                </c:pt>
                <c:pt idx="879">
                  <c:v>77.900000000000006</c:v>
                </c:pt>
                <c:pt idx="880">
                  <c:v>78</c:v>
                </c:pt>
                <c:pt idx="881">
                  <c:v>78.099999999999994</c:v>
                </c:pt>
                <c:pt idx="882">
                  <c:v>78.2</c:v>
                </c:pt>
                <c:pt idx="883">
                  <c:v>78.3</c:v>
                </c:pt>
                <c:pt idx="884">
                  <c:v>78.400000000000006</c:v>
                </c:pt>
                <c:pt idx="885">
                  <c:v>78.5</c:v>
                </c:pt>
                <c:pt idx="886">
                  <c:v>78.599999999999994</c:v>
                </c:pt>
                <c:pt idx="887">
                  <c:v>78.7</c:v>
                </c:pt>
                <c:pt idx="888">
                  <c:v>78.8</c:v>
                </c:pt>
                <c:pt idx="889">
                  <c:v>78.900000000000006</c:v>
                </c:pt>
                <c:pt idx="890">
                  <c:v>79</c:v>
                </c:pt>
                <c:pt idx="891">
                  <c:v>79.099999999999994</c:v>
                </c:pt>
                <c:pt idx="892">
                  <c:v>79.2</c:v>
                </c:pt>
                <c:pt idx="893">
                  <c:v>79.3</c:v>
                </c:pt>
                <c:pt idx="894">
                  <c:v>79.400000000000006</c:v>
                </c:pt>
                <c:pt idx="895">
                  <c:v>79.5</c:v>
                </c:pt>
                <c:pt idx="896">
                  <c:v>79.599999999999994</c:v>
                </c:pt>
                <c:pt idx="897">
                  <c:v>79.7</c:v>
                </c:pt>
                <c:pt idx="898">
                  <c:v>79.8</c:v>
                </c:pt>
                <c:pt idx="899">
                  <c:v>79.900000000000006</c:v>
                </c:pt>
                <c:pt idx="900">
                  <c:v>80</c:v>
                </c:pt>
                <c:pt idx="901">
                  <c:v>80.099999999999994</c:v>
                </c:pt>
                <c:pt idx="902">
                  <c:v>80.2</c:v>
                </c:pt>
                <c:pt idx="903">
                  <c:v>80.3</c:v>
                </c:pt>
                <c:pt idx="904">
                  <c:v>80.400000000000006</c:v>
                </c:pt>
                <c:pt idx="905">
                  <c:v>80.5</c:v>
                </c:pt>
                <c:pt idx="906">
                  <c:v>80.599999999999994</c:v>
                </c:pt>
                <c:pt idx="907">
                  <c:v>80.7</c:v>
                </c:pt>
                <c:pt idx="908">
                  <c:v>80.8</c:v>
                </c:pt>
                <c:pt idx="909">
                  <c:v>80.900000000000006</c:v>
                </c:pt>
                <c:pt idx="910">
                  <c:v>81</c:v>
                </c:pt>
                <c:pt idx="911">
                  <c:v>81.099999999999994</c:v>
                </c:pt>
                <c:pt idx="912">
                  <c:v>81.2</c:v>
                </c:pt>
                <c:pt idx="913">
                  <c:v>81.3</c:v>
                </c:pt>
                <c:pt idx="914">
                  <c:v>81.400000000000006</c:v>
                </c:pt>
                <c:pt idx="915">
                  <c:v>81.5</c:v>
                </c:pt>
                <c:pt idx="916">
                  <c:v>81.599999999999994</c:v>
                </c:pt>
                <c:pt idx="917">
                  <c:v>81.7</c:v>
                </c:pt>
                <c:pt idx="918">
                  <c:v>81.8</c:v>
                </c:pt>
                <c:pt idx="919">
                  <c:v>81.900000000000006</c:v>
                </c:pt>
                <c:pt idx="920">
                  <c:v>82</c:v>
                </c:pt>
                <c:pt idx="921">
                  <c:v>82.1</c:v>
                </c:pt>
                <c:pt idx="922">
                  <c:v>82.2</c:v>
                </c:pt>
                <c:pt idx="923">
                  <c:v>82.3</c:v>
                </c:pt>
                <c:pt idx="924">
                  <c:v>82.4</c:v>
                </c:pt>
                <c:pt idx="925">
                  <c:v>82.5</c:v>
                </c:pt>
                <c:pt idx="926">
                  <c:v>82.6</c:v>
                </c:pt>
                <c:pt idx="927">
                  <c:v>82.7</c:v>
                </c:pt>
                <c:pt idx="928">
                  <c:v>82.8</c:v>
                </c:pt>
                <c:pt idx="929">
                  <c:v>82.9</c:v>
                </c:pt>
                <c:pt idx="930">
                  <c:v>83</c:v>
                </c:pt>
                <c:pt idx="931">
                  <c:v>83.1</c:v>
                </c:pt>
                <c:pt idx="932">
                  <c:v>83.2</c:v>
                </c:pt>
                <c:pt idx="933">
                  <c:v>83.3</c:v>
                </c:pt>
                <c:pt idx="934">
                  <c:v>83.4</c:v>
                </c:pt>
                <c:pt idx="935">
                  <c:v>83.5</c:v>
                </c:pt>
                <c:pt idx="936">
                  <c:v>83.6</c:v>
                </c:pt>
                <c:pt idx="937">
                  <c:v>83.7</c:v>
                </c:pt>
                <c:pt idx="938">
                  <c:v>83.8</c:v>
                </c:pt>
                <c:pt idx="939">
                  <c:v>83.9</c:v>
                </c:pt>
                <c:pt idx="940">
                  <c:v>84</c:v>
                </c:pt>
                <c:pt idx="941">
                  <c:v>84.1</c:v>
                </c:pt>
                <c:pt idx="942">
                  <c:v>84.2</c:v>
                </c:pt>
                <c:pt idx="943">
                  <c:v>84.3</c:v>
                </c:pt>
                <c:pt idx="944">
                  <c:v>84.4</c:v>
                </c:pt>
                <c:pt idx="945">
                  <c:v>84.5</c:v>
                </c:pt>
                <c:pt idx="946">
                  <c:v>84.6</c:v>
                </c:pt>
                <c:pt idx="947">
                  <c:v>84.7</c:v>
                </c:pt>
                <c:pt idx="948">
                  <c:v>84.8</c:v>
                </c:pt>
                <c:pt idx="949">
                  <c:v>84.9</c:v>
                </c:pt>
                <c:pt idx="950">
                  <c:v>85</c:v>
                </c:pt>
                <c:pt idx="951">
                  <c:v>85.1</c:v>
                </c:pt>
                <c:pt idx="952">
                  <c:v>85.2</c:v>
                </c:pt>
                <c:pt idx="953">
                  <c:v>85.3</c:v>
                </c:pt>
                <c:pt idx="954">
                  <c:v>85.4</c:v>
                </c:pt>
                <c:pt idx="955">
                  <c:v>85.5</c:v>
                </c:pt>
                <c:pt idx="956">
                  <c:v>85.6</c:v>
                </c:pt>
                <c:pt idx="957">
                  <c:v>85.7</c:v>
                </c:pt>
                <c:pt idx="958">
                  <c:v>85.8</c:v>
                </c:pt>
                <c:pt idx="959">
                  <c:v>85.9</c:v>
                </c:pt>
                <c:pt idx="960">
                  <c:v>86</c:v>
                </c:pt>
                <c:pt idx="961">
                  <c:v>86.1</c:v>
                </c:pt>
                <c:pt idx="962">
                  <c:v>86.2</c:v>
                </c:pt>
                <c:pt idx="963">
                  <c:v>86.3</c:v>
                </c:pt>
                <c:pt idx="964">
                  <c:v>86.4</c:v>
                </c:pt>
                <c:pt idx="965">
                  <c:v>86.5</c:v>
                </c:pt>
                <c:pt idx="966">
                  <c:v>86.6</c:v>
                </c:pt>
                <c:pt idx="967">
                  <c:v>86.7</c:v>
                </c:pt>
                <c:pt idx="968">
                  <c:v>86.8</c:v>
                </c:pt>
                <c:pt idx="969">
                  <c:v>86.9</c:v>
                </c:pt>
                <c:pt idx="970">
                  <c:v>87</c:v>
                </c:pt>
                <c:pt idx="971">
                  <c:v>87.1</c:v>
                </c:pt>
                <c:pt idx="972">
                  <c:v>87.2</c:v>
                </c:pt>
                <c:pt idx="973">
                  <c:v>87.3</c:v>
                </c:pt>
                <c:pt idx="974">
                  <c:v>87.4</c:v>
                </c:pt>
                <c:pt idx="975">
                  <c:v>87.5</c:v>
                </c:pt>
                <c:pt idx="976">
                  <c:v>87.6</c:v>
                </c:pt>
                <c:pt idx="977">
                  <c:v>87.7</c:v>
                </c:pt>
                <c:pt idx="978">
                  <c:v>87.8</c:v>
                </c:pt>
                <c:pt idx="979">
                  <c:v>87.9</c:v>
                </c:pt>
                <c:pt idx="980">
                  <c:v>88</c:v>
                </c:pt>
                <c:pt idx="981">
                  <c:v>88.1</c:v>
                </c:pt>
                <c:pt idx="982">
                  <c:v>88.2</c:v>
                </c:pt>
                <c:pt idx="983">
                  <c:v>88.3</c:v>
                </c:pt>
                <c:pt idx="984">
                  <c:v>88.4</c:v>
                </c:pt>
                <c:pt idx="985">
                  <c:v>88.5</c:v>
                </c:pt>
                <c:pt idx="986">
                  <c:v>88.6</c:v>
                </c:pt>
                <c:pt idx="987">
                  <c:v>88.7</c:v>
                </c:pt>
                <c:pt idx="988">
                  <c:v>88.8</c:v>
                </c:pt>
                <c:pt idx="989">
                  <c:v>88.9</c:v>
                </c:pt>
                <c:pt idx="990">
                  <c:v>89</c:v>
                </c:pt>
                <c:pt idx="991">
                  <c:v>89.1</c:v>
                </c:pt>
                <c:pt idx="992">
                  <c:v>89.2</c:v>
                </c:pt>
                <c:pt idx="993">
                  <c:v>89.3</c:v>
                </c:pt>
                <c:pt idx="994">
                  <c:v>89.4</c:v>
                </c:pt>
                <c:pt idx="995">
                  <c:v>89.5</c:v>
                </c:pt>
                <c:pt idx="996">
                  <c:v>89.6</c:v>
                </c:pt>
                <c:pt idx="997">
                  <c:v>89.7</c:v>
                </c:pt>
                <c:pt idx="998">
                  <c:v>89.8</c:v>
                </c:pt>
                <c:pt idx="999">
                  <c:v>89.9</c:v>
                </c:pt>
                <c:pt idx="1000">
                  <c:v>90</c:v>
                </c:pt>
                <c:pt idx="1001">
                  <c:v>90.1</c:v>
                </c:pt>
                <c:pt idx="1002">
                  <c:v>90.2</c:v>
                </c:pt>
                <c:pt idx="1003">
                  <c:v>90.3</c:v>
                </c:pt>
                <c:pt idx="1004">
                  <c:v>90.4</c:v>
                </c:pt>
                <c:pt idx="1005">
                  <c:v>90.5</c:v>
                </c:pt>
                <c:pt idx="1006">
                  <c:v>90.6</c:v>
                </c:pt>
                <c:pt idx="1007">
                  <c:v>90.7</c:v>
                </c:pt>
                <c:pt idx="1008">
                  <c:v>90.8</c:v>
                </c:pt>
                <c:pt idx="1009">
                  <c:v>90.9</c:v>
                </c:pt>
                <c:pt idx="1010">
                  <c:v>91</c:v>
                </c:pt>
                <c:pt idx="1011">
                  <c:v>91.1</c:v>
                </c:pt>
                <c:pt idx="1012">
                  <c:v>91.2</c:v>
                </c:pt>
                <c:pt idx="1013">
                  <c:v>91.3</c:v>
                </c:pt>
                <c:pt idx="1014">
                  <c:v>91.4</c:v>
                </c:pt>
                <c:pt idx="1015">
                  <c:v>91.5</c:v>
                </c:pt>
                <c:pt idx="1016">
                  <c:v>91.6</c:v>
                </c:pt>
                <c:pt idx="1017">
                  <c:v>91.7</c:v>
                </c:pt>
                <c:pt idx="1018">
                  <c:v>91.8</c:v>
                </c:pt>
                <c:pt idx="1019">
                  <c:v>91.9</c:v>
                </c:pt>
                <c:pt idx="1020">
                  <c:v>92</c:v>
                </c:pt>
                <c:pt idx="1021">
                  <c:v>92.1</c:v>
                </c:pt>
                <c:pt idx="1022">
                  <c:v>92.2</c:v>
                </c:pt>
                <c:pt idx="1023">
                  <c:v>92.3</c:v>
                </c:pt>
                <c:pt idx="1024">
                  <c:v>92.4</c:v>
                </c:pt>
                <c:pt idx="1025">
                  <c:v>92.5</c:v>
                </c:pt>
                <c:pt idx="1026">
                  <c:v>92.6</c:v>
                </c:pt>
                <c:pt idx="1027">
                  <c:v>92.7</c:v>
                </c:pt>
                <c:pt idx="1028">
                  <c:v>92.8</c:v>
                </c:pt>
                <c:pt idx="1029">
                  <c:v>92.9</c:v>
                </c:pt>
                <c:pt idx="1030">
                  <c:v>93</c:v>
                </c:pt>
                <c:pt idx="1031">
                  <c:v>93.1</c:v>
                </c:pt>
                <c:pt idx="1032">
                  <c:v>93.2</c:v>
                </c:pt>
                <c:pt idx="1033">
                  <c:v>93.3</c:v>
                </c:pt>
                <c:pt idx="1034">
                  <c:v>93.4</c:v>
                </c:pt>
                <c:pt idx="1035">
                  <c:v>93.5</c:v>
                </c:pt>
                <c:pt idx="1036">
                  <c:v>93.6</c:v>
                </c:pt>
                <c:pt idx="1037">
                  <c:v>93.7</c:v>
                </c:pt>
                <c:pt idx="1038">
                  <c:v>93.8</c:v>
                </c:pt>
                <c:pt idx="1039">
                  <c:v>93.9</c:v>
                </c:pt>
                <c:pt idx="1040">
                  <c:v>94</c:v>
                </c:pt>
                <c:pt idx="1041">
                  <c:v>94.1</c:v>
                </c:pt>
                <c:pt idx="1042">
                  <c:v>94.2</c:v>
                </c:pt>
                <c:pt idx="1043">
                  <c:v>94.3</c:v>
                </c:pt>
                <c:pt idx="1044">
                  <c:v>94.4</c:v>
                </c:pt>
                <c:pt idx="1045">
                  <c:v>94.5</c:v>
                </c:pt>
                <c:pt idx="1046">
                  <c:v>94.6</c:v>
                </c:pt>
                <c:pt idx="1047">
                  <c:v>94.7</c:v>
                </c:pt>
                <c:pt idx="1048">
                  <c:v>94.8</c:v>
                </c:pt>
                <c:pt idx="1049">
                  <c:v>94.9</c:v>
                </c:pt>
                <c:pt idx="1050">
                  <c:v>95</c:v>
                </c:pt>
                <c:pt idx="1051">
                  <c:v>95.1</c:v>
                </c:pt>
                <c:pt idx="1052">
                  <c:v>95.2</c:v>
                </c:pt>
                <c:pt idx="1053">
                  <c:v>95.3</c:v>
                </c:pt>
                <c:pt idx="1054">
                  <c:v>95.4</c:v>
                </c:pt>
                <c:pt idx="1055">
                  <c:v>95.5</c:v>
                </c:pt>
                <c:pt idx="1056">
                  <c:v>95.6</c:v>
                </c:pt>
                <c:pt idx="1057">
                  <c:v>95.7</c:v>
                </c:pt>
                <c:pt idx="1058">
                  <c:v>95.8</c:v>
                </c:pt>
                <c:pt idx="1059">
                  <c:v>95.9</c:v>
                </c:pt>
                <c:pt idx="1060">
                  <c:v>96</c:v>
                </c:pt>
                <c:pt idx="1061">
                  <c:v>96.1</c:v>
                </c:pt>
                <c:pt idx="1062">
                  <c:v>96.2</c:v>
                </c:pt>
                <c:pt idx="1063">
                  <c:v>96.3</c:v>
                </c:pt>
                <c:pt idx="1064">
                  <c:v>96.4</c:v>
                </c:pt>
                <c:pt idx="1065">
                  <c:v>96.5</c:v>
                </c:pt>
                <c:pt idx="1066">
                  <c:v>96.6</c:v>
                </c:pt>
                <c:pt idx="1067">
                  <c:v>96.7</c:v>
                </c:pt>
                <c:pt idx="1068">
                  <c:v>96.8</c:v>
                </c:pt>
                <c:pt idx="1069">
                  <c:v>96.9</c:v>
                </c:pt>
                <c:pt idx="1070">
                  <c:v>97</c:v>
                </c:pt>
                <c:pt idx="1071">
                  <c:v>97.1</c:v>
                </c:pt>
                <c:pt idx="1072">
                  <c:v>97.2</c:v>
                </c:pt>
                <c:pt idx="1073">
                  <c:v>97.3</c:v>
                </c:pt>
                <c:pt idx="1074">
                  <c:v>97.4</c:v>
                </c:pt>
                <c:pt idx="1075">
                  <c:v>97.5</c:v>
                </c:pt>
                <c:pt idx="1076">
                  <c:v>97.6</c:v>
                </c:pt>
                <c:pt idx="1077">
                  <c:v>97.7</c:v>
                </c:pt>
                <c:pt idx="1078">
                  <c:v>97.8</c:v>
                </c:pt>
                <c:pt idx="1079">
                  <c:v>97.9</c:v>
                </c:pt>
                <c:pt idx="1080">
                  <c:v>98</c:v>
                </c:pt>
                <c:pt idx="1081">
                  <c:v>98.1</c:v>
                </c:pt>
                <c:pt idx="1082">
                  <c:v>98.2</c:v>
                </c:pt>
                <c:pt idx="1083">
                  <c:v>98.3</c:v>
                </c:pt>
                <c:pt idx="1084">
                  <c:v>98.4</c:v>
                </c:pt>
                <c:pt idx="1085">
                  <c:v>98.5</c:v>
                </c:pt>
                <c:pt idx="1086">
                  <c:v>98.6</c:v>
                </c:pt>
                <c:pt idx="1087">
                  <c:v>98.7</c:v>
                </c:pt>
                <c:pt idx="1088">
                  <c:v>98.8</c:v>
                </c:pt>
                <c:pt idx="1089">
                  <c:v>98.9</c:v>
                </c:pt>
                <c:pt idx="1090">
                  <c:v>99</c:v>
                </c:pt>
                <c:pt idx="1091">
                  <c:v>99.1</c:v>
                </c:pt>
                <c:pt idx="1092">
                  <c:v>99.2</c:v>
                </c:pt>
                <c:pt idx="1093">
                  <c:v>99.3</c:v>
                </c:pt>
                <c:pt idx="1094">
                  <c:v>99.4</c:v>
                </c:pt>
                <c:pt idx="1095">
                  <c:v>99.5</c:v>
                </c:pt>
                <c:pt idx="1096">
                  <c:v>99.6</c:v>
                </c:pt>
                <c:pt idx="1097">
                  <c:v>99.7</c:v>
                </c:pt>
                <c:pt idx="1098">
                  <c:v>99.8</c:v>
                </c:pt>
                <c:pt idx="1099">
                  <c:v>99.9</c:v>
                </c:pt>
                <c:pt idx="1100">
                  <c:v>100</c:v>
                </c:pt>
              </c:numCache>
            </c:numRef>
          </c:cat>
          <c:val>
            <c:numRef>
              <c:f>Sheet9!$D$2:$D$1102</c:f>
              <c:numCache>
                <c:formatCode>0.00E+00</c:formatCode>
                <c:ptCount val="1101"/>
                <c:pt idx="0">
                  <c:v>6515550000</c:v>
                </c:pt>
                <c:pt idx="1">
                  <c:v>6515550000</c:v>
                </c:pt>
                <c:pt idx="2">
                  <c:v>6515550000</c:v>
                </c:pt>
                <c:pt idx="3">
                  <c:v>6515550000</c:v>
                </c:pt>
                <c:pt idx="4">
                  <c:v>6515550000</c:v>
                </c:pt>
                <c:pt idx="5">
                  <c:v>6515550000</c:v>
                </c:pt>
                <c:pt idx="6">
                  <c:v>6515550000</c:v>
                </c:pt>
                <c:pt idx="7">
                  <c:v>6515550000</c:v>
                </c:pt>
                <c:pt idx="8">
                  <c:v>6515550000</c:v>
                </c:pt>
                <c:pt idx="9">
                  <c:v>6515550000</c:v>
                </c:pt>
                <c:pt idx="10">
                  <c:v>6515550000</c:v>
                </c:pt>
                <c:pt idx="11">
                  <c:v>6515550000</c:v>
                </c:pt>
                <c:pt idx="12">
                  <c:v>6515550000</c:v>
                </c:pt>
                <c:pt idx="13">
                  <c:v>6515550000</c:v>
                </c:pt>
                <c:pt idx="14">
                  <c:v>6515550000</c:v>
                </c:pt>
                <c:pt idx="15">
                  <c:v>6515550000</c:v>
                </c:pt>
                <c:pt idx="16">
                  <c:v>6515550000</c:v>
                </c:pt>
                <c:pt idx="17">
                  <c:v>6515550000</c:v>
                </c:pt>
                <c:pt idx="18">
                  <c:v>6515550000</c:v>
                </c:pt>
                <c:pt idx="19">
                  <c:v>6515550000</c:v>
                </c:pt>
                <c:pt idx="20">
                  <c:v>6515550000</c:v>
                </c:pt>
                <c:pt idx="21">
                  <c:v>6515550000</c:v>
                </c:pt>
                <c:pt idx="22">
                  <c:v>6515550000</c:v>
                </c:pt>
                <c:pt idx="23">
                  <c:v>6515550000</c:v>
                </c:pt>
                <c:pt idx="24">
                  <c:v>6515550000</c:v>
                </c:pt>
                <c:pt idx="25">
                  <c:v>6515550000</c:v>
                </c:pt>
                <c:pt idx="26">
                  <c:v>6515550000</c:v>
                </c:pt>
                <c:pt idx="27">
                  <c:v>6515550000</c:v>
                </c:pt>
                <c:pt idx="28">
                  <c:v>6515550000</c:v>
                </c:pt>
                <c:pt idx="29">
                  <c:v>6515550000</c:v>
                </c:pt>
                <c:pt idx="30">
                  <c:v>6515550000</c:v>
                </c:pt>
                <c:pt idx="31">
                  <c:v>6515550000</c:v>
                </c:pt>
                <c:pt idx="32">
                  <c:v>6515550000</c:v>
                </c:pt>
                <c:pt idx="33">
                  <c:v>6515550000</c:v>
                </c:pt>
                <c:pt idx="34">
                  <c:v>6515550000</c:v>
                </c:pt>
                <c:pt idx="35">
                  <c:v>6515550000</c:v>
                </c:pt>
                <c:pt idx="36">
                  <c:v>6515550000</c:v>
                </c:pt>
                <c:pt idx="37">
                  <c:v>6515550000</c:v>
                </c:pt>
                <c:pt idx="38">
                  <c:v>6515550000</c:v>
                </c:pt>
                <c:pt idx="39">
                  <c:v>6515550000</c:v>
                </c:pt>
                <c:pt idx="40">
                  <c:v>6515550000</c:v>
                </c:pt>
                <c:pt idx="41">
                  <c:v>6515550000</c:v>
                </c:pt>
                <c:pt idx="42">
                  <c:v>6515550000</c:v>
                </c:pt>
                <c:pt idx="43">
                  <c:v>6515550000</c:v>
                </c:pt>
                <c:pt idx="44">
                  <c:v>6515550000</c:v>
                </c:pt>
                <c:pt idx="45">
                  <c:v>6515550000</c:v>
                </c:pt>
                <c:pt idx="46">
                  <c:v>6515550000</c:v>
                </c:pt>
                <c:pt idx="47">
                  <c:v>6515550000</c:v>
                </c:pt>
                <c:pt idx="48">
                  <c:v>6515550000</c:v>
                </c:pt>
                <c:pt idx="49">
                  <c:v>6515550000</c:v>
                </c:pt>
                <c:pt idx="50">
                  <c:v>6515550000</c:v>
                </c:pt>
                <c:pt idx="51">
                  <c:v>6515550000</c:v>
                </c:pt>
                <c:pt idx="52">
                  <c:v>6515550000</c:v>
                </c:pt>
                <c:pt idx="53">
                  <c:v>6515550000</c:v>
                </c:pt>
                <c:pt idx="54">
                  <c:v>6515550000</c:v>
                </c:pt>
                <c:pt idx="55">
                  <c:v>6515550000</c:v>
                </c:pt>
                <c:pt idx="56">
                  <c:v>6515550000</c:v>
                </c:pt>
                <c:pt idx="57">
                  <c:v>6515550000</c:v>
                </c:pt>
                <c:pt idx="58">
                  <c:v>6515550000</c:v>
                </c:pt>
                <c:pt idx="59">
                  <c:v>6515550000</c:v>
                </c:pt>
                <c:pt idx="60">
                  <c:v>6515550000</c:v>
                </c:pt>
                <c:pt idx="61">
                  <c:v>6515550000</c:v>
                </c:pt>
                <c:pt idx="62">
                  <c:v>6515550000</c:v>
                </c:pt>
                <c:pt idx="63">
                  <c:v>6515550000</c:v>
                </c:pt>
                <c:pt idx="64">
                  <c:v>6515550000</c:v>
                </c:pt>
                <c:pt idx="65">
                  <c:v>6515550000</c:v>
                </c:pt>
                <c:pt idx="66">
                  <c:v>6515550000</c:v>
                </c:pt>
                <c:pt idx="67">
                  <c:v>6515550000</c:v>
                </c:pt>
                <c:pt idx="68">
                  <c:v>6515550000</c:v>
                </c:pt>
                <c:pt idx="69">
                  <c:v>6515550000</c:v>
                </c:pt>
                <c:pt idx="70">
                  <c:v>6515550000</c:v>
                </c:pt>
                <c:pt idx="71">
                  <c:v>6515550000</c:v>
                </c:pt>
                <c:pt idx="72">
                  <c:v>6515550000</c:v>
                </c:pt>
                <c:pt idx="73">
                  <c:v>6515550000</c:v>
                </c:pt>
                <c:pt idx="74">
                  <c:v>6515550000</c:v>
                </c:pt>
                <c:pt idx="75">
                  <c:v>6515550000</c:v>
                </c:pt>
                <c:pt idx="76">
                  <c:v>6515550000</c:v>
                </c:pt>
                <c:pt idx="77">
                  <c:v>6515550000</c:v>
                </c:pt>
                <c:pt idx="78">
                  <c:v>6515550000</c:v>
                </c:pt>
                <c:pt idx="79">
                  <c:v>6515550000</c:v>
                </c:pt>
                <c:pt idx="80">
                  <c:v>6515550000</c:v>
                </c:pt>
                <c:pt idx="81">
                  <c:v>6515550000</c:v>
                </c:pt>
                <c:pt idx="82">
                  <c:v>6515550000</c:v>
                </c:pt>
                <c:pt idx="83">
                  <c:v>6515550000</c:v>
                </c:pt>
                <c:pt idx="84">
                  <c:v>6515550000</c:v>
                </c:pt>
                <c:pt idx="85">
                  <c:v>6515550000</c:v>
                </c:pt>
                <c:pt idx="86">
                  <c:v>6515550000</c:v>
                </c:pt>
                <c:pt idx="87">
                  <c:v>6515550000</c:v>
                </c:pt>
                <c:pt idx="88">
                  <c:v>6515550000</c:v>
                </c:pt>
                <c:pt idx="89">
                  <c:v>6515550000</c:v>
                </c:pt>
                <c:pt idx="90">
                  <c:v>6515550000</c:v>
                </c:pt>
                <c:pt idx="91">
                  <c:v>6515550000</c:v>
                </c:pt>
                <c:pt idx="92">
                  <c:v>6515550000</c:v>
                </c:pt>
                <c:pt idx="93">
                  <c:v>6515550000</c:v>
                </c:pt>
                <c:pt idx="94">
                  <c:v>6515550000</c:v>
                </c:pt>
                <c:pt idx="95">
                  <c:v>6515550000</c:v>
                </c:pt>
                <c:pt idx="96">
                  <c:v>6515550000</c:v>
                </c:pt>
                <c:pt idx="97">
                  <c:v>6515550000</c:v>
                </c:pt>
                <c:pt idx="98">
                  <c:v>6515550000</c:v>
                </c:pt>
                <c:pt idx="99">
                  <c:v>6515550000</c:v>
                </c:pt>
                <c:pt idx="100">
                  <c:v>6515550000</c:v>
                </c:pt>
                <c:pt idx="101">
                  <c:v>6515550000</c:v>
                </c:pt>
                <c:pt idx="102">
                  <c:v>6515550000</c:v>
                </c:pt>
                <c:pt idx="103">
                  <c:v>6515550000</c:v>
                </c:pt>
                <c:pt idx="104">
                  <c:v>6515550000</c:v>
                </c:pt>
                <c:pt idx="105">
                  <c:v>6515550000</c:v>
                </c:pt>
                <c:pt idx="106">
                  <c:v>6515550000</c:v>
                </c:pt>
                <c:pt idx="107">
                  <c:v>6515550000</c:v>
                </c:pt>
                <c:pt idx="108">
                  <c:v>6515550000</c:v>
                </c:pt>
                <c:pt idx="109">
                  <c:v>6515550000</c:v>
                </c:pt>
                <c:pt idx="110">
                  <c:v>6515550000</c:v>
                </c:pt>
                <c:pt idx="111">
                  <c:v>6515550000</c:v>
                </c:pt>
                <c:pt idx="112">
                  <c:v>6515550000</c:v>
                </c:pt>
                <c:pt idx="113">
                  <c:v>6515550000</c:v>
                </c:pt>
                <c:pt idx="114">
                  <c:v>6515550000</c:v>
                </c:pt>
                <c:pt idx="115">
                  <c:v>6515550000</c:v>
                </c:pt>
                <c:pt idx="116">
                  <c:v>6515550000</c:v>
                </c:pt>
                <c:pt idx="117">
                  <c:v>6515550000</c:v>
                </c:pt>
                <c:pt idx="118">
                  <c:v>6515550000</c:v>
                </c:pt>
                <c:pt idx="119">
                  <c:v>6515550000</c:v>
                </c:pt>
                <c:pt idx="120">
                  <c:v>6515550000</c:v>
                </c:pt>
                <c:pt idx="121">
                  <c:v>6515550000</c:v>
                </c:pt>
                <c:pt idx="122">
                  <c:v>6515550000</c:v>
                </c:pt>
                <c:pt idx="123">
                  <c:v>6515550000</c:v>
                </c:pt>
                <c:pt idx="124">
                  <c:v>6515550000</c:v>
                </c:pt>
                <c:pt idx="125">
                  <c:v>6515550000</c:v>
                </c:pt>
                <c:pt idx="126">
                  <c:v>6515550000</c:v>
                </c:pt>
                <c:pt idx="127">
                  <c:v>6515550000</c:v>
                </c:pt>
                <c:pt idx="128">
                  <c:v>6515550000</c:v>
                </c:pt>
                <c:pt idx="129">
                  <c:v>6515550000</c:v>
                </c:pt>
                <c:pt idx="130">
                  <c:v>6515550000</c:v>
                </c:pt>
                <c:pt idx="131">
                  <c:v>6515550000</c:v>
                </c:pt>
                <c:pt idx="132">
                  <c:v>6515550000</c:v>
                </c:pt>
                <c:pt idx="133">
                  <c:v>6515550000</c:v>
                </c:pt>
                <c:pt idx="134">
                  <c:v>6515550000</c:v>
                </c:pt>
                <c:pt idx="135">
                  <c:v>6515550000</c:v>
                </c:pt>
                <c:pt idx="136">
                  <c:v>6515550000</c:v>
                </c:pt>
                <c:pt idx="137">
                  <c:v>6515550000</c:v>
                </c:pt>
                <c:pt idx="138">
                  <c:v>6515550000</c:v>
                </c:pt>
                <c:pt idx="139">
                  <c:v>6515550000</c:v>
                </c:pt>
                <c:pt idx="140">
                  <c:v>6515550000</c:v>
                </c:pt>
                <c:pt idx="141">
                  <c:v>6515550000</c:v>
                </c:pt>
                <c:pt idx="142">
                  <c:v>6515550000</c:v>
                </c:pt>
                <c:pt idx="143">
                  <c:v>6515550000</c:v>
                </c:pt>
                <c:pt idx="144">
                  <c:v>6515550000</c:v>
                </c:pt>
                <c:pt idx="145">
                  <c:v>6515550000</c:v>
                </c:pt>
                <c:pt idx="146">
                  <c:v>6515550000</c:v>
                </c:pt>
                <c:pt idx="147">
                  <c:v>6515550000</c:v>
                </c:pt>
                <c:pt idx="148">
                  <c:v>6515550000</c:v>
                </c:pt>
                <c:pt idx="149">
                  <c:v>6515550000</c:v>
                </c:pt>
                <c:pt idx="150">
                  <c:v>6515550000</c:v>
                </c:pt>
                <c:pt idx="151">
                  <c:v>6515550000</c:v>
                </c:pt>
                <c:pt idx="152">
                  <c:v>6515550000</c:v>
                </c:pt>
                <c:pt idx="153">
                  <c:v>6515550000</c:v>
                </c:pt>
                <c:pt idx="154">
                  <c:v>6515550000</c:v>
                </c:pt>
                <c:pt idx="155">
                  <c:v>6515550000</c:v>
                </c:pt>
                <c:pt idx="156">
                  <c:v>6515550000</c:v>
                </c:pt>
                <c:pt idx="157">
                  <c:v>6515550000</c:v>
                </c:pt>
                <c:pt idx="158">
                  <c:v>6515550000</c:v>
                </c:pt>
                <c:pt idx="159">
                  <c:v>6515550000</c:v>
                </c:pt>
                <c:pt idx="160">
                  <c:v>6515550000</c:v>
                </c:pt>
                <c:pt idx="161">
                  <c:v>6515550000</c:v>
                </c:pt>
                <c:pt idx="162">
                  <c:v>6515550000</c:v>
                </c:pt>
                <c:pt idx="163">
                  <c:v>6515550000</c:v>
                </c:pt>
                <c:pt idx="164">
                  <c:v>6515550000</c:v>
                </c:pt>
                <c:pt idx="165">
                  <c:v>6515550000</c:v>
                </c:pt>
                <c:pt idx="166">
                  <c:v>6515550000</c:v>
                </c:pt>
                <c:pt idx="167">
                  <c:v>6515550000</c:v>
                </c:pt>
                <c:pt idx="168">
                  <c:v>6515550000</c:v>
                </c:pt>
                <c:pt idx="169">
                  <c:v>6515550000</c:v>
                </c:pt>
                <c:pt idx="170">
                  <c:v>6515550000</c:v>
                </c:pt>
                <c:pt idx="171">
                  <c:v>6515550000</c:v>
                </c:pt>
                <c:pt idx="172">
                  <c:v>6515550000</c:v>
                </c:pt>
                <c:pt idx="173">
                  <c:v>6515550000</c:v>
                </c:pt>
                <c:pt idx="174">
                  <c:v>6515550000</c:v>
                </c:pt>
                <c:pt idx="175">
                  <c:v>6515550000</c:v>
                </c:pt>
                <c:pt idx="176">
                  <c:v>6515550000</c:v>
                </c:pt>
                <c:pt idx="177">
                  <c:v>6515550000</c:v>
                </c:pt>
                <c:pt idx="178">
                  <c:v>6515550000</c:v>
                </c:pt>
                <c:pt idx="179">
                  <c:v>6515550000</c:v>
                </c:pt>
                <c:pt idx="180">
                  <c:v>6515550000</c:v>
                </c:pt>
                <c:pt idx="181">
                  <c:v>6515550000</c:v>
                </c:pt>
                <c:pt idx="182">
                  <c:v>6515550000</c:v>
                </c:pt>
                <c:pt idx="183">
                  <c:v>6515550000</c:v>
                </c:pt>
                <c:pt idx="184">
                  <c:v>6515550000</c:v>
                </c:pt>
                <c:pt idx="185">
                  <c:v>6515550000</c:v>
                </c:pt>
                <c:pt idx="186">
                  <c:v>6515550000</c:v>
                </c:pt>
                <c:pt idx="187">
                  <c:v>6515550000</c:v>
                </c:pt>
                <c:pt idx="188">
                  <c:v>6515550000</c:v>
                </c:pt>
                <c:pt idx="189">
                  <c:v>6515550000</c:v>
                </c:pt>
                <c:pt idx="190">
                  <c:v>6515550000</c:v>
                </c:pt>
                <c:pt idx="191">
                  <c:v>6515550000</c:v>
                </c:pt>
                <c:pt idx="192">
                  <c:v>6515550000</c:v>
                </c:pt>
                <c:pt idx="193">
                  <c:v>6515550000</c:v>
                </c:pt>
                <c:pt idx="194">
                  <c:v>6515550000</c:v>
                </c:pt>
                <c:pt idx="195">
                  <c:v>6515550000</c:v>
                </c:pt>
                <c:pt idx="196">
                  <c:v>6515550000</c:v>
                </c:pt>
                <c:pt idx="197">
                  <c:v>6515550000</c:v>
                </c:pt>
                <c:pt idx="198">
                  <c:v>6515550000</c:v>
                </c:pt>
                <c:pt idx="199">
                  <c:v>6515550000</c:v>
                </c:pt>
                <c:pt idx="200">
                  <c:v>6515550000</c:v>
                </c:pt>
                <c:pt idx="201">
                  <c:v>6515550000</c:v>
                </c:pt>
                <c:pt idx="202">
                  <c:v>6515550000</c:v>
                </c:pt>
                <c:pt idx="203">
                  <c:v>6515550000</c:v>
                </c:pt>
                <c:pt idx="204">
                  <c:v>6515550000</c:v>
                </c:pt>
                <c:pt idx="205">
                  <c:v>6515550000</c:v>
                </c:pt>
                <c:pt idx="206">
                  <c:v>6515550000</c:v>
                </c:pt>
                <c:pt idx="207">
                  <c:v>6515550000</c:v>
                </c:pt>
                <c:pt idx="208">
                  <c:v>6515550000</c:v>
                </c:pt>
                <c:pt idx="209">
                  <c:v>6515550000</c:v>
                </c:pt>
                <c:pt idx="210">
                  <c:v>6515550000</c:v>
                </c:pt>
                <c:pt idx="211">
                  <c:v>6515550000</c:v>
                </c:pt>
                <c:pt idx="212">
                  <c:v>6515550000</c:v>
                </c:pt>
                <c:pt idx="213">
                  <c:v>6515550000</c:v>
                </c:pt>
                <c:pt idx="214">
                  <c:v>6515550000</c:v>
                </c:pt>
                <c:pt idx="215">
                  <c:v>6515550000</c:v>
                </c:pt>
                <c:pt idx="216">
                  <c:v>6515550000</c:v>
                </c:pt>
                <c:pt idx="217">
                  <c:v>6515550000</c:v>
                </c:pt>
                <c:pt idx="218">
                  <c:v>6515550000</c:v>
                </c:pt>
                <c:pt idx="219">
                  <c:v>6515550000</c:v>
                </c:pt>
                <c:pt idx="220">
                  <c:v>6515550000</c:v>
                </c:pt>
                <c:pt idx="221">
                  <c:v>6515550000</c:v>
                </c:pt>
                <c:pt idx="222">
                  <c:v>6515550000</c:v>
                </c:pt>
                <c:pt idx="223">
                  <c:v>6515550000</c:v>
                </c:pt>
                <c:pt idx="224">
                  <c:v>6515550000</c:v>
                </c:pt>
                <c:pt idx="225">
                  <c:v>6515550000</c:v>
                </c:pt>
                <c:pt idx="226">
                  <c:v>6515550000</c:v>
                </c:pt>
                <c:pt idx="227">
                  <c:v>6515550000</c:v>
                </c:pt>
                <c:pt idx="228">
                  <c:v>6515550000</c:v>
                </c:pt>
                <c:pt idx="229">
                  <c:v>6515550000</c:v>
                </c:pt>
                <c:pt idx="230">
                  <c:v>6515550000</c:v>
                </c:pt>
                <c:pt idx="231">
                  <c:v>6515550000</c:v>
                </c:pt>
                <c:pt idx="232">
                  <c:v>6515550000</c:v>
                </c:pt>
                <c:pt idx="233">
                  <c:v>6515550000</c:v>
                </c:pt>
                <c:pt idx="234">
                  <c:v>6515550000</c:v>
                </c:pt>
                <c:pt idx="235">
                  <c:v>6515550000</c:v>
                </c:pt>
                <c:pt idx="236">
                  <c:v>6515550000</c:v>
                </c:pt>
                <c:pt idx="237">
                  <c:v>6515550000</c:v>
                </c:pt>
                <c:pt idx="238">
                  <c:v>6515550000</c:v>
                </c:pt>
                <c:pt idx="239">
                  <c:v>6515550000</c:v>
                </c:pt>
                <c:pt idx="240">
                  <c:v>6515550000</c:v>
                </c:pt>
                <c:pt idx="241">
                  <c:v>6515550000</c:v>
                </c:pt>
                <c:pt idx="242">
                  <c:v>6515550000</c:v>
                </c:pt>
                <c:pt idx="243">
                  <c:v>6515550000</c:v>
                </c:pt>
                <c:pt idx="244">
                  <c:v>6515550000</c:v>
                </c:pt>
                <c:pt idx="245">
                  <c:v>6515550000</c:v>
                </c:pt>
                <c:pt idx="246">
                  <c:v>6515550000</c:v>
                </c:pt>
                <c:pt idx="247">
                  <c:v>6515550000</c:v>
                </c:pt>
                <c:pt idx="248">
                  <c:v>6515550000</c:v>
                </c:pt>
                <c:pt idx="249">
                  <c:v>6515550000</c:v>
                </c:pt>
                <c:pt idx="250">
                  <c:v>6515550000</c:v>
                </c:pt>
                <c:pt idx="251">
                  <c:v>6515550000</c:v>
                </c:pt>
                <c:pt idx="252">
                  <c:v>6515550000</c:v>
                </c:pt>
                <c:pt idx="253">
                  <c:v>6515550000</c:v>
                </c:pt>
                <c:pt idx="254">
                  <c:v>6515550000</c:v>
                </c:pt>
                <c:pt idx="255">
                  <c:v>6515550000</c:v>
                </c:pt>
                <c:pt idx="256">
                  <c:v>6515550000</c:v>
                </c:pt>
                <c:pt idx="257">
                  <c:v>6515550000</c:v>
                </c:pt>
                <c:pt idx="258">
                  <c:v>6515550000</c:v>
                </c:pt>
                <c:pt idx="259">
                  <c:v>6515550000</c:v>
                </c:pt>
                <c:pt idx="260">
                  <c:v>6515550000</c:v>
                </c:pt>
                <c:pt idx="261">
                  <c:v>6515550000</c:v>
                </c:pt>
                <c:pt idx="262">
                  <c:v>6515550000</c:v>
                </c:pt>
                <c:pt idx="263">
                  <c:v>6515550000</c:v>
                </c:pt>
                <c:pt idx="264">
                  <c:v>6515550000</c:v>
                </c:pt>
                <c:pt idx="265">
                  <c:v>6515550000</c:v>
                </c:pt>
                <c:pt idx="266">
                  <c:v>6515550000</c:v>
                </c:pt>
                <c:pt idx="267">
                  <c:v>6515550000</c:v>
                </c:pt>
                <c:pt idx="268">
                  <c:v>6515550000</c:v>
                </c:pt>
                <c:pt idx="269">
                  <c:v>6515550000</c:v>
                </c:pt>
                <c:pt idx="270">
                  <c:v>6515550000</c:v>
                </c:pt>
                <c:pt idx="271">
                  <c:v>6515550000</c:v>
                </c:pt>
                <c:pt idx="272">
                  <c:v>6515550000</c:v>
                </c:pt>
                <c:pt idx="273">
                  <c:v>6515550000</c:v>
                </c:pt>
                <c:pt idx="274">
                  <c:v>6515550000</c:v>
                </c:pt>
                <c:pt idx="275">
                  <c:v>6515550000</c:v>
                </c:pt>
                <c:pt idx="276">
                  <c:v>6515550000</c:v>
                </c:pt>
                <c:pt idx="277">
                  <c:v>6515550000</c:v>
                </c:pt>
                <c:pt idx="278">
                  <c:v>6515550000</c:v>
                </c:pt>
                <c:pt idx="279">
                  <c:v>6515550000</c:v>
                </c:pt>
                <c:pt idx="280">
                  <c:v>6515550000</c:v>
                </c:pt>
                <c:pt idx="281">
                  <c:v>6515550000</c:v>
                </c:pt>
                <c:pt idx="282">
                  <c:v>6515550000</c:v>
                </c:pt>
                <c:pt idx="283">
                  <c:v>6515550000</c:v>
                </c:pt>
                <c:pt idx="284">
                  <c:v>6515550000</c:v>
                </c:pt>
                <c:pt idx="285">
                  <c:v>6515550000</c:v>
                </c:pt>
                <c:pt idx="286">
                  <c:v>6515550000</c:v>
                </c:pt>
                <c:pt idx="287">
                  <c:v>6515550000</c:v>
                </c:pt>
                <c:pt idx="288">
                  <c:v>6515550000</c:v>
                </c:pt>
                <c:pt idx="289">
                  <c:v>6515550000</c:v>
                </c:pt>
                <c:pt idx="290">
                  <c:v>6515550000</c:v>
                </c:pt>
                <c:pt idx="291">
                  <c:v>6515550000</c:v>
                </c:pt>
                <c:pt idx="292">
                  <c:v>6515550000</c:v>
                </c:pt>
                <c:pt idx="293">
                  <c:v>6515550000</c:v>
                </c:pt>
                <c:pt idx="294">
                  <c:v>6515550000</c:v>
                </c:pt>
                <c:pt idx="295">
                  <c:v>6515550000</c:v>
                </c:pt>
                <c:pt idx="296">
                  <c:v>6515550000</c:v>
                </c:pt>
                <c:pt idx="297">
                  <c:v>6515550000</c:v>
                </c:pt>
                <c:pt idx="298">
                  <c:v>6515550000</c:v>
                </c:pt>
                <c:pt idx="299">
                  <c:v>6515550000</c:v>
                </c:pt>
                <c:pt idx="300">
                  <c:v>6515550000</c:v>
                </c:pt>
                <c:pt idx="301">
                  <c:v>6515550000</c:v>
                </c:pt>
                <c:pt idx="302">
                  <c:v>6515550000</c:v>
                </c:pt>
                <c:pt idx="303">
                  <c:v>6515550000</c:v>
                </c:pt>
                <c:pt idx="304">
                  <c:v>6515550000</c:v>
                </c:pt>
                <c:pt idx="305">
                  <c:v>6515550000</c:v>
                </c:pt>
                <c:pt idx="306">
                  <c:v>6515550000</c:v>
                </c:pt>
                <c:pt idx="307">
                  <c:v>6515550000</c:v>
                </c:pt>
                <c:pt idx="308">
                  <c:v>6515550000</c:v>
                </c:pt>
                <c:pt idx="309">
                  <c:v>6515550000</c:v>
                </c:pt>
                <c:pt idx="310">
                  <c:v>6515550000</c:v>
                </c:pt>
                <c:pt idx="311">
                  <c:v>6515550000</c:v>
                </c:pt>
                <c:pt idx="312">
                  <c:v>6515550000</c:v>
                </c:pt>
                <c:pt idx="313">
                  <c:v>6515550000</c:v>
                </c:pt>
                <c:pt idx="314">
                  <c:v>6515550000</c:v>
                </c:pt>
                <c:pt idx="315">
                  <c:v>6515550000</c:v>
                </c:pt>
                <c:pt idx="316">
                  <c:v>6515550000</c:v>
                </c:pt>
                <c:pt idx="317">
                  <c:v>6515550000</c:v>
                </c:pt>
                <c:pt idx="318">
                  <c:v>6515550000</c:v>
                </c:pt>
                <c:pt idx="319">
                  <c:v>6515550000</c:v>
                </c:pt>
                <c:pt idx="320">
                  <c:v>6515550000</c:v>
                </c:pt>
                <c:pt idx="321">
                  <c:v>6515550000</c:v>
                </c:pt>
                <c:pt idx="322">
                  <c:v>6515550000</c:v>
                </c:pt>
                <c:pt idx="323">
                  <c:v>6515550000</c:v>
                </c:pt>
                <c:pt idx="324">
                  <c:v>6515550000</c:v>
                </c:pt>
                <c:pt idx="325">
                  <c:v>6515550000</c:v>
                </c:pt>
                <c:pt idx="326">
                  <c:v>6515550000</c:v>
                </c:pt>
                <c:pt idx="327">
                  <c:v>6515550000</c:v>
                </c:pt>
                <c:pt idx="328">
                  <c:v>6515550000</c:v>
                </c:pt>
                <c:pt idx="329">
                  <c:v>6515550000</c:v>
                </c:pt>
                <c:pt idx="330">
                  <c:v>6515550000</c:v>
                </c:pt>
                <c:pt idx="331">
                  <c:v>6515550000</c:v>
                </c:pt>
                <c:pt idx="332">
                  <c:v>6515550000</c:v>
                </c:pt>
                <c:pt idx="333">
                  <c:v>6515550000</c:v>
                </c:pt>
                <c:pt idx="334">
                  <c:v>6515550000</c:v>
                </c:pt>
                <c:pt idx="335">
                  <c:v>6515550000</c:v>
                </c:pt>
                <c:pt idx="336">
                  <c:v>6515550000</c:v>
                </c:pt>
                <c:pt idx="337">
                  <c:v>6515550000</c:v>
                </c:pt>
                <c:pt idx="338">
                  <c:v>6515550000</c:v>
                </c:pt>
                <c:pt idx="339">
                  <c:v>6515550000</c:v>
                </c:pt>
                <c:pt idx="340">
                  <c:v>6515550000</c:v>
                </c:pt>
                <c:pt idx="341">
                  <c:v>6515550000</c:v>
                </c:pt>
                <c:pt idx="342">
                  <c:v>6515550000</c:v>
                </c:pt>
                <c:pt idx="343">
                  <c:v>6515550000</c:v>
                </c:pt>
                <c:pt idx="344">
                  <c:v>6515550000</c:v>
                </c:pt>
                <c:pt idx="345">
                  <c:v>6515550000</c:v>
                </c:pt>
                <c:pt idx="346">
                  <c:v>6515550000</c:v>
                </c:pt>
                <c:pt idx="347">
                  <c:v>6515550000</c:v>
                </c:pt>
                <c:pt idx="348">
                  <c:v>6515550000</c:v>
                </c:pt>
                <c:pt idx="349">
                  <c:v>6515550000</c:v>
                </c:pt>
                <c:pt idx="350">
                  <c:v>6515550000</c:v>
                </c:pt>
                <c:pt idx="351">
                  <c:v>6515550000</c:v>
                </c:pt>
                <c:pt idx="352">
                  <c:v>6515550000</c:v>
                </c:pt>
                <c:pt idx="353">
                  <c:v>6515550000</c:v>
                </c:pt>
                <c:pt idx="354">
                  <c:v>6515550000</c:v>
                </c:pt>
                <c:pt idx="355">
                  <c:v>6515550000</c:v>
                </c:pt>
                <c:pt idx="356">
                  <c:v>6515550000</c:v>
                </c:pt>
                <c:pt idx="357">
                  <c:v>6515550000</c:v>
                </c:pt>
                <c:pt idx="358">
                  <c:v>6515550000</c:v>
                </c:pt>
                <c:pt idx="359">
                  <c:v>6515550000</c:v>
                </c:pt>
                <c:pt idx="360">
                  <c:v>6515550000</c:v>
                </c:pt>
                <c:pt idx="361">
                  <c:v>6515550000</c:v>
                </c:pt>
                <c:pt idx="362">
                  <c:v>6515550000</c:v>
                </c:pt>
                <c:pt idx="363">
                  <c:v>6515550000</c:v>
                </c:pt>
                <c:pt idx="364">
                  <c:v>6515550000</c:v>
                </c:pt>
                <c:pt idx="365">
                  <c:v>6515550000</c:v>
                </c:pt>
                <c:pt idx="366">
                  <c:v>6515550000</c:v>
                </c:pt>
                <c:pt idx="367">
                  <c:v>6515550000</c:v>
                </c:pt>
                <c:pt idx="368">
                  <c:v>6515550000</c:v>
                </c:pt>
                <c:pt idx="369">
                  <c:v>6515550000</c:v>
                </c:pt>
                <c:pt idx="370">
                  <c:v>6515550000</c:v>
                </c:pt>
                <c:pt idx="371">
                  <c:v>6515550000</c:v>
                </c:pt>
                <c:pt idx="372">
                  <c:v>6515550000</c:v>
                </c:pt>
                <c:pt idx="373">
                  <c:v>6515550000</c:v>
                </c:pt>
                <c:pt idx="374">
                  <c:v>6515550000</c:v>
                </c:pt>
                <c:pt idx="375">
                  <c:v>6515550000</c:v>
                </c:pt>
                <c:pt idx="376">
                  <c:v>6515550000</c:v>
                </c:pt>
                <c:pt idx="377">
                  <c:v>6515550000</c:v>
                </c:pt>
                <c:pt idx="378">
                  <c:v>6515550000</c:v>
                </c:pt>
                <c:pt idx="379">
                  <c:v>6515550000</c:v>
                </c:pt>
                <c:pt idx="380">
                  <c:v>6515550000</c:v>
                </c:pt>
                <c:pt idx="381">
                  <c:v>6515550000</c:v>
                </c:pt>
                <c:pt idx="382">
                  <c:v>6515550000</c:v>
                </c:pt>
                <c:pt idx="383">
                  <c:v>6515550000</c:v>
                </c:pt>
                <c:pt idx="384">
                  <c:v>6515550000</c:v>
                </c:pt>
                <c:pt idx="385">
                  <c:v>6515550000</c:v>
                </c:pt>
                <c:pt idx="386">
                  <c:v>6515550000</c:v>
                </c:pt>
                <c:pt idx="387">
                  <c:v>6515550000</c:v>
                </c:pt>
                <c:pt idx="388">
                  <c:v>6515550000</c:v>
                </c:pt>
                <c:pt idx="389">
                  <c:v>6515550000</c:v>
                </c:pt>
                <c:pt idx="390">
                  <c:v>6515550000</c:v>
                </c:pt>
                <c:pt idx="391">
                  <c:v>6515550000</c:v>
                </c:pt>
                <c:pt idx="392">
                  <c:v>6515550000</c:v>
                </c:pt>
                <c:pt idx="393">
                  <c:v>6515550000</c:v>
                </c:pt>
                <c:pt idx="394">
                  <c:v>6515550000</c:v>
                </c:pt>
                <c:pt idx="395">
                  <c:v>6515550000</c:v>
                </c:pt>
                <c:pt idx="396">
                  <c:v>6515550000</c:v>
                </c:pt>
                <c:pt idx="397">
                  <c:v>6515550000</c:v>
                </c:pt>
                <c:pt idx="398">
                  <c:v>6515550000</c:v>
                </c:pt>
                <c:pt idx="399">
                  <c:v>6515550000</c:v>
                </c:pt>
                <c:pt idx="400">
                  <c:v>6515550000</c:v>
                </c:pt>
                <c:pt idx="401">
                  <c:v>6515550000</c:v>
                </c:pt>
                <c:pt idx="402">
                  <c:v>6515550000</c:v>
                </c:pt>
                <c:pt idx="403">
                  <c:v>6515550000</c:v>
                </c:pt>
                <c:pt idx="404">
                  <c:v>6515550000</c:v>
                </c:pt>
                <c:pt idx="405">
                  <c:v>6515550000</c:v>
                </c:pt>
                <c:pt idx="406">
                  <c:v>6515550000</c:v>
                </c:pt>
                <c:pt idx="407">
                  <c:v>6515550000</c:v>
                </c:pt>
                <c:pt idx="408">
                  <c:v>6515550000</c:v>
                </c:pt>
                <c:pt idx="409">
                  <c:v>6515550000</c:v>
                </c:pt>
                <c:pt idx="410">
                  <c:v>6515550000</c:v>
                </c:pt>
                <c:pt idx="411">
                  <c:v>6515550000</c:v>
                </c:pt>
                <c:pt idx="412">
                  <c:v>6515550000</c:v>
                </c:pt>
                <c:pt idx="413">
                  <c:v>6515550000</c:v>
                </c:pt>
                <c:pt idx="414">
                  <c:v>6515550000</c:v>
                </c:pt>
                <c:pt idx="415">
                  <c:v>6515550000</c:v>
                </c:pt>
                <c:pt idx="416">
                  <c:v>6515550000</c:v>
                </c:pt>
                <c:pt idx="417">
                  <c:v>6515550000</c:v>
                </c:pt>
                <c:pt idx="418">
                  <c:v>6515550000</c:v>
                </c:pt>
                <c:pt idx="419">
                  <c:v>6515550000</c:v>
                </c:pt>
                <c:pt idx="420">
                  <c:v>6515550000</c:v>
                </c:pt>
                <c:pt idx="421">
                  <c:v>6515550000</c:v>
                </c:pt>
                <c:pt idx="422">
                  <c:v>6515550000</c:v>
                </c:pt>
                <c:pt idx="423">
                  <c:v>6515550000</c:v>
                </c:pt>
                <c:pt idx="424">
                  <c:v>6515550000</c:v>
                </c:pt>
                <c:pt idx="425">
                  <c:v>6515550000</c:v>
                </c:pt>
                <c:pt idx="426">
                  <c:v>6515550000</c:v>
                </c:pt>
                <c:pt idx="427">
                  <c:v>6515550000</c:v>
                </c:pt>
                <c:pt idx="428">
                  <c:v>6515550000</c:v>
                </c:pt>
                <c:pt idx="429">
                  <c:v>6515550000</c:v>
                </c:pt>
                <c:pt idx="430">
                  <c:v>6515550000</c:v>
                </c:pt>
                <c:pt idx="431">
                  <c:v>6515550000</c:v>
                </c:pt>
                <c:pt idx="432">
                  <c:v>6515550000</c:v>
                </c:pt>
                <c:pt idx="433">
                  <c:v>6515550000</c:v>
                </c:pt>
                <c:pt idx="434">
                  <c:v>6515550000</c:v>
                </c:pt>
                <c:pt idx="435">
                  <c:v>6515550000</c:v>
                </c:pt>
                <c:pt idx="436">
                  <c:v>6515550000</c:v>
                </c:pt>
                <c:pt idx="437">
                  <c:v>6515550000</c:v>
                </c:pt>
                <c:pt idx="438">
                  <c:v>6515550000</c:v>
                </c:pt>
                <c:pt idx="439">
                  <c:v>6515550000</c:v>
                </c:pt>
                <c:pt idx="440">
                  <c:v>6515550000</c:v>
                </c:pt>
                <c:pt idx="441">
                  <c:v>6515550000</c:v>
                </c:pt>
                <c:pt idx="442">
                  <c:v>6515550000</c:v>
                </c:pt>
                <c:pt idx="443">
                  <c:v>6515550000</c:v>
                </c:pt>
                <c:pt idx="444">
                  <c:v>6515550000</c:v>
                </c:pt>
                <c:pt idx="445">
                  <c:v>6515550000</c:v>
                </c:pt>
                <c:pt idx="446">
                  <c:v>6515550000</c:v>
                </c:pt>
                <c:pt idx="447">
                  <c:v>6515550000</c:v>
                </c:pt>
                <c:pt idx="448">
                  <c:v>6515550000</c:v>
                </c:pt>
                <c:pt idx="449">
                  <c:v>6515550000</c:v>
                </c:pt>
                <c:pt idx="450">
                  <c:v>6515550000</c:v>
                </c:pt>
                <c:pt idx="451">
                  <c:v>6515550000</c:v>
                </c:pt>
                <c:pt idx="452">
                  <c:v>6515550000</c:v>
                </c:pt>
                <c:pt idx="453">
                  <c:v>6515550000</c:v>
                </c:pt>
                <c:pt idx="454">
                  <c:v>6515550000</c:v>
                </c:pt>
                <c:pt idx="455">
                  <c:v>6515550000</c:v>
                </c:pt>
                <c:pt idx="456">
                  <c:v>6515550000</c:v>
                </c:pt>
                <c:pt idx="457">
                  <c:v>6515550000</c:v>
                </c:pt>
                <c:pt idx="458">
                  <c:v>6515550000</c:v>
                </c:pt>
                <c:pt idx="459">
                  <c:v>6515550000</c:v>
                </c:pt>
                <c:pt idx="460">
                  <c:v>6515550000</c:v>
                </c:pt>
                <c:pt idx="461">
                  <c:v>6515550000</c:v>
                </c:pt>
                <c:pt idx="462">
                  <c:v>6515550000</c:v>
                </c:pt>
                <c:pt idx="463">
                  <c:v>6515550000</c:v>
                </c:pt>
                <c:pt idx="464">
                  <c:v>6515550000</c:v>
                </c:pt>
                <c:pt idx="465">
                  <c:v>6515550000</c:v>
                </c:pt>
                <c:pt idx="466">
                  <c:v>6515550000</c:v>
                </c:pt>
                <c:pt idx="467">
                  <c:v>6515550000</c:v>
                </c:pt>
                <c:pt idx="468">
                  <c:v>6515550000</c:v>
                </c:pt>
                <c:pt idx="469">
                  <c:v>6515550000</c:v>
                </c:pt>
                <c:pt idx="470">
                  <c:v>6515550000</c:v>
                </c:pt>
                <c:pt idx="471">
                  <c:v>6515550000</c:v>
                </c:pt>
                <c:pt idx="472">
                  <c:v>6515550000</c:v>
                </c:pt>
                <c:pt idx="473">
                  <c:v>6515550000</c:v>
                </c:pt>
                <c:pt idx="474">
                  <c:v>6515550000</c:v>
                </c:pt>
                <c:pt idx="475">
                  <c:v>6515550000</c:v>
                </c:pt>
                <c:pt idx="476">
                  <c:v>6515550000</c:v>
                </c:pt>
                <c:pt idx="477">
                  <c:v>6515550000</c:v>
                </c:pt>
                <c:pt idx="478">
                  <c:v>6515540000</c:v>
                </c:pt>
                <c:pt idx="479">
                  <c:v>6515540000</c:v>
                </c:pt>
                <c:pt idx="480">
                  <c:v>6515540000</c:v>
                </c:pt>
                <c:pt idx="481">
                  <c:v>6515540000</c:v>
                </c:pt>
                <c:pt idx="482">
                  <c:v>6515540000</c:v>
                </c:pt>
                <c:pt idx="483">
                  <c:v>6515540000</c:v>
                </c:pt>
                <c:pt idx="484">
                  <c:v>6515540000</c:v>
                </c:pt>
                <c:pt idx="485">
                  <c:v>6515540000</c:v>
                </c:pt>
                <c:pt idx="486">
                  <c:v>6515540000</c:v>
                </c:pt>
                <c:pt idx="487">
                  <c:v>6515540000</c:v>
                </c:pt>
                <c:pt idx="488">
                  <c:v>6515540000</c:v>
                </c:pt>
                <c:pt idx="489">
                  <c:v>6515540000</c:v>
                </c:pt>
                <c:pt idx="490">
                  <c:v>6515540000</c:v>
                </c:pt>
                <c:pt idx="491">
                  <c:v>6515540000</c:v>
                </c:pt>
                <c:pt idx="492">
                  <c:v>6515540000</c:v>
                </c:pt>
                <c:pt idx="493">
                  <c:v>6515540000</c:v>
                </c:pt>
                <c:pt idx="494">
                  <c:v>6515540000</c:v>
                </c:pt>
                <c:pt idx="495">
                  <c:v>6515540000</c:v>
                </c:pt>
                <c:pt idx="496">
                  <c:v>6515540000</c:v>
                </c:pt>
                <c:pt idx="497">
                  <c:v>6515540000</c:v>
                </c:pt>
                <c:pt idx="498">
                  <c:v>6515540000</c:v>
                </c:pt>
                <c:pt idx="499">
                  <c:v>6515540000</c:v>
                </c:pt>
                <c:pt idx="500">
                  <c:v>6515540000</c:v>
                </c:pt>
                <c:pt idx="501">
                  <c:v>6515540000</c:v>
                </c:pt>
                <c:pt idx="502">
                  <c:v>6515540000</c:v>
                </c:pt>
                <c:pt idx="503">
                  <c:v>6515540000</c:v>
                </c:pt>
                <c:pt idx="504">
                  <c:v>6515540000</c:v>
                </c:pt>
                <c:pt idx="505">
                  <c:v>6515540000</c:v>
                </c:pt>
                <c:pt idx="506">
                  <c:v>6515540000</c:v>
                </c:pt>
                <c:pt idx="507">
                  <c:v>6515540000</c:v>
                </c:pt>
                <c:pt idx="508">
                  <c:v>6515540000</c:v>
                </c:pt>
                <c:pt idx="509">
                  <c:v>6515530000</c:v>
                </c:pt>
                <c:pt idx="510">
                  <c:v>6515530000</c:v>
                </c:pt>
                <c:pt idx="511">
                  <c:v>6515530000</c:v>
                </c:pt>
                <c:pt idx="512">
                  <c:v>6515530000</c:v>
                </c:pt>
                <c:pt idx="513">
                  <c:v>6515530000</c:v>
                </c:pt>
                <c:pt idx="514">
                  <c:v>6515530000</c:v>
                </c:pt>
                <c:pt idx="515">
                  <c:v>6515530000</c:v>
                </c:pt>
                <c:pt idx="516">
                  <c:v>6515530000</c:v>
                </c:pt>
                <c:pt idx="517">
                  <c:v>6515530000</c:v>
                </c:pt>
                <c:pt idx="518">
                  <c:v>6515520000</c:v>
                </c:pt>
                <c:pt idx="519">
                  <c:v>6515520000</c:v>
                </c:pt>
                <c:pt idx="520">
                  <c:v>6515520000</c:v>
                </c:pt>
                <c:pt idx="521">
                  <c:v>6515520000</c:v>
                </c:pt>
                <c:pt idx="522">
                  <c:v>6515520000</c:v>
                </c:pt>
                <c:pt idx="523">
                  <c:v>6515510000</c:v>
                </c:pt>
                <c:pt idx="524">
                  <c:v>6515510000</c:v>
                </c:pt>
                <c:pt idx="525">
                  <c:v>6515510000</c:v>
                </c:pt>
                <c:pt idx="526">
                  <c:v>6515510000</c:v>
                </c:pt>
                <c:pt idx="527">
                  <c:v>6515500000</c:v>
                </c:pt>
                <c:pt idx="528">
                  <c:v>6515500000</c:v>
                </c:pt>
                <c:pt idx="529">
                  <c:v>6515500000</c:v>
                </c:pt>
                <c:pt idx="530">
                  <c:v>6515490000</c:v>
                </c:pt>
                <c:pt idx="531">
                  <c:v>6515490000</c:v>
                </c:pt>
                <c:pt idx="532">
                  <c:v>6515490000</c:v>
                </c:pt>
                <c:pt idx="533">
                  <c:v>6515480000</c:v>
                </c:pt>
                <c:pt idx="534">
                  <c:v>6515480000</c:v>
                </c:pt>
                <c:pt idx="535">
                  <c:v>6515470000</c:v>
                </c:pt>
                <c:pt idx="536">
                  <c:v>6515470000</c:v>
                </c:pt>
                <c:pt idx="537">
                  <c:v>6515460000</c:v>
                </c:pt>
                <c:pt idx="538">
                  <c:v>6515450000</c:v>
                </c:pt>
                <c:pt idx="539">
                  <c:v>6515450000</c:v>
                </c:pt>
                <c:pt idx="540">
                  <c:v>6515440000</c:v>
                </c:pt>
                <c:pt idx="541">
                  <c:v>6515430000</c:v>
                </c:pt>
                <c:pt idx="542">
                  <c:v>6515420000</c:v>
                </c:pt>
                <c:pt idx="543">
                  <c:v>6515420000</c:v>
                </c:pt>
                <c:pt idx="544">
                  <c:v>6515410000</c:v>
                </c:pt>
                <c:pt idx="545">
                  <c:v>6515400000</c:v>
                </c:pt>
                <c:pt idx="546">
                  <c:v>6515380000</c:v>
                </c:pt>
                <c:pt idx="547">
                  <c:v>6515370000</c:v>
                </c:pt>
                <c:pt idx="548">
                  <c:v>6515360000</c:v>
                </c:pt>
                <c:pt idx="549">
                  <c:v>6515350000</c:v>
                </c:pt>
                <c:pt idx="550">
                  <c:v>6515330000</c:v>
                </c:pt>
                <c:pt idx="551">
                  <c:v>6515320000</c:v>
                </c:pt>
                <c:pt idx="552">
                  <c:v>6515300000</c:v>
                </c:pt>
                <c:pt idx="553">
                  <c:v>6515280000</c:v>
                </c:pt>
                <c:pt idx="554">
                  <c:v>6515260000</c:v>
                </c:pt>
                <c:pt idx="555">
                  <c:v>6515240000</c:v>
                </c:pt>
                <c:pt idx="556">
                  <c:v>6515220000</c:v>
                </c:pt>
                <c:pt idx="557">
                  <c:v>6515200000</c:v>
                </c:pt>
                <c:pt idx="558">
                  <c:v>6515170000</c:v>
                </c:pt>
                <c:pt idx="559">
                  <c:v>6515140000</c:v>
                </c:pt>
                <c:pt idx="560">
                  <c:v>6515110000</c:v>
                </c:pt>
                <c:pt idx="561">
                  <c:v>6515080000</c:v>
                </c:pt>
                <c:pt idx="562">
                  <c:v>6515050000</c:v>
                </c:pt>
                <c:pt idx="563">
                  <c:v>6515010000</c:v>
                </c:pt>
                <c:pt idx="564">
                  <c:v>6514980000</c:v>
                </c:pt>
                <c:pt idx="565">
                  <c:v>6514930000</c:v>
                </c:pt>
                <c:pt idx="566">
                  <c:v>6514890000</c:v>
                </c:pt>
                <c:pt idx="567">
                  <c:v>6514840000</c:v>
                </c:pt>
                <c:pt idx="568">
                  <c:v>6514790000</c:v>
                </c:pt>
                <c:pt idx="569">
                  <c:v>6514740000</c:v>
                </c:pt>
                <c:pt idx="570">
                  <c:v>6514680000</c:v>
                </c:pt>
                <c:pt idx="571">
                  <c:v>6514620000</c:v>
                </c:pt>
                <c:pt idx="572">
                  <c:v>6514550000</c:v>
                </c:pt>
                <c:pt idx="573">
                  <c:v>6514480000</c:v>
                </c:pt>
                <c:pt idx="574">
                  <c:v>6514400000</c:v>
                </c:pt>
                <c:pt idx="575">
                  <c:v>6514320000</c:v>
                </c:pt>
                <c:pt idx="576">
                  <c:v>6514230000</c:v>
                </c:pt>
                <c:pt idx="577">
                  <c:v>6514140000</c:v>
                </c:pt>
                <c:pt idx="578">
                  <c:v>6514040000</c:v>
                </c:pt>
                <c:pt idx="579">
                  <c:v>6513930000</c:v>
                </c:pt>
                <c:pt idx="580">
                  <c:v>6513820000</c:v>
                </c:pt>
                <c:pt idx="581">
                  <c:v>6513700000</c:v>
                </c:pt>
                <c:pt idx="582">
                  <c:v>6513570000</c:v>
                </c:pt>
                <c:pt idx="583">
                  <c:v>6513430000</c:v>
                </c:pt>
                <c:pt idx="584">
                  <c:v>6513280000</c:v>
                </c:pt>
                <c:pt idx="585">
                  <c:v>6513120000</c:v>
                </c:pt>
                <c:pt idx="586">
                  <c:v>6512960000</c:v>
                </c:pt>
                <c:pt idx="587">
                  <c:v>6512780000</c:v>
                </c:pt>
                <c:pt idx="588">
                  <c:v>6512590000</c:v>
                </c:pt>
                <c:pt idx="589">
                  <c:v>6512380000</c:v>
                </c:pt>
                <c:pt idx="590">
                  <c:v>6512170000</c:v>
                </c:pt>
                <c:pt idx="591">
                  <c:v>6511940000</c:v>
                </c:pt>
                <c:pt idx="592">
                  <c:v>6511690000</c:v>
                </c:pt>
                <c:pt idx="593">
                  <c:v>6511440000</c:v>
                </c:pt>
                <c:pt idx="594">
                  <c:v>6511160000</c:v>
                </c:pt>
                <c:pt idx="595">
                  <c:v>6510870000</c:v>
                </c:pt>
                <c:pt idx="596">
                  <c:v>6510560000</c:v>
                </c:pt>
                <c:pt idx="597">
                  <c:v>6510240000</c:v>
                </c:pt>
                <c:pt idx="598">
                  <c:v>6509890000</c:v>
                </c:pt>
                <c:pt idx="599">
                  <c:v>6509530000</c:v>
                </c:pt>
                <c:pt idx="600">
                  <c:v>6509150000</c:v>
                </c:pt>
                <c:pt idx="601">
                  <c:v>6508740000</c:v>
                </c:pt>
                <c:pt idx="602">
                  <c:v>6508320000</c:v>
                </c:pt>
                <c:pt idx="603">
                  <c:v>6507870000</c:v>
                </c:pt>
                <c:pt idx="604">
                  <c:v>6507400000</c:v>
                </c:pt>
                <c:pt idx="605">
                  <c:v>6506910000</c:v>
                </c:pt>
                <c:pt idx="606">
                  <c:v>6506400000</c:v>
                </c:pt>
                <c:pt idx="607">
                  <c:v>6505860000</c:v>
                </c:pt>
                <c:pt idx="608">
                  <c:v>6505300000</c:v>
                </c:pt>
                <c:pt idx="609">
                  <c:v>6504720000</c:v>
                </c:pt>
                <c:pt idx="610">
                  <c:v>6504110000</c:v>
                </c:pt>
                <c:pt idx="611">
                  <c:v>6503480000</c:v>
                </c:pt>
                <c:pt idx="612">
                  <c:v>6502830000</c:v>
                </c:pt>
                <c:pt idx="613">
                  <c:v>6502150000</c:v>
                </c:pt>
                <c:pt idx="614">
                  <c:v>6501450000</c:v>
                </c:pt>
                <c:pt idx="615">
                  <c:v>6500730000</c:v>
                </c:pt>
                <c:pt idx="616">
                  <c:v>6499990000</c:v>
                </c:pt>
                <c:pt idx="617">
                  <c:v>6499240000</c:v>
                </c:pt>
                <c:pt idx="618">
                  <c:v>6498460000</c:v>
                </c:pt>
                <c:pt idx="619">
                  <c:v>6497670000</c:v>
                </c:pt>
                <c:pt idx="620">
                  <c:v>6496860000</c:v>
                </c:pt>
                <c:pt idx="621">
                  <c:v>6496040000</c:v>
                </c:pt>
                <c:pt idx="622">
                  <c:v>6495210000</c:v>
                </c:pt>
                <c:pt idx="623">
                  <c:v>6494370000</c:v>
                </c:pt>
                <c:pt idx="624">
                  <c:v>6493520000</c:v>
                </c:pt>
                <c:pt idx="625">
                  <c:v>6492660000</c:v>
                </c:pt>
                <c:pt idx="626">
                  <c:v>6491800000</c:v>
                </c:pt>
                <c:pt idx="627">
                  <c:v>6490940000</c:v>
                </c:pt>
                <c:pt idx="628">
                  <c:v>6490080000</c:v>
                </c:pt>
                <c:pt idx="629">
                  <c:v>6489230000</c:v>
                </c:pt>
                <c:pt idx="630">
                  <c:v>6488380000</c:v>
                </c:pt>
                <c:pt idx="631">
                  <c:v>6487530000</c:v>
                </c:pt>
                <c:pt idx="632">
                  <c:v>6486700000</c:v>
                </c:pt>
                <c:pt idx="633">
                  <c:v>6485880000</c:v>
                </c:pt>
                <c:pt idx="634">
                  <c:v>6485070000</c:v>
                </c:pt>
                <c:pt idx="635">
                  <c:v>6484270000</c:v>
                </c:pt>
                <c:pt idx="636">
                  <c:v>6483490000</c:v>
                </c:pt>
                <c:pt idx="637">
                  <c:v>6482730000</c:v>
                </c:pt>
                <c:pt idx="638">
                  <c:v>6481990000</c:v>
                </c:pt>
                <c:pt idx="639">
                  <c:v>6481270000</c:v>
                </c:pt>
                <c:pt idx="640">
                  <c:v>6480560000</c:v>
                </c:pt>
                <c:pt idx="641">
                  <c:v>6479880000</c:v>
                </c:pt>
                <c:pt idx="642">
                  <c:v>6479230000</c:v>
                </c:pt>
                <c:pt idx="643">
                  <c:v>6478590000</c:v>
                </c:pt>
                <c:pt idx="644">
                  <c:v>6477980000</c:v>
                </c:pt>
                <c:pt idx="645">
                  <c:v>6477390000</c:v>
                </c:pt>
                <c:pt idx="646">
                  <c:v>6476830000</c:v>
                </c:pt>
                <c:pt idx="647">
                  <c:v>6476280000</c:v>
                </c:pt>
                <c:pt idx="648">
                  <c:v>6475770000</c:v>
                </c:pt>
                <c:pt idx="649">
                  <c:v>6475270000</c:v>
                </c:pt>
                <c:pt idx="650">
                  <c:v>6474800000</c:v>
                </c:pt>
                <c:pt idx="651">
                  <c:v>6474350000</c:v>
                </c:pt>
                <c:pt idx="652">
                  <c:v>6473920000</c:v>
                </c:pt>
                <c:pt idx="653">
                  <c:v>6473510000</c:v>
                </c:pt>
                <c:pt idx="654">
                  <c:v>6473130000</c:v>
                </c:pt>
                <c:pt idx="655">
                  <c:v>6472760000</c:v>
                </c:pt>
                <c:pt idx="656">
                  <c:v>6472410000</c:v>
                </c:pt>
                <c:pt idx="657">
                  <c:v>6472080000</c:v>
                </c:pt>
                <c:pt idx="658">
                  <c:v>6471770000</c:v>
                </c:pt>
                <c:pt idx="659">
                  <c:v>6471480000</c:v>
                </c:pt>
                <c:pt idx="660">
                  <c:v>6471200000</c:v>
                </c:pt>
                <c:pt idx="661">
                  <c:v>6470940000</c:v>
                </c:pt>
                <c:pt idx="662">
                  <c:v>6470700000</c:v>
                </c:pt>
                <c:pt idx="663">
                  <c:v>6470460000</c:v>
                </c:pt>
                <c:pt idx="664">
                  <c:v>6470250000</c:v>
                </c:pt>
                <c:pt idx="665">
                  <c:v>6470040000</c:v>
                </c:pt>
                <c:pt idx="666">
                  <c:v>6469850000</c:v>
                </c:pt>
                <c:pt idx="667">
                  <c:v>6469670000</c:v>
                </c:pt>
                <c:pt idx="668">
                  <c:v>6469500000</c:v>
                </c:pt>
                <c:pt idx="669">
                  <c:v>6469340000</c:v>
                </c:pt>
                <c:pt idx="670">
                  <c:v>6469190000</c:v>
                </c:pt>
                <c:pt idx="671">
                  <c:v>6469050000</c:v>
                </c:pt>
                <c:pt idx="672">
                  <c:v>6468920000</c:v>
                </c:pt>
                <c:pt idx="673">
                  <c:v>6468790000</c:v>
                </c:pt>
                <c:pt idx="674">
                  <c:v>6468680000</c:v>
                </c:pt>
                <c:pt idx="675">
                  <c:v>6468570000</c:v>
                </c:pt>
                <c:pt idx="676">
                  <c:v>6468470000</c:v>
                </c:pt>
                <c:pt idx="677">
                  <c:v>6468370000</c:v>
                </c:pt>
                <c:pt idx="678">
                  <c:v>6468290000</c:v>
                </c:pt>
                <c:pt idx="679">
                  <c:v>6468200000</c:v>
                </c:pt>
                <c:pt idx="680">
                  <c:v>6468130000</c:v>
                </c:pt>
                <c:pt idx="681">
                  <c:v>6468050000</c:v>
                </c:pt>
                <c:pt idx="682">
                  <c:v>6467990000</c:v>
                </c:pt>
                <c:pt idx="683">
                  <c:v>6467920000</c:v>
                </c:pt>
                <c:pt idx="684">
                  <c:v>6467870000</c:v>
                </c:pt>
                <c:pt idx="685">
                  <c:v>6467810000</c:v>
                </c:pt>
                <c:pt idx="686">
                  <c:v>6467760000</c:v>
                </c:pt>
                <c:pt idx="687">
                  <c:v>6467710000</c:v>
                </c:pt>
                <c:pt idx="688">
                  <c:v>6467670000</c:v>
                </c:pt>
                <c:pt idx="689">
                  <c:v>6467620000</c:v>
                </c:pt>
                <c:pt idx="690">
                  <c:v>6467590000</c:v>
                </c:pt>
                <c:pt idx="691">
                  <c:v>6467550000</c:v>
                </c:pt>
                <c:pt idx="692">
                  <c:v>6467520000</c:v>
                </c:pt>
                <c:pt idx="693">
                  <c:v>6467480000</c:v>
                </c:pt>
                <c:pt idx="694">
                  <c:v>6467450000</c:v>
                </c:pt>
                <c:pt idx="695">
                  <c:v>6467430000</c:v>
                </c:pt>
                <c:pt idx="696">
                  <c:v>6467400000</c:v>
                </c:pt>
                <c:pt idx="697">
                  <c:v>6467380000</c:v>
                </c:pt>
                <c:pt idx="698">
                  <c:v>6467350000</c:v>
                </c:pt>
                <c:pt idx="699">
                  <c:v>6467330000</c:v>
                </c:pt>
                <c:pt idx="700">
                  <c:v>6467310000</c:v>
                </c:pt>
                <c:pt idx="701">
                  <c:v>6467300000</c:v>
                </c:pt>
                <c:pt idx="702">
                  <c:v>6467280000</c:v>
                </c:pt>
                <c:pt idx="703">
                  <c:v>6467260000</c:v>
                </c:pt>
                <c:pt idx="704">
                  <c:v>6467250000</c:v>
                </c:pt>
                <c:pt idx="705">
                  <c:v>6467230000</c:v>
                </c:pt>
                <c:pt idx="706">
                  <c:v>6467220000</c:v>
                </c:pt>
                <c:pt idx="707">
                  <c:v>6467210000</c:v>
                </c:pt>
                <c:pt idx="708">
                  <c:v>6467200000</c:v>
                </c:pt>
                <c:pt idx="709">
                  <c:v>6467190000</c:v>
                </c:pt>
                <c:pt idx="710">
                  <c:v>6467180000</c:v>
                </c:pt>
                <c:pt idx="711">
                  <c:v>6467170000</c:v>
                </c:pt>
                <c:pt idx="712">
                  <c:v>6467160000</c:v>
                </c:pt>
                <c:pt idx="713">
                  <c:v>6467150000</c:v>
                </c:pt>
                <c:pt idx="714">
                  <c:v>6467150000</c:v>
                </c:pt>
                <c:pt idx="715">
                  <c:v>6467140000</c:v>
                </c:pt>
                <c:pt idx="716">
                  <c:v>6467130000</c:v>
                </c:pt>
                <c:pt idx="717">
                  <c:v>6467130000</c:v>
                </c:pt>
                <c:pt idx="718">
                  <c:v>6467120000</c:v>
                </c:pt>
                <c:pt idx="719">
                  <c:v>6467120000</c:v>
                </c:pt>
                <c:pt idx="720">
                  <c:v>6467110000</c:v>
                </c:pt>
                <c:pt idx="721">
                  <c:v>6467110000</c:v>
                </c:pt>
                <c:pt idx="722">
                  <c:v>6467100000</c:v>
                </c:pt>
                <c:pt idx="723">
                  <c:v>6467100000</c:v>
                </c:pt>
                <c:pt idx="724">
                  <c:v>6467100000</c:v>
                </c:pt>
                <c:pt idx="725">
                  <c:v>6467090000</c:v>
                </c:pt>
                <c:pt idx="726">
                  <c:v>6467090000</c:v>
                </c:pt>
                <c:pt idx="727">
                  <c:v>6467090000</c:v>
                </c:pt>
                <c:pt idx="728">
                  <c:v>6467080000</c:v>
                </c:pt>
                <c:pt idx="729">
                  <c:v>6467080000</c:v>
                </c:pt>
                <c:pt idx="730">
                  <c:v>6467080000</c:v>
                </c:pt>
                <c:pt idx="731">
                  <c:v>6467080000</c:v>
                </c:pt>
                <c:pt idx="732">
                  <c:v>6467070000</c:v>
                </c:pt>
                <c:pt idx="733">
                  <c:v>6467070000</c:v>
                </c:pt>
                <c:pt idx="734">
                  <c:v>6467070000</c:v>
                </c:pt>
                <c:pt idx="735">
                  <c:v>6467070000</c:v>
                </c:pt>
                <c:pt idx="736">
                  <c:v>6467070000</c:v>
                </c:pt>
                <c:pt idx="737">
                  <c:v>6467070000</c:v>
                </c:pt>
                <c:pt idx="738">
                  <c:v>6467060000</c:v>
                </c:pt>
                <c:pt idx="739">
                  <c:v>6467060000</c:v>
                </c:pt>
                <c:pt idx="740">
                  <c:v>6467060000</c:v>
                </c:pt>
                <c:pt idx="741">
                  <c:v>6467060000</c:v>
                </c:pt>
                <c:pt idx="742">
                  <c:v>6467060000</c:v>
                </c:pt>
                <c:pt idx="743">
                  <c:v>6467060000</c:v>
                </c:pt>
                <c:pt idx="744">
                  <c:v>6467060000</c:v>
                </c:pt>
                <c:pt idx="745">
                  <c:v>6467060000</c:v>
                </c:pt>
                <c:pt idx="746">
                  <c:v>6467050000</c:v>
                </c:pt>
                <c:pt idx="747">
                  <c:v>6467050000</c:v>
                </c:pt>
                <c:pt idx="748">
                  <c:v>6467050000</c:v>
                </c:pt>
                <c:pt idx="749">
                  <c:v>6467050000</c:v>
                </c:pt>
                <c:pt idx="750">
                  <c:v>6467050000</c:v>
                </c:pt>
                <c:pt idx="751">
                  <c:v>6467050000</c:v>
                </c:pt>
                <c:pt idx="752">
                  <c:v>6467050000</c:v>
                </c:pt>
                <c:pt idx="753">
                  <c:v>6467050000</c:v>
                </c:pt>
                <c:pt idx="754">
                  <c:v>6467050000</c:v>
                </c:pt>
                <c:pt idx="755">
                  <c:v>6467050000</c:v>
                </c:pt>
                <c:pt idx="756">
                  <c:v>6467050000</c:v>
                </c:pt>
                <c:pt idx="757">
                  <c:v>6467050000</c:v>
                </c:pt>
                <c:pt idx="758">
                  <c:v>6467050000</c:v>
                </c:pt>
                <c:pt idx="759">
                  <c:v>6467040000</c:v>
                </c:pt>
                <c:pt idx="760">
                  <c:v>6467040000</c:v>
                </c:pt>
                <c:pt idx="761">
                  <c:v>6467040000</c:v>
                </c:pt>
                <c:pt idx="762">
                  <c:v>6467040000</c:v>
                </c:pt>
                <c:pt idx="763">
                  <c:v>6467040000</c:v>
                </c:pt>
                <c:pt idx="764">
                  <c:v>6467040000</c:v>
                </c:pt>
                <c:pt idx="765">
                  <c:v>6467040000</c:v>
                </c:pt>
                <c:pt idx="766">
                  <c:v>6467040000</c:v>
                </c:pt>
                <c:pt idx="767">
                  <c:v>6467040000</c:v>
                </c:pt>
                <c:pt idx="768">
                  <c:v>6467040000</c:v>
                </c:pt>
                <c:pt idx="769">
                  <c:v>6467040000</c:v>
                </c:pt>
                <c:pt idx="770">
                  <c:v>6467040000</c:v>
                </c:pt>
                <c:pt idx="771">
                  <c:v>6467040000</c:v>
                </c:pt>
                <c:pt idx="772">
                  <c:v>6467030000</c:v>
                </c:pt>
                <c:pt idx="773">
                  <c:v>6467030000</c:v>
                </c:pt>
                <c:pt idx="774">
                  <c:v>6467030000</c:v>
                </c:pt>
                <c:pt idx="775">
                  <c:v>6467030000</c:v>
                </c:pt>
                <c:pt idx="776">
                  <c:v>6467030000</c:v>
                </c:pt>
                <c:pt idx="777">
                  <c:v>6467030000</c:v>
                </c:pt>
                <c:pt idx="778">
                  <c:v>6467030000</c:v>
                </c:pt>
                <c:pt idx="779">
                  <c:v>6467030000</c:v>
                </c:pt>
                <c:pt idx="780">
                  <c:v>6467030000</c:v>
                </c:pt>
                <c:pt idx="781">
                  <c:v>6467020000</c:v>
                </c:pt>
                <c:pt idx="782">
                  <c:v>6467020000</c:v>
                </c:pt>
                <c:pt idx="783">
                  <c:v>6467020000</c:v>
                </c:pt>
                <c:pt idx="784">
                  <c:v>6467020000</c:v>
                </c:pt>
                <c:pt idx="785">
                  <c:v>6467020000</c:v>
                </c:pt>
                <c:pt idx="786">
                  <c:v>6467010000</c:v>
                </c:pt>
                <c:pt idx="787">
                  <c:v>6467010000</c:v>
                </c:pt>
                <c:pt idx="788">
                  <c:v>6467010000</c:v>
                </c:pt>
                <c:pt idx="789">
                  <c:v>6467010000</c:v>
                </c:pt>
                <c:pt idx="790">
                  <c:v>6467010000</c:v>
                </c:pt>
                <c:pt idx="791">
                  <c:v>6467000000</c:v>
                </c:pt>
                <c:pt idx="792">
                  <c:v>6467000000</c:v>
                </c:pt>
                <c:pt idx="793">
                  <c:v>6467000000</c:v>
                </c:pt>
                <c:pt idx="794">
                  <c:v>6466990000</c:v>
                </c:pt>
                <c:pt idx="795">
                  <c:v>6466990000</c:v>
                </c:pt>
                <c:pt idx="796">
                  <c:v>6466990000</c:v>
                </c:pt>
                <c:pt idx="797">
                  <c:v>6466980000</c:v>
                </c:pt>
                <c:pt idx="798">
                  <c:v>6466980000</c:v>
                </c:pt>
                <c:pt idx="799">
                  <c:v>6466970000</c:v>
                </c:pt>
                <c:pt idx="800">
                  <c:v>6466970000</c:v>
                </c:pt>
                <c:pt idx="801">
                  <c:v>6466960000</c:v>
                </c:pt>
                <c:pt idx="802">
                  <c:v>6466960000</c:v>
                </c:pt>
                <c:pt idx="803">
                  <c:v>6466950000</c:v>
                </c:pt>
                <c:pt idx="804">
                  <c:v>6466950000</c:v>
                </c:pt>
                <c:pt idx="805">
                  <c:v>6466940000</c:v>
                </c:pt>
                <c:pt idx="806">
                  <c:v>6466930000</c:v>
                </c:pt>
                <c:pt idx="807">
                  <c:v>6466930000</c:v>
                </c:pt>
                <c:pt idx="808">
                  <c:v>6466920000</c:v>
                </c:pt>
                <c:pt idx="809">
                  <c:v>6466910000</c:v>
                </c:pt>
                <c:pt idx="810">
                  <c:v>6466900000</c:v>
                </c:pt>
                <c:pt idx="811">
                  <c:v>6466890000</c:v>
                </c:pt>
                <c:pt idx="812">
                  <c:v>6466880000</c:v>
                </c:pt>
                <c:pt idx="813">
                  <c:v>6466870000</c:v>
                </c:pt>
                <c:pt idx="814">
                  <c:v>6466860000</c:v>
                </c:pt>
                <c:pt idx="815">
                  <c:v>6466850000</c:v>
                </c:pt>
                <c:pt idx="816">
                  <c:v>6466840000</c:v>
                </c:pt>
                <c:pt idx="817">
                  <c:v>6466820000</c:v>
                </c:pt>
                <c:pt idx="818">
                  <c:v>6466810000</c:v>
                </c:pt>
                <c:pt idx="819">
                  <c:v>6466790000</c:v>
                </c:pt>
                <c:pt idx="820">
                  <c:v>6466780000</c:v>
                </c:pt>
                <c:pt idx="821">
                  <c:v>6466760000</c:v>
                </c:pt>
                <c:pt idx="822">
                  <c:v>6466740000</c:v>
                </c:pt>
                <c:pt idx="823">
                  <c:v>6466720000</c:v>
                </c:pt>
                <c:pt idx="824">
                  <c:v>6466700000</c:v>
                </c:pt>
                <c:pt idx="825">
                  <c:v>6466680000</c:v>
                </c:pt>
                <c:pt idx="826">
                  <c:v>6466660000</c:v>
                </c:pt>
                <c:pt idx="827">
                  <c:v>6466630000</c:v>
                </c:pt>
                <c:pt idx="828">
                  <c:v>6466610000</c:v>
                </c:pt>
                <c:pt idx="829">
                  <c:v>6466580000</c:v>
                </c:pt>
                <c:pt idx="830">
                  <c:v>6466550000</c:v>
                </c:pt>
                <c:pt idx="831">
                  <c:v>6466520000</c:v>
                </c:pt>
                <c:pt idx="832">
                  <c:v>6466490000</c:v>
                </c:pt>
                <c:pt idx="833">
                  <c:v>6466450000</c:v>
                </c:pt>
                <c:pt idx="834">
                  <c:v>6466420000</c:v>
                </c:pt>
                <c:pt idx="835">
                  <c:v>6466380000</c:v>
                </c:pt>
                <c:pt idx="836">
                  <c:v>6466340000</c:v>
                </c:pt>
                <c:pt idx="837">
                  <c:v>6466290000</c:v>
                </c:pt>
                <c:pt idx="838">
                  <c:v>6466250000</c:v>
                </c:pt>
                <c:pt idx="839">
                  <c:v>6466200000</c:v>
                </c:pt>
                <c:pt idx="840">
                  <c:v>6466150000</c:v>
                </c:pt>
                <c:pt idx="841">
                  <c:v>6466090000</c:v>
                </c:pt>
                <c:pt idx="842">
                  <c:v>6466040000</c:v>
                </c:pt>
                <c:pt idx="843">
                  <c:v>6465980000</c:v>
                </c:pt>
                <c:pt idx="844">
                  <c:v>6465920000</c:v>
                </c:pt>
                <c:pt idx="845">
                  <c:v>6465850000</c:v>
                </c:pt>
                <c:pt idx="846">
                  <c:v>6465780000</c:v>
                </c:pt>
                <c:pt idx="847">
                  <c:v>6465710000</c:v>
                </c:pt>
                <c:pt idx="848">
                  <c:v>6465640000</c:v>
                </c:pt>
                <c:pt idx="849">
                  <c:v>6465560000</c:v>
                </c:pt>
                <c:pt idx="850">
                  <c:v>6465480000</c:v>
                </c:pt>
                <c:pt idx="851">
                  <c:v>6465390000</c:v>
                </c:pt>
                <c:pt idx="852">
                  <c:v>6465300000</c:v>
                </c:pt>
                <c:pt idx="853">
                  <c:v>6465210000</c:v>
                </c:pt>
                <c:pt idx="854">
                  <c:v>6465120000</c:v>
                </c:pt>
                <c:pt idx="855">
                  <c:v>6465020000</c:v>
                </c:pt>
                <c:pt idx="856">
                  <c:v>6464920000</c:v>
                </c:pt>
                <c:pt idx="857">
                  <c:v>6464820000</c:v>
                </c:pt>
                <c:pt idx="858">
                  <c:v>6464710000</c:v>
                </c:pt>
                <c:pt idx="859">
                  <c:v>6464600000</c:v>
                </c:pt>
                <c:pt idx="860">
                  <c:v>6464490000</c:v>
                </c:pt>
                <c:pt idx="861">
                  <c:v>6464370000</c:v>
                </c:pt>
                <c:pt idx="862">
                  <c:v>6464250000</c:v>
                </c:pt>
                <c:pt idx="863">
                  <c:v>6464130000</c:v>
                </c:pt>
                <c:pt idx="864">
                  <c:v>6464010000</c:v>
                </c:pt>
                <c:pt idx="865">
                  <c:v>6463890000</c:v>
                </c:pt>
                <c:pt idx="866">
                  <c:v>6463760000</c:v>
                </c:pt>
                <c:pt idx="867">
                  <c:v>6463630000</c:v>
                </c:pt>
                <c:pt idx="868">
                  <c:v>6463500000</c:v>
                </c:pt>
                <c:pt idx="869">
                  <c:v>6463370000</c:v>
                </c:pt>
                <c:pt idx="870">
                  <c:v>6463240000</c:v>
                </c:pt>
                <c:pt idx="871">
                  <c:v>6463110000</c:v>
                </c:pt>
                <c:pt idx="872">
                  <c:v>6462970000</c:v>
                </c:pt>
                <c:pt idx="873">
                  <c:v>6462840000</c:v>
                </c:pt>
                <c:pt idx="874">
                  <c:v>6462700000</c:v>
                </c:pt>
                <c:pt idx="875">
                  <c:v>6462570000</c:v>
                </c:pt>
                <c:pt idx="876">
                  <c:v>6462430000</c:v>
                </c:pt>
                <c:pt idx="877">
                  <c:v>6462300000</c:v>
                </c:pt>
                <c:pt idx="878">
                  <c:v>6462170000</c:v>
                </c:pt>
                <c:pt idx="879">
                  <c:v>6462030000</c:v>
                </c:pt>
                <c:pt idx="880">
                  <c:v>6461900000</c:v>
                </c:pt>
                <c:pt idx="881">
                  <c:v>6461770000</c:v>
                </c:pt>
                <c:pt idx="882">
                  <c:v>6461630000</c:v>
                </c:pt>
                <c:pt idx="883">
                  <c:v>6461500000</c:v>
                </c:pt>
                <c:pt idx="884">
                  <c:v>6461370000</c:v>
                </c:pt>
                <c:pt idx="885">
                  <c:v>6461240000</c:v>
                </c:pt>
                <c:pt idx="886">
                  <c:v>6461110000</c:v>
                </c:pt>
                <c:pt idx="887">
                  <c:v>6460990000</c:v>
                </c:pt>
                <c:pt idx="888">
                  <c:v>6460860000</c:v>
                </c:pt>
                <c:pt idx="889">
                  <c:v>6460740000</c:v>
                </c:pt>
                <c:pt idx="890">
                  <c:v>6460610000</c:v>
                </c:pt>
                <c:pt idx="891">
                  <c:v>6460490000</c:v>
                </c:pt>
                <c:pt idx="892">
                  <c:v>6460370000</c:v>
                </c:pt>
                <c:pt idx="893">
                  <c:v>6460240000</c:v>
                </c:pt>
                <c:pt idx="894">
                  <c:v>6460120000</c:v>
                </c:pt>
                <c:pt idx="895">
                  <c:v>6460010000</c:v>
                </c:pt>
                <c:pt idx="896">
                  <c:v>6459890000</c:v>
                </c:pt>
                <c:pt idx="897">
                  <c:v>6459770000</c:v>
                </c:pt>
                <c:pt idx="898">
                  <c:v>6459660000</c:v>
                </c:pt>
                <c:pt idx="899">
                  <c:v>6459540000</c:v>
                </c:pt>
                <c:pt idx="900">
                  <c:v>6459430000</c:v>
                </c:pt>
                <c:pt idx="901">
                  <c:v>6459320000</c:v>
                </c:pt>
                <c:pt idx="902">
                  <c:v>6459210000</c:v>
                </c:pt>
                <c:pt idx="903">
                  <c:v>6459100000</c:v>
                </c:pt>
                <c:pt idx="904">
                  <c:v>6458990000</c:v>
                </c:pt>
                <c:pt idx="905">
                  <c:v>6458880000</c:v>
                </c:pt>
                <c:pt idx="906">
                  <c:v>6458780000</c:v>
                </c:pt>
                <c:pt idx="907">
                  <c:v>6458670000</c:v>
                </c:pt>
                <c:pt idx="908">
                  <c:v>6458570000</c:v>
                </c:pt>
                <c:pt idx="909">
                  <c:v>6458470000</c:v>
                </c:pt>
                <c:pt idx="910">
                  <c:v>6458370000</c:v>
                </c:pt>
                <c:pt idx="911">
                  <c:v>6458270000</c:v>
                </c:pt>
                <c:pt idx="912">
                  <c:v>6458170000</c:v>
                </c:pt>
                <c:pt idx="913">
                  <c:v>6458080000</c:v>
                </c:pt>
                <c:pt idx="914">
                  <c:v>6457990000</c:v>
                </c:pt>
                <c:pt idx="915">
                  <c:v>6457900000</c:v>
                </c:pt>
                <c:pt idx="916">
                  <c:v>6457810000</c:v>
                </c:pt>
                <c:pt idx="917">
                  <c:v>6457720000</c:v>
                </c:pt>
                <c:pt idx="918">
                  <c:v>6457630000</c:v>
                </c:pt>
                <c:pt idx="919">
                  <c:v>6457550000</c:v>
                </c:pt>
                <c:pt idx="920">
                  <c:v>6457460000</c:v>
                </c:pt>
                <c:pt idx="921">
                  <c:v>6457380000</c:v>
                </c:pt>
                <c:pt idx="922">
                  <c:v>6457300000</c:v>
                </c:pt>
                <c:pt idx="923">
                  <c:v>6457230000</c:v>
                </c:pt>
                <c:pt idx="924">
                  <c:v>6457150000</c:v>
                </c:pt>
                <c:pt idx="925">
                  <c:v>6457080000</c:v>
                </c:pt>
                <c:pt idx="926">
                  <c:v>6457010000</c:v>
                </c:pt>
                <c:pt idx="927">
                  <c:v>6456940000</c:v>
                </c:pt>
                <c:pt idx="928">
                  <c:v>6456870000</c:v>
                </c:pt>
                <c:pt idx="929">
                  <c:v>6456810000</c:v>
                </c:pt>
                <c:pt idx="930">
                  <c:v>6456740000</c:v>
                </c:pt>
                <c:pt idx="931">
                  <c:v>6456680000</c:v>
                </c:pt>
                <c:pt idx="932">
                  <c:v>6456620000</c:v>
                </c:pt>
                <c:pt idx="933">
                  <c:v>6456570000</c:v>
                </c:pt>
                <c:pt idx="934">
                  <c:v>6456510000</c:v>
                </c:pt>
                <c:pt idx="935">
                  <c:v>6456460000</c:v>
                </c:pt>
                <c:pt idx="936">
                  <c:v>6456410000</c:v>
                </c:pt>
                <c:pt idx="937">
                  <c:v>6456360000</c:v>
                </c:pt>
                <c:pt idx="938">
                  <c:v>6456310000</c:v>
                </c:pt>
                <c:pt idx="939">
                  <c:v>6456260000</c:v>
                </c:pt>
                <c:pt idx="940">
                  <c:v>6456220000</c:v>
                </c:pt>
                <c:pt idx="941">
                  <c:v>6456170000</c:v>
                </c:pt>
                <c:pt idx="942">
                  <c:v>6456130000</c:v>
                </c:pt>
                <c:pt idx="943">
                  <c:v>6456090000</c:v>
                </c:pt>
                <c:pt idx="944">
                  <c:v>6456050000</c:v>
                </c:pt>
                <c:pt idx="945">
                  <c:v>6456020000</c:v>
                </c:pt>
                <c:pt idx="946">
                  <c:v>6455980000</c:v>
                </c:pt>
                <c:pt idx="947">
                  <c:v>6455950000</c:v>
                </c:pt>
                <c:pt idx="948">
                  <c:v>6455920000</c:v>
                </c:pt>
                <c:pt idx="949">
                  <c:v>6455880000</c:v>
                </c:pt>
                <c:pt idx="950">
                  <c:v>6455850000</c:v>
                </c:pt>
                <c:pt idx="951">
                  <c:v>6455830000</c:v>
                </c:pt>
                <c:pt idx="952">
                  <c:v>6455800000</c:v>
                </c:pt>
                <c:pt idx="953">
                  <c:v>6455770000</c:v>
                </c:pt>
                <c:pt idx="954">
                  <c:v>6455750000</c:v>
                </c:pt>
                <c:pt idx="955">
                  <c:v>6455720000</c:v>
                </c:pt>
                <c:pt idx="956">
                  <c:v>6455700000</c:v>
                </c:pt>
                <c:pt idx="957">
                  <c:v>6455680000</c:v>
                </c:pt>
                <c:pt idx="958">
                  <c:v>6455660000</c:v>
                </c:pt>
                <c:pt idx="959">
                  <c:v>6455640000</c:v>
                </c:pt>
                <c:pt idx="960">
                  <c:v>6455620000</c:v>
                </c:pt>
                <c:pt idx="961">
                  <c:v>6455610000</c:v>
                </c:pt>
                <c:pt idx="962">
                  <c:v>6455590000</c:v>
                </c:pt>
                <c:pt idx="963">
                  <c:v>6455570000</c:v>
                </c:pt>
                <c:pt idx="964">
                  <c:v>6455560000</c:v>
                </c:pt>
                <c:pt idx="965">
                  <c:v>6455540000</c:v>
                </c:pt>
                <c:pt idx="966">
                  <c:v>6455530000</c:v>
                </c:pt>
                <c:pt idx="967">
                  <c:v>6455520000</c:v>
                </c:pt>
                <c:pt idx="968">
                  <c:v>6455510000</c:v>
                </c:pt>
                <c:pt idx="969">
                  <c:v>6455500000</c:v>
                </c:pt>
                <c:pt idx="970">
                  <c:v>6455490000</c:v>
                </c:pt>
                <c:pt idx="971">
                  <c:v>6455480000</c:v>
                </c:pt>
                <c:pt idx="972">
                  <c:v>6455470000</c:v>
                </c:pt>
                <c:pt idx="973">
                  <c:v>6455460000</c:v>
                </c:pt>
                <c:pt idx="974">
                  <c:v>6455450000</c:v>
                </c:pt>
                <c:pt idx="975">
                  <c:v>6455440000</c:v>
                </c:pt>
                <c:pt idx="976">
                  <c:v>6455440000</c:v>
                </c:pt>
                <c:pt idx="977">
                  <c:v>6455430000</c:v>
                </c:pt>
                <c:pt idx="978">
                  <c:v>6455430000</c:v>
                </c:pt>
                <c:pt idx="979">
                  <c:v>6455420000</c:v>
                </c:pt>
                <c:pt idx="980">
                  <c:v>6455420000</c:v>
                </c:pt>
                <c:pt idx="981">
                  <c:v>6455410000</c:v>
                </c:pt>
                <c:pt idx="982">
                  <c:v>6455410000</c:v>
                </c:pt>
                <c:pt idx="983">
                  <c:v>6455410000</c:v>
                </c:pt>
                <c:pt idx="984">
                  <c:v>6455410000</c:v>
                </c:pt>
                <c:pt idx="985">
                  <c:v>6455400000</c:v>
                </c:pt>
                <c:pt idx="986">
                  <c:v>6455400000</c:v>
                </c:pt>
                <c:pt idx="987">
                  <c:v>6455400000</c:v>
                </c:pt>
                <c:pt idx="988">
                  <c:v>6455400000</c:v>
                </c:pt>
                <c:pt idx="989">
                  <c:v>6455400000</c:v>
                </c:pt>
                <c:pt idx="990">
                  <c:v>6455400000</c:v>
                </c:pt>
                <c:pt idx="991">
                  <c:v>6455400000</c:v>
                </c:pt>
                <c:pt idx="992">
                  <c:v>6455400000</c:v>
                </c:pt>
                <c:pt idx="993">
                  <c:v>6455410000</c:v>
                </c:pt>
                <c:pt idx="994">
                  <c:v>6455410000</c:v>
                </c:pt>
                <c:pt idx="995">
                  <c:v>6455410000</c:v>
                </c:pt>
                <c:pt idx="996">
                  <c:v>6455410000</c:v>
                </c:pt>
                <c:pt idx="997">
                  <c:v>6455420000</c:v>
                </c:pt>
                <c:pt idx="998">
                  <c:v>6455420000</c:v>
                </c:pt>
                <c:pt idx="999">
                  <c:v>6455420000</c:v>
                </c:pt>
                <c:pt idx="1000">
                  <c:v>6455430000</c:v>
                </c:pt>
                <c:pt idx="1001">
                  <c:v>6455430000</c:v>
                </c:pt>
                <c:pt idx="1002">
                  <c:v>6455440000</c:v>
                </c:pt>
                <c:pt idx="1003">
                  <c:v>6455450000</c:v>
                </c:pt>
                <c:pt idx="1004">
                  <c:v>6455450000</c:v>
                </c:pt>
                <c:pt idx="1005">
                  <c:v>6455460000</c:v>
                </c:pt>
                <c:pt idx="1006">
                  <c:v>6455470000</c:v>
                </c:pt>
                <c:pt idx="1007">
                  <c:v>6455470000</c:v>
                </c:pt>
                <c:pt idx="1008">
                  <c:v>6455480000</c:v>
                </c:pt>
                <c:pt idx="1009">
                  <c:v>6455490000</c:v>
                </c:pt>
                <c:pt idx="1010">
                  <c:v>6455500000</c:v>
                </c:pt>
                <c:pt idx="1011">
                  <c:v>6455510000</c:v>
                </c:pt>
                <c:pt idx="1012">
                  <c:v>6455520000</c:v>
                </c:pt>
                <c:pt idx="1013">
                  <c:v>6455530000</c:v>
                </c:pt>
                <c:pt idx="1014">
                  <c:v>6455540000</c:v>
                </c:pt>
                <c:pt idx="1015">
                  <c:v>6455560000</c:v>
                </c:pt>
                <c:pt idx="1016">
                  <c:v>6455570000</c:v>
                </c:pt>
                <c:pt idx="1017">
                  <c:v>6455580000</c:v>
                </c:pt>
                <c:pt idx="1018">
                  <c:v>6455600000</c:v>
                </c:pt>
                <c:pt idx="1019">
                  <c:v>6455610000</c:v>
                </c:pt>
                <c:pt idx="1020">
                  <c:v>6455630000</c:v>
                </c:pt>
                <c:pt idx="1021">
                  <c:v>6455640000</c:v>
                </c:pt>
                <c:pt idx="1022">
                  <c:v>6455660000</c:v>
                </c:pt>
                <c:pt idx="1023">
                  <c:v>6455680000</c:v>
                </c:pt>
                <c:pt idx="1024">
                  <c:v>6455690000</c:v>
                </c:pt>
                <c:pt idx="1025">
                  <c:v>6455710000</c:v>
                </c:pt>
                <c:pt idx="1026">
                  <c:v>6455730000</c:v>
                </c:pt>
                <c:pt idx="1027">
                  <c:v>6455750000</c:v>
                </c:pt>
                <c:pt idx="1028">
                  <c:v>6455770000</c:v>
                </c:pt>
                <c:pt idx="1029">
                  <c:v>6455800000</c:v>
                </c:pt>
                <c:pt idx="1030">
                  <c:v>6455820000</c:v>
                </c:pt>
                <c:pt idx="1031">
                  <c:v>6455840000</c:v>
                </c:pt>
                <c:pt idx="1032">
                  <c:v>6455870000</c:v>
                </c:pt>
                <c:pt idx="1033">
                  <c:v>6455890000</c:v>
                </c:pt>
                <c:pt idx="1034">
                  <c:v>6455920000</c:v>
                </c:pt>
                <c:pt idx="1035">
                  <c:v>6455950000</c:v>
                </c:pt>
                <c:pt idx="1036">
                  <c:v>6455980000</c:v>
                </c:pt>
                <c:pt idx="1037">
                  <c:v>6456010000</c:v>
                </c:pt>
                <c:pt idx="1038">
                  <c:v>6456040000</c:v>
                </c:pt>
                <c:pt idx="1039">
                  <c:v>6456070000</c:v>
                </c:pt>
                <c:pt idx="1040">
                  <c:v>6456110000</c:v>
                </c:pt>
                <c:pt idx="1041">
                  <c:v>6456140000</c:v>
                </c:pt>
                <c:pt idx="1042">
                  <c:v>6456180000</c:v>
                </c:pt>
                <c:pt idx="1043">
                  <c:v>6456220000</c:v>
                </c:pt>
                <c:pt idx="1044">
                  <c:v>6456260000</c:v>
                </c:pt>
                <c:pt idx="1045">
                  <c:v>6456300000</c:v>
                </c:pt>
                <c:pt idx="1046">
                  <c:v>6456350000</c:v>
                </c:pt>
                <c:pt idx="1047">
                  <c:v>6456390000</c:v>
                </c:pt>
                <c:pt idx="1048">
                  <c:v>6456440000</c:v>
                </c:pt>
                <c:pt idx="1049">
                  <c:v>6456490000</c:v>
                </c:pt>
                <c:pt idx="1050">
                  <c:v>6456540000</c:v>
                </c:pt>
                <c:pt idx="1051">
                  <c:v>6456590000</c:v>
                </c:pt>
                <c:pt idx="1052">
                  <c:v>6456650000</c:v>
                </c:pt>
                <c:pt idx="1053">
                  <c:v>6456710000</c:v>
                </c:pt>
                <c:pt idx="1054">
                  <c:v>6456760000</c:v>
                </c:pt>
                <c:pt idx="1055">
                  <c:v>6456830000</c:v>
                </c:pt>
                <c:pt idx="1056">
                  <c:v>6456890000</c:v>
                </c:pt>
                <c:pt idx="1057">
                  <c:v>6456960000</c:v>
                </c:pt>
                <c:pt idx="1058">
                  <c:v>6457030000</c:v>
                </c:pt>
                <c:pt idx="1059">
                  <c:v>6457100000</c:v>
                </c:pt>
                <c:pt idx="1060">
                  <c:v>6457180000</c:v>
                </c:pt>
                <c:pt idx="1061">
                  <c:v>6457260000</c:v>
                </c:pt>
                <c:pt idx="1062">
                  <c:v>6457340000</c:v>
                </c:pt>
                <c:pt idx="1063">
                  <c:v>6457420000</c:v>
                </c:pt>
                <c:pt idx="1064">
                  <c:v>6457510000</c:v>
                </c:pt>
                <c:pt idx="1065">
                  <c:v>6457600000</c:v>
                </c:pt>
                <c:pt idx="1066">
                  <c:v>6457700000</c:v>
                </c:pt>
                <c:pt idx="1067">
                  <c:v>6457800000</c:v>
                </c:pt>
                <c:pt idx="1068">
                  <c:v>6457900000</c:v>
                </c:pt>
                <c:pt idx="1069">
                  <c:v>6458010000</c:v>
                </c:pt>
                <c:pt idx="1070">
                  <c:v>6458120000</c:v>
                </c:pt>
                <c:pt idx="1071">
                  <c:v>6458230000</c:v>
                </c:pt>
                <c:pt idx="1072">
                  <c:v>6458360000</c:v>
                </c:pt>
                <c:pt idx="1073">
                  <c:v>6458480000</c:v>
                </c:pt>
                <c:pt idx="1074">
                  <c:v>6458610000</c:v>
                </c:pt>
                <c:pt idx="1075">
                  <c:v>6458750000</c:v>
                </c:pt>
                <c:pt idx="1076">
                  <c:v>6458890000</c:v>
                </c:pt>
                <c:pt idx="1077">
                  <c:v>6459030000</c:v>
                </c:pt>
                <c:pt idx="1078">
                  <c:v>6459190000</c:v>
                </c:pt>
                <c:pt idx="1079">
                  <c:v>6459340000</c:v>
                </c:pt>
                <c:pt idx="1080">
                  <c:v>6459510000</c:v>
                </c:pt>
                <c:pt idx="1081">
                  <c:v>6459680000</c:v>
                </c:pt>
                <c:pt idx="1082">
                  <c:v>6459860000</c:v>
                </c:pt>
                <c:pt idx="1083">
                  <c:v>6460040000</c:v>
                </c:pt>
                <c:pt idx="1084">
                  <c:v>6460240000</c:v>
                </c:pt>
                <c:pt idx="1085">
                  <c:v>6460440000</c:v>
                </c:pt>
                <c:pt idx="1086">
                  <c:v>6460640000</c:v>
                </c:pt>
                <c:pt idx="1087">
                  <c:v>6460860000</c:v>
                </c:pt>
                <c:pt idx="1088">
                  <c:v>6461080000</c:v>
                </c:pt>
                <c:pt idx="1089">
                  <c:v>6461320000</c:v>
                </c:pt>
                <c:pt idx="1090">
                  <c:v>6461560000</c:v>
                </c:pt>
                <c:pt idx="1091">
                  <c:v>6461810000</c:v>
                </c:pt>
                <c:pt idx="1092">
                  <c:v>6462070000</c:v>
                </c:pt>
                <c:pt idx="1093">
                  <c:v>6462340000</c:v>
                </c:pt>
                <c:pt idx="1094">
                  <c:v>6462620000</c:v>
                </c:pt>
                <c:pt idx="1095">
                  <c:v>6462910000</c:v>
                </c:pt>
                <c:pt idx="1096">
                  <c:v>6463220000</c:v>
                </c:pt>
                <c:pt idx="1097">
                  <c:v>6463530000</c:v>
                </c:pt>
                <c:pt idx="1098">
                  <c:v>6463860000</c:v>
                </c:pt>
                <c:pt idx="1099">
                  <c:v>6464200000</c:v>
                </c:pt>
                <c:pt idx="1100">
                  <c:v>6464550000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633-4122-94A6-B620CBEC3733}"/>
            </c:ext>
          </c:extLst>
        </c:ser>
        <c:ser>
          <c:idx val="3"/>
          <c:order val="3"/>
          <c:tx>
            <c:strRef>
              <c:f>Sheet9!$E$1</c:f>
              <c:strCache>
                <c:ptCount val="1"/>
                <c:pt idx="0">
                  <c:v>beta=2.0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Sheet9!$A$2:$A$1102</c:f>
              <c:numCache>
                <c:formatCode>General</c:formatCode>
                <c:ptCount val="1101"/>
                <c:pt idx="0">
                  <c:v>-10</c:v>
                </c:pt>
                <c:pt idx="1">
                  <c:v>-9.9</c:v>
                </c:pt>
                <c:pt idx="2">
                  <c:v>-9.8000000000000007</c:v>
                </c:pt>
                <c:pt idx="3">
                  <c:v>-9.6999999999999993</c:v>
                </c:pt>
                <c:pt idx="4">
                  <c:v>-9.6</c:v>
                </c:pt>
                <c:pt idx="5">
                  <c:v>-9.5</c:v>
                </c:pt>
                <c:pt idx="6">
                  <c:v>-9.4</c:v>
                </c:pt>
                <c:pt idx="7">
                  <c:v>-9.3000000000000007</c:v>
                </c:pt>
                <c:pt idx="8">
                  <c:v>-9.1999999999999993</c:v>
                </c:pt>
                <c:pt idx="9">
                  <c:v>-9.1</c:v>
                </c:pt>
                <c:pt idx="10">
                  <c:v>-9</c:v>
                </c:pt>
                <c:pt idx="11">
                  <c:v>-8.9</c:v>
                </c:pt>
                <c:pt idx="12">
                  <c:v>-8.8000000000000007</c:v>
                </c:pt>
                <c:pt idx="13">
                  <c:v>-8.6999999999999993</c:v>
                </c:pt>
                <c:pt idx="14">
                  <c:v>-8.6</c:v>
                </c:pt>
                <c:pt idx="15">
                  <c:v>-8.5</c:v>
                </c:pt>
                <c:pt idx="16">
                  <c:v>-8.4</c:v>
                </c:pt>
                <c:pt idx="17">
                  <c:v>-8.3000000000000007</c:v>
                </c:pt>
                <c:pt idx="18">
                  <c:v>-8.1999999999999993</c:v>
                </c:pt>
                <c:pt idx="19">
                  <c:v>-8.1</c:v>
                </c:pt>
                <c:pt idx="20">
                  <c:v>-8</c:v>
                </c:pt>
                <c:pt idx="21">
                  <c:v>-7.9</c:v>
                </c:pt>
                <c:pt idx="22">
                  <c:v>-7.8</c:v>
                </c:pt>
                <c:pt idx="23">
                  <c:v>-7.7</c:v>
                </c:pt>
                <c:pt idx="24">
                  <c:v>-7.6</c:v>
                </c:pt>
                <c:pt idx="25">
                  <c:v>-7.5</c:v>
                </c:pt>
                <c:pt idx="26">
                  <c:v>-7.4</c:v>
                </c:pt>
                <c:pt idx="27">
                  <c:v>-7.3</c:v>
                </c:pt>
                <c:pt idx="28">
                  <c:v>-7.2</c:v>
                </c:pt>
                <c:pt idx="29">
                  <c:v>-7.1</c:v>
                </c:pt>
                <c:pt idx="30">
                  <c:v>-7</c:v>
                </c:pt>
                <c:pt idx="31">
                  <c:v>-6.9</c:v>
                </c:pt>
                <c:pt idx="32">
                  <c:v>-6.8</c:v>
                </c:pt>
                <c:pt idx="33">
                  <c:v>-6.7</c:v>
                </c:pt>
                <c:pt idx="34">
                  <c:v>-6.6</c:v>
                </c:pt>
                <c:pt idx="35">
                  <c:v>-6.5</c:v>
                </c:pt>
                <c:pt idx="36">
                  <c:v>-6.4</c:v>
                </c:pt>
                <c:pt idx="37">
                  <c:v>-6.3</c:v>
                </c:pt>
                <c:pt idx="38">
                  <c:v>-6.2</c:v>
                </c:pt>
                <c:pt idx="39">
                  <c:v>-6.1</c:v>
                </c:pt>
                <c:pt idx="40">
                  <c:v>-6</c:v>
                </c:pt>
                <c:pt idx="41">
                  <c:v>-5.9</c:v>
                </c:pt>
                <c:pt idx="42">
                  <c:v>-5.8</c:v>
                </c:pt>
                <c:pt idx="43">
                  <c:v>-5.7</c:v>
                </c:pt>
                <c:pt idx="44">
                  <c:v>-5.6</c:v>
                </c:pt>
                <c:pt idx="45">
                  <c:v>-5.5</c:v>
                </c:pt>
                <c:pt idx="46">
                  <c:v>-5.4</c:v>
                </c:pt>
                <c:pt idx="47">
                  <c:v>-5.3</c:v>
                </c:pt>
                <c:pt idx="48">
                  <c:v>-5.2</c:v>
                </c:pt>
                <c:pt idx="49">
                  <c:v>-5.0999999999999996</c:v>
                </c:pt>
                <c:pt idx="50">
                  <c:v>-5</c:v>
                </c:pt>
                <c:pt idx="51">
                  <c:v>-4.9000000000000004</c:v>
                </c:pt>
                <c:pt idx="52">
                  <c:v>-4.8</c:v>
                </c:pt>
                <c:pt idx="53">
                  <c:v>-4.7</c:v>
                </c:pt>
                <c:pt idx="54">
                  <c:v>-4.5999999999999996</c:v>
                </c:pt>
                <c:pt idx="55">
                  <c:v>-4.5</c:v>
                </c:pt>
                <c:pt idx="56">
                  <c:v>-4.4000000000000004</c:v>
                </c:pt>
                <c:pt idx="57">
                  <c:v>-4.3</c:v>
                </c:pt>
                <c:pt idx="58">
                  <c:v>-4.2</c:v>
                </c:pt>
                <c:pt idx="59">
                  <c:v>-4.0999999999999996</c:v>
                </c:pt>
                <c:pt idx="60">
                  <c:v>-4</c:v>
                </c:pt>
                <c:pt idx="61">
                  <c:v>-3.9</c:v>
                </c:pt>
                <c:pt idx="62">
                  <c:v>-3.8</c:v>
                </c:pt>
                <c:pt idx="63">
                  <c:v>-3.7</c:v>
                </c:pt>
                <c:pt idx="64">
                  <c:v>-3.6</c:v>
                </c:pt>
                <c:pt idx="65">
                  <c:v>-3.5</c:v>
                </c:pt>
                <c:pt idx="66">
                  <c:v>-3.4</c:v>
                </c:pt>
                <c:pt idx="67">
                  <c:v>-3.3</c:v>
                </c:pt>
                <c:pt idx="68">
                  <c:v>-3.2</c:v>
                </c:pt>
                <c:pt idx="69">
                  <c:v>-3.1</c:v>
                </c:pt>
                <c:pt idx="70">
                  <c:v>-3</c:v>
                </c:pt>
                <c:pt idx="71">
                  <c:v>-2.9</c:v>
                </c:pt>
                <c:pt idx="72">
                  <c:v>-2.8</c:v>
                </c:pt>
                <c:pt idx="73">
                  <c:v>-2.7</c:v>
                </c:pt>
                <c:pt idx="74">
                  <c:v>-2.6</c:v>
                </c:pt>
                <c:pt idx="75">
                  <c:v>-2.5</c:v>
                </c:pt>
                <c:pt idx="76">
                  <c:v>-2.4</c:v>
                </c:pt>
                <c:pt idx="77">
                  <c:v>-2.2999999999999998</c:v>
                </c:pt>
                <c:pt idx="78">
                  <c:v>-2.2000000000000002</c:v>
                </c:pt>
                <c:pt idx="79">
                  <c:v>-2.1</c:v>
                </c:pt>
                <c:pt idx="80">
                  <c:v>-2</c:v>
                </c:pt>
                <c:pt idx="81">
                  <c:v>-1.9</c:v>
                </c:pt>
                <c:pt idx="82">
                  <c:v>-1.8</c:v>
                </c:pt>
                <c:pt idx="83">
                  <c:v>-1.7</c:v>
                </c:pt>
                <c:pt idx="84">
                  <c:v>-1.6</c:v>
                </c:pt>
                <c:pt idx="85">
                  <c:v>-1.5</c:v>
                </c:pt>
                <c:pt idx="86">
                  <c:v>-1.4</c:v>
                </c:pt>
                <c:pt idx="87">
                  <c:v>-1.3</c:v>
                </c:pt>
                <c:pt idx="88">
                  <c:v>-1.2</c:v>
                </c:pt>
                <c:pt idx="89">
                  <c:v>-1.1000000000000001</c:v>
                </c:pt>
                <c:pt idx="90">
                  <c:v>-1</c:v>
                </c:pt>
                <c:pt idx="91">
                  <c:v>-0.9</c:v>
                </c:pt>
                <c:pt idx="92">
                  <c:v>-0.8</c:v>
                </c:pt>
                <c:pt idx="93">
                  <c:v>-0.7</c:v>
                </c:pt>
                <c:pt idx="94">
                  <c:v>-0.6</c:v>
                </c:pt>
                <c:pt idx="95">
                  <c:v>-0.5</c:v>
                </c:pt>
                <c:pt idx="96">
                  <c:v>-0.4</c:v>
                </c:pt>
                <c:pt idx="97">
                  <c:v>-0.3</c:v>
                </c:pt>
                <c:pt idx="98">
                  <c:v>-0.2</c:v>
                </c:pt>
                <c:pt idx="99">
                  <c:v>-0.1</c:v>
                </c:pt>
                <c:pt idx="100" formatCode="0.00E+00">
                  <c:v>-1.87905E-14</c:v>
                </c:pt>
                <c:pt idx="101">
                  <c:v>0.1</c:v>
                </c:pt>
                <c:pt idx="102">
                  <c:v>0.2</c:v>
                </c:pt>
                <c:pt idx="103">
                  <c:v>0.3</c:v>
                </c:pt>
                <c:pt idx="104">
                  <c:v>0.4</c:v>
                </c:pt>
                <c:pt idx="105">
                  <c:v>0.5</c:v>
                </c:pt>
                <c:pt idx="106">
                  <c:v>0.6</c:v>
                </c:pt>
                <c:pt idx="107">
                  <c:v>0.7</c:v>
                </c:pt>
                <c:pt idx="108">
                  <c:v>0.8</c:v>
                </c:pt>
                <c:pt idx="109">
                  <c:v>0.9</c:v>
                </c:pt>
                <c:pt idx="110">
                  <c:v>1</c:v>
                </c:pt>
                <c:pt idx="111">
                  <c:v>1.1000000000000001</c:v>
                </c:pt>
                <c:pt idx="112">
                  <c:v>1.2</c:v>
                </c:pt>
                <c:pt idx="113">
                  <c:v>1.3</c:v>
                </c:pt>
                <c:pt idx="114">
                  <c:v>1.4</c:v>
                </c:pt>
                <c:pt idx="115">
                  <c:v>1.5</c:v>
                </c:pt>
                <c:pt idx="116">
                  <c:v>1.6</c:v>
                </c:pt>
                <c:pt idx="117">
                  <c:v>1.7</c:v>
                </c:pt>
                <c:pt idx="118">
                  <c:v>1.8</c:v>
                </c:pt>
                <c:pt idx="119">
                  <c:v>1.9</c:v>
                </c:pt>
                <c:pt idx="120">
                  <c:v>2</c:v>
                </c:pt>
                <c:pt idx="121">
                  <c:v>2.1</c:v>
                </c:pt>
                <c:pt idx="122">
                  <c:v>2.2000000000000002</c:v>
                </c:pt>
                <c:pt idx="123">
                  <c:v>2.2999999999999998</c:v>
                </c:pt>
                <c:pt idx="124">
                  <c:v>2.4</c:v>
                </c:pt>
                <c:pt idx="125">
                  <c:v>2.5</c:v>
                </c:pt>
                <c:pt idx="126">
                  <c:v>2.6</c:v>
                </c:pt>
                <c:pt idx="127">
                  <c:v>2.7</c:v>
                </c:pt>
                <c:pt idx="128">
                  <c:v>2.8</c:v>
                </c:pt>
                <c:pt idx="129">
                  <c:v>2.9</c:v>
                </c:pt>
                <c:pt idx="130">
                  <c:v>3</c:v>
                </c:pt>
                <c:pt idx="131">
                  <c:v>3.1</c:v>
                </c:pt>
                <c:pt idx="132">
                  <c:v>3.2</c:v>
                </c:pt>
                <c:pt idx="133">
                  <c:v>3.3</c:v>
                </c:pt>
                <c:pt idx="134">
                  <c:v>3.4</c:v>
                </c:pt>
                <c:pt idx="135">
                  <c:v>3.5</c:v>
                </c:pt>
                <c:pt idx="136">
                  <c:v>3.6</c:v>
                </c:pt>
                <c:pt idx="137">
                  <c:v>3.7</c:v>
                </c:pt>
                <c:pt idx="138">
                  <c:v>3.8</c:v>
                </c:pt>
                <c:pt idx="139">
                  <c:v>3.9</c:v>
                </c:pt>
                <c:pt idx="140">
                  <c:v>4</c:v>
                </c:pt>
                <c:pt idx="141">
                  <c:v>4.0999999999999996</c:v>
                </c:pt>
                <c:pt idx="142">
                  <c:v>4.2</c:v>
                </c:pt>
                <c:pt idx="143">
                  <c:v>4.3</c:v>
                </c:pt>
                <c:pt idx="144">
                  <c:v>4.4000000000000004</c:v>
                </c:pt>
                <c:pt idx="145">
                  <c:v>4.5</c:v>
                </c:pt>
                <c:pt idx="146">
                  <c:v>4.5999999999999996</c:v>
                </c:pt>
                <c:pt idx="147">
                  <c:v>4.7</c:v>
                </c:pt>
                <c:pt idx="148">
                  <c:v>4.8</c:v>
                </c:pt>
                <c:pt idx="149">
                  <c:v>4.9000000000000004</c:v>
                </c:pt>
                <c:pt idx="150">
                  <c:v>5</c:v>
                </c:pt>
                <c:pt idx="151">
                  <c:v>5.0999999999999996</c:v>
                </c:pt>
                <c:pt idx="152">
                  <c:v>5.2</c:v>
                </c:pt>
                <c:pt idx="153">
                  <c:v>5.3</c:v>
                </c:pt>
                <c:pt idx="154">
                  <c:v>5.4</c:v>
                </c:pt>
                <c:pt idx="155">
                  <c:v>5.5</c:v>
                </c:pt>
                <c:pt idx="156">
                  <c:v>5.6</c:v>
                </c:pt>
                <c:pt idx="157">
                  <c:v>5.7</c:v>
                </c:pt>
                <c:pt idx="158">
                  <c:v>5.8</c:v>
                </c:pt>
                <c:pt idx="159">
                  <c:v>5.9</c:v>
                </c:pt>
                <c:pt idx="160">
                  <c:v>6</c:v>
                </c:pt>
                <c:pt idx="161">
                  <c:v>6.1</c:v>
                </c:pt>
                <c:pt idx="162">
                  <c:v>6.2</c:v>
                </c:pt>
                <c:pt idx="163">
                  <c:v>6.3</c:v>
                </c:pt>
                <c:pt idx="164">
                  <c:v>6.4</c:v>
                </c:pt>
                <c:pt idx="165">
                  <c:v>6.5</c:v>
                </c:pt>
                <c:pt idx="166">
                  <c:v>6.6</c:v>
                </c:pt>
                <c:pt idx="167">
                  <c:v>6.7</c:v>
                </c:pt>
                <c:pt idx="168">
                  <c:v>6.8</c:v>
                </c:pt>
                <c:pt idx="169">
                  <c:v>6.9</c:v>
                </c:pt>
                <c:pt idx="170">
                  <c:v>7</c:v>
                </c:pt>
                <c:pt idx="171">
                  <c:v>7.1</c:v>
                </c:pt>
                <c:pt idx="172">
                  <c:v>7.2</c:v>
                </c:pt>
                <c:pt idx="173">
                  <c:v>7.3</c:v>
                </c:pt>
                <c:pt idx="174">
                  <c:v>7.4</c:v>
                </c:pt>
                <c:pt idx="175">
                  <c:v>7.5</c:v>
                </c:pt>
                <c:pt idx="176">
                  <c:v>7.6</c:v>
                </c:pt>
                <c:pt idx="177">
                  <c:v>7.7</c:v>
                </c:pt>
                <c:pt idx="178">
                  <c:v>7.8</c:v>
                </c:pt>
                <c:pt idx="179">
                  <c:v>7.9</c:v>
                </c:pt>
                <c:pt idx="180">
                  <c:v>8</c:v>
                </c:pt>
                <c:pt idx="181">
                  <c:v>8.1</c:v>
                </c:pt>
                <c:pt idx="182">
                  <c:v>8.1999999999999993</c:v>
                </c:pt>
                <c:pt idx="183">
                  <c:v>8.3000000000000007</c:v>
                </c:pt>
                <c:pt idx="184">
                  <c:v>8.4</c:v>
                </c:pt>
                <c:pt idx="185">
                  <c:v>8.5</c:v>
                </c:pt>
                <c:pt idx="186">
                  <c:v>8.6</c:v>
                </c:pt>
                <c:pt idx="187">
                  <c:v>8.6999999999999993</c:v>
                </c:pt>
                <c:pt idx="188">
                  <c:v>8.8000000000000007</c:v>
                </c:pt>
                <c:pt idx="189">
                  <c:v>8.9</c:v>
                </c:pt>
                <c:pt idx="190">
                  <c:v>9</c:v>
                </c:pt>
                <c:pt idx="191">
                  <c:v>9.1</c:v>
                </c:pt>
                <c:pt idx="192">
                  <c:v>9.1999999999999993</c:v>
                </c:pt>
                <c:pt idx="193">
                  <c:v>9.3000000000000007</c:v>
                </c:pt>
                <c:pt idx="194">
                  <c:v>9.4</c:v>
                </c:pt>
                <c:pt idx="195">
                  <c:v>9.5</c:v>
                </c:pt>
                <c:pt idx="196">
                  <c:v>9.6</c:v>
                </c:pt>
                <c:pt idx="197">
                  <c:v>9.6999999999999993</c:v>
                </c:pt>
                <c:pt idx="198">
                  <c:v>9.8000000000000007</c:v>
                </c:pt>
                <c:pt idx="199">
                  <c:v>9.9</c:v>
                </c:pt>
                <c:pt idx="200">
                  <c:v>10</c:v>
                </c:pt>
                <c:pt idx="201">
                  <c:v>10.1</c:v>
                </c:pt>
                <c:pt idx="202">
                  <c:v>10.199999999999999</c:v>
                </c:pt>
                <c:pt idx="203">
                  <c:v>10.3</c:v>
                </c:pt>
                <c:pt idx="204">
                  <c:v>10.4</c:v>
                </c:pt>
                <c:pt idx="205">
                  <c:v>10.5</c:v>
                </c:pt>
                <c:pt idx="206">
                  <c:v>10.6</c:v>
                </c:pt>
                <c:pt idx="207">
                  <c:v>10.7</c:v>
                </c:pt>
                <c:pt idx="208">
                  <c:v>10.8</c:v>
                </c:pt>
                <c:pt idx="209">
                  <c:v>10.9</c:v>
                </c:pt>
                <c:pt idx="210">
                  <c:v>11</c:v>
                </c:pt>
                <c:pt idx="211">
                  <c:v>11.1</c:v>
                </c:pt>
                <c:pt idx="212">
                  <c:v>11.2</c:v>
                </c:pt>
                <c:pt idx="213">
                  <c:v>11.3</c:v>
                </c:pt>
                <c:pt idx="214">
                  <c:v>11.4</c:v>
                </c:pt>
                <c:pt idx="215">
                  <c:v>11.5</c:v>
                </c:pt>
                <c:pt idx="216">
                  <c:v>11.6</c:v>
                </c:pt>
                <c:pt idx="217">
                  <c:v>11.7</c:v>
                </c:pt>
                <c:pt idx="218">
                  <c:v>11.8</c:v>
                </c:pt>
                <c:pt idx="219">
                  <c:v>11.9</c:v>
                </c:pt>
                <c:pt idx="220">
                  <c:v>12</c:v>
                </c:pt>
                <c:pt idx="221">
                  <c:v>12.1</c:v>
                </c:pt>
                <c:pt idx="222">
                  <c:v>12.2</c:v>
                </c:pt>
                <c:pt idx="223">
                  <c:v>12.3</c:v>
                </c:pt>
                <c:pt idx="224">
                  <c:v>12.4</c:v>
                </c:pt>
                <c:pt idx="225">
                  <c:v>12.5</c:v>
                </c:pt>
                <c:pt idx="226">
                  <c:v>12.6</c:v>
                </c:pt>
                <c:pt idx="227">
                  <c:v>12.7</c:v>
                </c:pt>
                <c:pt idx="228">
                  <c:v>12.8</c:v>
                </c:pt>
                <c:pt idx="229">
                  <c:v>12.9</c:v>
                </c:pt>
                <c:pt idx="230">
                  <c:v>13</c:v>
                </c:pt>
                <c:pt idx="231">
                  <c:v>13.1</c:v>
                </c:pt>
                <c:pt idx="232">
                  <c:v>13.2</c:v>
                </c:pt>
                <c:pt idx="233">
                  <c:v>13.3</c:v>
                </c:pt>
                <c:pt idx="234">
                  <c:v>13.4</c:v>
                </c:pt>
                <c:pt idx="235">
                  <c:v>13.5</c:v>
                </c:pt>
                <c:pt idx="236">
                  <c:v>13.6</c:v>
                </c:pt>
                <c:pt idx="237">
                  <c:v>13.7</c:v>
                </c:pt>
                <c:pt idx="238">
                  <c:v>13.8</c:v>
                </c:pt>
                <c:pt idx="239">
                  <c:v>13.9</c:v>
                </c:pt>
                <c:pt idx="240">
                  <c:v>14</c:v>
                </c:pt>
                <c:pt idx="241">
                  <c:v>14.1</c:v>
                </c:pt>
                <c:pt idx="242">
                  <c:v>14.2</c:v>
                </c:pt>
                <c:pt idx="243">
                  <c:v>14.3</c:v>
                </c:pt>
                <c:pt idx="244">
                  <c:v>14.4</c:v>
                </c:pt>
                <c:pt idx="245">
                  <c:v>14.5</c:v>
                </c:pt>
                <c:pt idx="246">
                  <c:v>14.6</c:v>
                </c:pt>
                <c:pt idx="247">
                  <c:v>14.7</c:v>
                </c:pt>
                <c:pt idx="248">
                  <c:v>14.8</c:v>
                </c:pt>
                <c:pt idx="249">
                  <c:v>14.9</c:v>
                </c:pt>
                <c:pt idx="250">
                  <c:v>15</c:v>
                </c:pt>
                <c:pt idx="251">
                  <c:v>15.1</c:v>
                </c:pt>
                <c:pt idx="252">
                  <c:v>15.2</c:v>
                </c:pt>
                <c:pt idx="253">
                  <c:v>15.3</c:v>
                </c:pt>
                <c:pt idx="254">
                  <c:v>15.4</c:v>
                </c:pt>
                <c:pt idx="255">
                  <c:v>15.5</c:v>
                </c:pt>
                <c:pt idx="256">
                  <c:v>15.6</c:v>
                </c:pt>
                <c:pt idx="257">
                  <c:v>15.7</c:v>
                </c:pt>
                <c:pt idx="258">
                  <c:v>15.8</c:v>
                </c:pt>
                <c:pt idx="259">
                  <c:v>15.9</c:v>
                </c:pt>
                <c:pt idx="260">
                  <c:v>16</c:v>
                </c:pt>
                <c:pt idx="261">
                  <c:v>16.100000000000001</c:v>
                </c:pt>
                <c:pt idx="262">
                  <c:v>16.2</c:v>
                </c:pt>
                <c:pt idx="263">
                  <c:v>16.3</c:v>
                </c:pt>
                <c:pt idx="264">
                  <c:v>16.399999999999999</c:v>
                </c:pt>
                <c:pt idx="265">
                  <c:v>16.5</c:v>
                </c:pt>
                <c:pt idx="266">
                  <c:v>16.600000000000001</c:v>
                </c:pt>
                <c:pt idx="267">
                  <c:v>16.7</c:v>
                </c:pt>
                <c:pt idx="268">
                  <c:v>16.8</c:v>
                </c:pt>
                <c:pt idx="269">
                  <c:v>16.899999999999999</c:v>
                </c:pt>
                <c:pt idx="270">
                  <c:v>17</c:v>
                </c:pt>
                <c:pt idx="271">
                  <c:v>17.100000000000001</c:v>
                </c:pt>
                <c:pt idx="272">
                  <c:v>17.2</c:v>
                </c:pt>
                <c:pt idx="273">
                  <c:v>17.3</c:v>
                </c:pt>
                <c:pt idx="274">
                  <c:v>17.399999999999999</c:v>
                </c:pt>
                <c:pt idx="275">
                  <c:v>17.5</c:v>
                </c:pt>
                <c:pt idx="276">
                  <c:v>17.600000000000001</c:v>
                </c:pt>
                <c:pt idx="277">
                  <c:v>17.7</c:v>
                </c:pt>
                <c:pt idx="278">
                  <c:v>17.8</c:v>
                </c:pt>
                <c:pt idx="279">
                  <c:v>17.899999999999999</c:v>
                </c:pt>
                <c:pt idx="280">
                  <c:v>18</c:v>
                </c:pt>
                <c:pt idx="281">
                  <c:v>18.100000000000001</c:v>
                </c:pt>
                <c:pt idx="282">
                  <c:v>18.2</c:v>
                </c:pt>
                <c:pt idx="283">
                  <c:v>18.3</c:v>
                </c:pt>
                <c:pt idx="284">
                  <c:v>18.399999999999999</c:v>
                </c:pt>
                <c:pt idx="285">
                  <c:v>18.5</c:v>
                </c:pt>
                <c:pt idx="286">
                  <c:v>18.600000000000001</c:v>
                </c:pt>
                <c:pt idx="287">
                  <c:v>18.7</c:v>
                </c:pt>
                <c:pt idx="288">
                  <c:v>18.8</c:v>
                </c:pt>
                <c:pt idx="289">
                  <c:v>18.899999999999999</c:v>
                </c:pt>
                <c:pt idx="290">
                  <c:v>19</c:v>
                </c:pt>
                <c:pt idx="291">
                  <c:v>19.100000000000001</c:v>
                </c:pt>
                <c:pt idx="292">
                  <c:v>19.2</c:v>
                </c:pt>
                <c:pt idx="293">
                  <c:v>19.3</c:v>
                </c:pt>
                <c:pt idx="294">
                  <c:v>19.399999999999999</c:v>
                </c:pt>
                <c:pt idx="295">
                  <c:v>19.5</c:v>
                </c:pt>
                <c:pt idx="296">
                  <c:v>19.600000000000001</c:v>
                </c:pt>
                <c:pt idx="297">
                  <c:v>19.7</c:v>
                </c:pt>
                <c:pt idx="298">
                  <c:v>19.8</c:v>
                </c:pt>
                <c:pt idx="299">
                  <c:v>19.899999999999999</c:v>
                </c:pt>
                <c:pt idx="300">
                  <c:v>20</c:v>
                </c:pt>
                <c:pt idx="301">
                  <c:v>20.100000000000001</c:v>
                </c:pt>
                <c:pt idx="302">
                  <c:v>20.2</c:v>
                </c:pt>
                <c:pt idx="303">
                  <c:v>20.3</c:v>
                </c:pt>
                <c:pt idx="304">
                  <c:v>20.399999999999999</c:v>
                </c:pt>
                <c:pt idx="305">
                  <c:v>20.5</c:v>
                </c:pt>
                <c:pt idx="306">
                  <c:v>20.6</c:v>
                </c:pt>
                <c:pt idx="307">
                  <c:v>20.7</c:v>
                </c:pt>
                <c:pt idx="308">
                  <c:v>20.8</c:v>
                </c:pt>
                <c:pt idx="309">
                  <c:v>20.9</c:v>
                </c:pt>
                <c:pt idx="310">
                  <c:v>21</c:v>
                </c:pt>
                <c:pt idx="311">
                  <c:v>21.1</c:v>
                </c:pt>
                <c:pt idx="312">
                  <c:v>21.2</c:v>
                </c:pt>
                <c:pt idx="313">
                  <c:v>21.3</c:v>
                </c:pt>
                <c:pt idx="314">
                  <c:v>21.4</c:v>
                </c:pt>
                <c:pt idx="315">
                  <c:v>21.5</c:v>
                </c:pt>
                <c:pt idx="316">
                  <c:v>21.6</c:v>
                </c:pt>
                <c:pt idx="317">
                  <c:v>21.7</c:v>
                </c:pt>
                <c:pt idx="318">
                  <c:v>21.8</c:v>
                </c:pt>
                <c:pt idx="319">
                  <c:v>21.9</c:v>
                </c:pt>
                <c:pt idx="320">
                  <c:v>22</c:v>
                </c:pt>
                <c:pt idx="321">
                  <c:v>22.1</c:v>
                </c:pt>
                <c:pt idx="322">
                  <c:v>22.2</c:v>
                </c:pt>
                <c:pt idx="323">
                  <c:v>22.3</c:v>
                </c:pt>
                <c:pt idx="324">
                  <c:v>22.4</c:v>
                </c:pt>
                <c:pt idx="325">
                  <c:v>22.5</c:v>
                </c:pt>
                <c:pt idx="326">
                  <c:v>22.6</c:v>
                </c:pt>
                <c:pt idx="327">
                  <c:v>22.7</c:v>
                </c:pt>
                <c:pt idx="328">
                  <c:v>22.8</c:v>
                </c:pt>
                <c:pt idx="329">
                  <c:v>22.9</c:v>
                </c:pt>
                <c:pt idx="330">
                  <c:v>23</c:v>
                </c:pt>
                <c:pt idx="331">
                  <c:v>23.1</c:v>
                </c:pt>
                <c:pt idx="332">
                  <c:v>23.2</c:v>
                </c:pt>
                <c:pt idx="333">
                  <c:v>23.3</c:v>
                </c:pt>
                <c:pt idx="334">
                  <c:v>23.4</c:v>
                </c:pt>
                <c:pt idx="335">
                  <c:v>23.5</c:v>
                </c:pt>
                <c:pt idx="336">
                  <c:v>23.6</c:v>
                </c:pt>
                <c:pt idx="337">
                  <c:v>23.7</c:v>
                </c:pt>
                <c:pt idx="338">
                  <c:v>23.8</c:v>
                </c:pt>
                <c:pt idx="339">
                  <c:v>23.9</c:v>
                </c:pt>
                <c:pt idx="340">
                  <c:v>24</c:v>
                </c:pt>
                <c:pt idx="341">
                  <c:v>24.1</c:v>
                </c:pt>
                <c:pt idx="342">
                  <c:v>24.2</c:v>
                </c:pt>
                <c:pt idx="343">
                  <c:v>24.3</c:v>
                </c:pt>
                <c:pt idx="344">
                  <c:v>24.4</c:v>
                </c:pt>
                <c:pt idx="345">
                  <c:v>24.5</c:v>
                </c:pt>
                <c:pt idx="346">
                  <c:v>24.6</c:v>
                </c:pt>
                <c:pt idx="347">
                  <c:v>24.7</c:v>
                </c:pt>
                <c:pt idx="348">
                  <c:v>24.8</c:v>
                </c:pt>
                <c:pt idx="349">
                  <c:v>24.9</c:v>
                </c:pt>
                <c:pt idx="350">
                  <c:v>25</c:v>
                </c:pt>
                <c:pt idx="351">
                  <c:v>25.1</c:v>
                </c:pt>
                <c:pt idx="352">
                  <c:v>25.2</c:v>
                </c:pt>
                <c:pt idx="353">
                  <c:v>25.3</c:v>
                </c:pt>
                <c:pt idx="354">
                  <c:v>25.4</c:v>
                </c:pt>
                <c:pt idx="355">
                  <c:v>25.5</c:v>
                </c:pt>
                <c:pt idx="356">
                  <c:v>25.6</c:v>
                </c:pt>
                <c:pt idx="357">
                  <c:v>25.7</c:v>
                </c:pt>
                <c:pt idx="358">
                  <c:v>25.8</c:v>
                </c:pt>
                <c:pt idx="359">
                  <c:v>25.9</c:v>
                </c:pt>
                <c:pt idx="360">
                  <c:v>26</c:v>
                </c:pt>
                <c:pt idx="361">
                  <c:v>26.1</c:v>
                </c:pt>
                <c:pt idx="362">
                  <c:v>26.2</c:v>
                </c:pt>
                <c:pt idx="363">
                  <c:v>26.3</c:v>
                </c:pt>
                <c:pt idx="364">
                  <c:v>26.4</c:v>
                </c:pt>
                <c:pt idx="365">
                  <c:v>26.5</c:v>
                </c:pt>
                <c:pt idx="366">
                  <c:v>26.6</c:v>
                </c:pt>
                <c:pt idx="367">
                  <c:v>26.7</c:v>
                </c:pt>
                <c:pt idx="368">
                  <c:v>26.8</c:v>
                </c:pt>
                <c:pt idx="369">
                  <c:v>26.9</c:v>
                </c:pt>
                <c:pt idx="370">
                  <c:v>27</c:v>
                </c:pt>
                <c:pt idx="371">
                  <c:v>27.1</c:v>
                </c:pt>
                <c:pt idx="372">
                  <c:v>27.2</c:v>
                </c:pt>
                <c:pt idx="373">
                  <c:v>27.3</c:v>
                </c:pt>
                <c:pt idx="374">
                  <c:v>27.4</c:v>
                </c:pt>
                <c:pt idx="375">
                  <c:v>27.5</c:v>
                </c:pt>
                <c:pt idx="376">
                  <c:v>27.6</c:v>
                </c:pt>
                <c:pt idx="377">
                  <c:v>27.7</c:v>
                </c:pt>
                <c:pt idx="378">
                  <c:v>27.8</c:v>
                </c:pt>
                <c:pt idx="379">
                  <c:v>27.9</c:v>
                </c:pt>
                <c:pt idx="380">
                  <c:v>28</c:v>
                </c:pt>
                <c:pt idx="381">
                  <c:v>28.1</c:v>
                </c:pt>
                <c:pt idx="382">
                  <c:v>28.2</c:v>
                </c:pt>
                <c:pt idx="383">
                  <c:v>28.3</c:v>
                </c:pt>
                <c:pt idx="384">
                  <c:v>28.4</c:v>
                </c:pt>
                <c:pt idx="385">
                  <c:v>28.5</c:v>
                </c:pt>
                <c:pt idx="386">
                  <c:v>28.6</c:v>
                </c:pt>
                <c:pt idx="387">
                  <c:v>28.7</c:v>
                </c:pt>
                <c:pt idx="388">
                  <c:v>28.8</c:v>
                </c:pt>
                <c:pt idx="389">
                  <c:v>28.9</c:v>
                </c:pt>
                <c:pt idx="390">
                  <c:v>29</c:v>
                </c:pt>
                <c:pt idx="391">
                  <c:v>29.1</c:v>
                </c:pt>
                <c:pt idx="392">
                  <c:v>29.2</c:v>
                </c:pt>
                <c:pt idx="393">
                  <c:v>29.3</c:v>
                </c:pt>
                <c:pt idx="394">
                  <c:v>29.4</c:v>
                </c:pt>
                <c:pt idx="395">
                  <c:v>29.5</c:v>
                </c:pt>
                <c:pt idx="396">
                  <c:v>29.6</c:v>
                </c:pt>
                <c:pt idx="397">
                  <c:v>29.7</c:v>
                </c:pt>
                <c:pt idx="398">
                  <c:v>29.8</c:v>
                </c:pt>
                <c:pt idx="399">
                  <c:v>29.9</c:v>
                </c:pt>
                <c:pt idx="400">
                  <c:v>30</c:v>
                </c:pt>
                <c:pt idx="401">
                  <c:v>30.1</c:v>
                </c:pt>
                <c:pt idx="402">
                  <c:v>30.2</c:v>
                </c:pt>
                <c:pt idx="403">
                  <c:v>30.3</c:v>
                </c:pt>
                <c:pt idx="404">
                  <c:v>30.4</c:v>
                </c:pt>
                <c:pt idx="405">
                  <c:v>30.5</c:v>
                </c:pt>
                <c:pt idx="406">
                  <c:v>30.6</c:v>
                </c:pt>
                <c:pt idx="407">
                  <c:v>30.7</c:v>
                </c:pt>
                <c:pt idx="408">
                  <c:v>30.8</c:v>
                </c:pt>
                <c:pt idx="409">
                  <c:v>30.9</c:v>
                </c:pt>
                <c:pt idx="410">
                  <c:v>31</c:v>
                </c:pt>
                <c:pt idx="411">
                  <c:v>31.1</c:v>
                </c:pt>
                <c:pt idx="412">
                  <c:v>31.2</c:v>
                </c:pt>
                <c:pt idx="413">
                  <c:v>31.3</c:v>
                </c:pt>
                <c:pt idx="414">
                  <c:v>31.4</c:v>
                </c:pt>
                <c:pt idx="415">
                  <c:v>31.5</c:v>
                </c:pt>
                <c:pt idx="416">
                  <c:v>31.6</c:v>
                </c:pt>
                <c:pt idx="417">
                  <c:v>31.7</c:v>
                </c:pt>
                <c:pt idx="418">
                  <c:v>31.8</c:v>
                </c:pt>
                <c:pt idx="419">
                  <c:v>31.9</c:v>
                </c:pt>
                <c:pt idx="420">
                  <c:v>32</c:v>
                </c:pt>
                <c:pt idx="421">
                  <c:v>32.1</c:v>
                </c:pt>
                <c:pt idx="422">
                  <c:v>32.200000000000003</c:v>
                </c:pt>
                <c:pt idx="423">
                  <c:v>32.299999999999997</c:v>
                </c:pt>
                <c:pt idx="424">
                  <c:v>32.4</c:v>
                </c:pt>
                <c:pt idx="425">
                  <c:v>32.5</c:v>
                </c:pt>
                <c:pt idx="426">
                  <c:v>32.6</c:v>
                </c:pt>
                <c:pt idx="427">
                  <c:v>32.700000000000003</c:v>
                </c:pt>
                <c:pt idx="428">
                  <c:v>32.799999999999997</c:v>
                </c:pt>
                <c:pt idx="429">
                  <c:v>32.9</c:v>
                </c:pt>
                <c:pt idx="430">
                  <c:v>33</c:v>
                </c:pt>
                <c:pt idx="431">
                  <c:v>33.1</c:v>
                </c:pt>
                <c:pt idx="432">
                  <c:v>33.200000000000003</c:v>
                </c:pt>
                <c:pt idx="433">
                  <c:v>33.299999999999997</c:v>
                </c:pt>
                <c:pt idx="434">
                  <c:v>33.4</c:v>
                </c:pt>
                <c:pt idx="435">
                  <c:v>33.5</c:v>
                </c:pt>
                <c:pt idx="436">
                  <c:v>33.6</c:v>
                </c:pt>
                <c:pt idx="437">
                  <c:v>33.700000000000003</c:v>
                </c:pt>
                <c:pt idx="438">
                  <c:v>33.799999999999997</c:v>
                </c:pt>
                <c:pt idx="439">
                  <c:v>33.9</c:v>
                </c:pt>
                <c:pt idx="440">
                  <c:v>34</c:v>
                </c:pt>
                <c:pt idx="441">
                  <c:v>34.1</c:v>
                </c:pt>
                <c:pt idx="442">
                  <c:v>34.200000000000003</c:v>
                </c:pt>
                <c:pt idx="443">
                  <c:v>34.299999999999997</c:v>
                </c:pt>
                <c:pt idx="444">
                  <c:v>34.4</c:v>
                </c:pt>
                <c:pt idx="445">
                  <c:v>34.5</c:v>
                </c:pt>
                <c:pt idx="446">
                  <c:v>34.6</c:v>
                </c:pt>
                <c:pt idx="447">
                  <c:v>34.700000000000003</c:v>
                </c:pt>
                <c:pt idx="448">
                  <c:v>34.799999999999997</c:v>
                </c:pt>
                <c:pt idx="449">
                  <c:v>34.9</c:v>
                </c:pt>
                <c:pt idx="450">
                  <c:v>35</c:v>
                </c:pt>
                <c:pt idx="451">
                  <c:v>35.1</c:v>
                </c:pt>
                <c:pt idx="452">
                  <c:v>35.200000000000003</c:v>
                </c:pt>
                <c:pt idx="453">
                  <c:v>35.299999999999997</c:v>
                </c:pt>
                <c:pt idx="454">
                  <c:v>35.4</c:v>
                </c:pt>
                <c:pt idx="455">
                  <c:v>35.5</c:v>
                </c:pt>
                <c:pt idx="456">
                  <c:v>35.6</c:v>
                </c:pt>
                <c:pt idx="457">
                  <c:v>35.700000000000003</c:v>
                </c:pt>
                <c:pt idx="458">
                  <c:v>35.799999999999997</c:v>
                </c:pt>
                <c:pt idx="459">
                  <c:v>35.9</c:v>
                </c:pt>
                <c:pt idx="460">
                  <c:v>36</c:v>
                </c:pt>
                <c:pt idx="461">
                  <c:v>36.1</c:v>
                </c:pt>
                <c:pt idx="462">
                  <c:v>36.200000000000003</c:v>
                </c:pt>
                <c:pt idx="463">
                  <c:v>36.299999999999997</c:v>
                </c:pt>
                <c:pt idx="464">
                  <c:v>36.4</c:v>
                </c:pt>
                <c:pt idx="465">
                  <c:v>36.5</c:v>
                </c:pt>
                <c:pt idx="466">
                  <c:v>36.6</c:v>
                </c:pt>
                <c:pt idx="467">
                  <c:v>36.700000000000003</c:v>
                </c:pt>
                <c:pt idx="468">
                  <c:v>36.799999999999997</c:v>
                </c:pt>
                <c:pt idx="469">
                  <c:v>36.9</c:v>
                </c:pt>
                <c:pt idx="470">
                  <c:v>37</c:v>
                </c:pt>
                <c:pt idx="471">
                  <c:v>37.1</c:v>
                </c:pt>
                <c:pt idx="472">
                  <c:v>37.200000000000003</c:v>
                </c:pt>
                <c:pt idx="473">
                  <c:v>37.299999999999997</c:v>
                </c:pt>
                <c:pt idx="474">
                  <c:v>37.4</c:v>
                </c:pt>
                <c:pt idx="475">
                  <c:v>37.5</c:v>
                </c:pt>
                <c:pt idx="476">
                  <c:v>37.6</c:v>
                </c:pt>
                <c:pt idx="477">
                  <c:v>37.700000000000003</c:v>
                </c:pt>
                <c:pt idx="478">
                  <c:v>37.799999999999997</c:v>
                </c:pt>
                <c:pt idx="479">
                  <c:v>37.9</c:v>
                </c:pt>
                <c:pt idx="480">
                  <c:v>38</c:v>
                </c:pt>
                <c:pt idx="481">
                  <c:v>38.1</c:v>
                </c:pt>
                <c:pt idx="482">
                  <c:v>38.200000000000003</c:v>
                </c:pt>
                <c:pt idx="483">
                  <c:v>38.299999999999997</c:v>
                </c:pt>
                <c:pt idx="484">
                  <c:v>38.4</c:v>
                </c:pt>
                <c:pt idx="485">
                  <c:v>38.5</c:v>
                </c:pt>
                <c:pt idx="486">
                  <c:v>38.6</c:v>
                </c:pt>
                <c:pt idx="487">
                  <c:v>38.700000000000003</c:v>
                </c:pt>
                <c:pt idx="488">
                  <c:v>38.799999999999997</c:v>
                </c:pt>
                <c:pt idx="489">
                  <c:v>38.9</c:v>
                </c:pt>
                <c:pt idx="490">
                  <c:v>39</c:v>
                </c:pt>
                <c:pt idx="491">
                  <c:v>39.1</c:v>
                </c:pt>
                <c:pt idx="492">
                  <c:v>39.200000000000003</c:v>
                </c:pt>
                <c:pt idx="493">
                  <c:v>39.299999999999997</c:v>
                </c:pt>
                <c:pt idx="494">
                  <c:v>39.4</c:v>
                </c:pt>
                <c:pt idx="495">
                  <c:v>39.5</c:v>
                </c:pt>
                <c:pt idx="496">
                  <c:v>39.6</c:v>
                </c:pt>
                <c:pt idx="497">
                  <c:v>39.700000000000003</c:v>
                </c:pt>
                <c:pt idx="498">
                  <c:v>39.799999999999997</c:v>
                </c:pt>
                <c:pt idx="499">
                  <c:v>39.9</c:v>
                </c:pt>
                <c:pt idx="500">
                  <c:v>40</c:v>
                </c:pt>
                <c:pt idx="501">
                  <c:v>40.1</c:v>
                </c:pt>
                <c:pt idx="502">
                  <c:v>40.200000000000003</c:v>
                </c:pt>
                <c:pt idx="503">
                  <c:v>40.299999999999997</c:v>
                </c:pt>
                <c:pt idx="504">
                  <c:v>40.4</c:v>
                </c:pt>
                <c:pt idx="505">
                  <c:v>40.5</c:v>
                </c:pt>
                <c:pt idx="506">
                  <c:v>40.6</c:v>
                </c:pt>
                <c:pt idx="507">
                  <c:v>40.700000000000003</c:v>
                </c:pt>
                <c:pt idx="508">
                  <c:v>40.799999999999997</c:v>
                </c:pt>
                <c:pt idx="509">
                  <c:v>40.9</c:v>
                </c:pt>
                <c:pt idx="510">
                  <c:v>41</c:v>
                </c:pt>
                <c:pt idx="511">
                  <c:v>41.1</c:v>
                </c:pt>
                <c:pt idx="512">
                  <c:v>41.2</c:v>
                </c:pt>
                <c:pt idx="513">
                  <c:v>41.3</c:v>
                </c:pt>
                <c:pt idx="514">
                  <c:v>41.4</c:v>
                </c:pt>
                <c:pt idx="515">
                  <c:v>41.5</c:v>
                </c:pt>
                <c:pt idx="516">
                  <c:v>41.6</c:v>
                </c:pt>
                <c:pt idx="517">
                  <c:v>41.7</c:v>
                </c:pt>
                <c:pt idx="518">
                  <c:v>41.8</c:v>
                </c:pt>
                <c:pt idx="519">
                  <c:v>41.9</c:v>
                </c:pt>
                <c:pt idx="520">
                  <c:v>42</c:v>
                </c:pt>
                <c:pt idx="521">
                  <c:v>42.1</c:v>
                </c:pt>
                <c:pt idx="522">
                  <c:v>42.2</c:v>
                </c:pt>
                <c:pt idx="523">
                  <c:v>42.3</c:v>
                </c:pt>
                <c:pt idx="524">
                  <c:v>42.4</c:v>
                </c:pt>
                <c:pt idx="525">
                  <c:v>42.5</c:v>
                </c:pt>
                <c:pt idx="526">
                  <c:v>42.6</c:v>
                </c:pt>
                <c:pt idx="527">
                  <c:v>42.7</c:v>
                </c:pt>
                <c:pt idx="528">
                  <c:v>42.8</c:v>
                </c:pt>
                <c:pt idx="529">
                  <c:v>42.9</c:v>
                </c:pt>
                <c:pt idx="530">
                  <c:v>43</c:v>
                </c:pt>
                <c:pt idx="531">
                  <c:v>43.1</c:v>
                </c:pt>
                <c:pt idx="532">
                  <c:v>43.2</c:v>
                </c:pt>
                <c:pt idx="533">
                  <c:v>43.3</c:v>
                </c:pt>
                <c:pt idx="534">
                  <c:v>43.4</c:v>
                </c:pt>
                <c:pt idx="535">
                  <c:v>43.5</c:v>
                </c:pt>
                <c:pt idx="536">
                  <c:v>43.6</c:v>
                </c:pt>
                <c:pt idx="537">
                  <c:v>43.7</c:v>
                </c:pt>
                <c:pt idx="538">
                  <c:v>43.8</c:v>
                </c:pt>
                <c:pt idx="539">
                  <c:v>43.9</c:v>
                </c:pt>
                <c:pt idx="540">
                  <c:v>44</c:v>
                </c:pt>
                <c:pt idx="541">
                  <c:v>44.1</c:v>
                </c:pt>
                <c:pt idx="542">
                  <c:v>44.2</c:v>
                </c:pt>
                <c:pt idx="543">
                  <c:v>44.3</c:v>
                </c:pt>
                <c:pt idx="544">
                  <c:v>44.4</c:v>
                </c:pt>
                <c:pt idx="545">
                  <c:v>44.5</c:v>
                </c:pt>
                <c:pt idx="546">
                  <c:v>44.6</c:v>
                </c:pt>
                <c:pt idx="547">
                  <c:v>44.7</c:v>
                </c:pt>
                <c:pt idx="548">
                  <c:v>44.8</c:v>
                </c:pt>
                <c:pt idx="549">
                  <c:v>44.9</c:v>
                </c:pt>
                <c:pt idx="550">
                  <c:v>45</c:v>
                </c:pt>
                <c:pt idx="551">
                  <c:v>45.1</c:v>
                </c:pt>
                <c:pt idx="552">
                  <c:v>45.2</c:v>
                </c:pt>
                <c:pt idx="553">
                  <c:v>45.3</c:v>
                </c:pt>
                <c:pt idx="554">
                  <c:v>45.4</c:v>
                </c:pt>
                <c:pt idx="555">
                  <c:v>45.5</c:v>
                </c:pt>
                <c:pt idx="556">
                  <c:v>45.6</c:v>
                </c:pt>
                <c:pt idx="557">
                  <c:v>45.7</c:v>
                </c:pt>
                <c:pt idx="558">
                  <c:v>45.8</c:v>
                </c:pt>
                <c:pt idx="559">
                  <c:v>45.9</c:v>
                </c:pt>
                <c:pt idx="560">
                  <c:v>46</c:v>
                </c:pt>
                <c:pt idx="561">
                  <c:v>46.1</c:v>
                </c:pt>
                <c:pt idx="562">
                  <c:v>46.2</c:v>
                </c:pt>
                <c:pt idx="563">
                  <c:v>46.3</c:v>
                </c:pt>
                <c:pt idx="564">
                  <c:v>46.4</c:v>
                </c:pt>
                <c:pt idx="565">
                  <c:v>46.5</c:v>
                </c:pt>
                <c:pt idx="566">
                  <c:v>46.6</c:v>
                </c:pt>
                <c:pt idx="567">
                  <c:v>46.7</c:v>
                </c:pt>
                <c:pt idx="568">
                  <c:v>46.8</c:v>
                </c:pt>
                <c:pt idx="569">
                  <c:v>46.9</c:v>
                </c:pt>
                <c:pt idx="570">
                  <c:v>47</c:v>
                </c:pt>
                <c:pt idx="571">
                  <c:v>47.1</c:v>
                </c:pt>
                <c:pt idx="572">
                  <c:v>47.2</c:v>
                </c:pt>
                <c:pt idx="573">
                  <c:v>47.3</c:v>
                </c:pt>
                <c:pt idx="574">
                  <c:v>47.4</c:v>
                </c:pt>
                <c:pt idx="575">
                  <c:v>47.5</c:v>
                </c:pt>
                <c:pt idx="576">
                  <c:v>47.6</c:v>
                </c:pt>
                <c:pt idx="577">
                  <c:v>47.7</c:v>
                </c:pt>
                <c:pt idx="578">
                  <c:v>47.8</c:v>
                </c:pt>
                <c:pt idx="579">
                  <c:v>47.9</c:v>
                </c:pt>
                <c:pt idx="580">
                  <c:v>48</c:v>
                </c:pt>
                <c:pt idx="581">
                  <c:v>48.1</c:v>
                </c:pt>
                <c:pt idx="582">
                  <c:v>48.2</c:v>
                </c:pt>
                <c:pt idx="583">
                  <c:v>48.3</c:v>
                </c:pt>
                <c:pt idx="584">
                  <c:v>48.4</c:v>
                </c:pt>
                <c:pt idx="585">
                  <c:v>48.5</c:v>
                </c:pt>
                <c:pt idx="586">
                  <c:v>48.6</c:v>
                </c:pt>
                <c:pt idx="587">
                  <c:v>48.7</c:v>
                </c:pt>
                <c:pt idx="588">
                  <c:v>48.8</c:v>
                </c:pt>
                <c:pt idx="589">
                  <c:v>48.9</c:v>
                </c:pt>
                <c:pt idx="590">
                  <c:v>49</c:v>
                </c:pt>
                <c:pt idx="591">
                  <c:v>49.1</c:v>
                </c:pt>
                <c:pt idx="592">
                  <c:v>49.2</c:v>
                </c:pt>
                <c:pt idx="593">
                  <c:v>49.3</c:v>
                </c:pt>
                <c:pt idx="594">
                  <c:v>49.4</c:v>
                </c:pt>
                <c:pt idx="595">
                  <c:v>49.5</c:v>
                </c:pt>
                <c:pt idx="596">
                  <c:v>49.6</c:v>
                </c:pt>
                <c:pt idx="597">
                  <c:v>49.7</c:v>
                </c:pt>
                <c:pt idx="598">
                  <c:v>49.8</c:v>
                </c:pt>
                <c:pt idx="599">
                  <c:v>49.9</c:v>
                </c:pt>
                <c:pt idx="600">
                  <c:v>50</c:v>
                </c:pt>
                <c:pt idx="601">
                  <c:v>50.1</c:v>
                </c:pt>
                <c:pt idx="602">
                  <c:v>50.2</c:v>
                </c:pt>
                <c:pt idx="603">
                  <c:v>50.3</c:v>
                </c:pt>
                <c:pt idx="604">
                  <c:v>50.4</c:v>
                </c:pt>
                <c:pt idx="605">
                  <c:v>50.5</c:v>
                </c:pt>
                <c:pt idx="606">
                  <c:v>50.6</c:v>
                </c:pt>
                <c:pt idx="607">
                  <c:v>50.7</c:v>
                </c:pt>
                <c:pt idx="608">
                  <c:v>50.8</c:v>
                </c:pt>
                <c:pt idx="609">
                  <c:v>50.9</c:v>
                </c:pt>
                <c:pt idx="610">
                  <c:v>51</c:v>
                </c:pt>
                <c:pt idx="611">
                  <c:v>51.1</c:v>
                </c:pt>
                <c:pt idx="612">
                  <c:v>51.2</c:v>
                </c:pt>
                <c:pt idx="613">
                  <c:v>51.3</c:v>
                </c:pt>
                <c:pt idx="614">
                  <c:v>51.4</c:v>
                </c:pt>
                <c:pt idx="615">
                  <c:v>51.5</c:v>
                </c:pt>
                <c:pt idx="616">
                  <c:v>51.6</c:v>
                </c:pt>
                <c:pt idx="617">
                  <c:v>51.7</c:v>
                </c:pt>
                <c:pt idx="618">
                  <c:v>51.8</c:v>
                </c:pt>
                <c:pt idx="619">
                  <c:v>51.9</c:v>
                </c:pt>
                <c:pt idx="620">
                  <c:v>52</c:v>
                </c:pt>
                <c:pt idx="621">
                  <c:v>52.1</c:v>
                </c:pt>
                <c:pt idx="622">
                  <c:v>52.2</c:v>
                </c:pt>
                <c:pt idx="623">
                  <c:v>52.3</c:v>
                </c:pt>
                <c:pt idx="624">
                  <c:v>52.4</c:v>
                </c:pt>
                <c:pt idx="625">
                  <c:v>52.5</c:v>
                </c:pt>
                <c:pt idx="626">
                  <c:v>52.6</c:v>
                </c:pt>
                <c:pt idx="627">
                  <c:v>52.7</c:v>
                </c:pt>
                <c:pt idx="628">
                  <c:v>52.8</c:v>
                </c:pt>
                <c:pt idx="629">
                  <c:v>52.9</c:v>
                </c:pt>
                <c:pt idx="630">
                  <c:v>53</c:v>
                </c:pt>
                <c:pt idx="631">
                  <c:v>53.1</c:v>
                </c:pt>
                <c:pt idx="632">
                  <c:v>53.2</c:v>
                </c:pt>
                <c:pt idx="633">
                  <c:v>53.3</c:v>
                </c:pt>
                <c:pt idx="634">
                  <c:v>53.4</c:v>
                </c:pt>
                <c:pt idx="635">
                  <c:v>53.5</c:v>
                </c:pt>
                <c:pt idx="636">
                  <c:v>53.6</c:v>
                </c:pt>
                <c:pt idx="637">
                  <c:v>53.7</c:v>
                </c:pt>
                <c:pt idx="638">
                  <c:v>53.8</c:v>
                </c:pt>
                <c:pt idx="639">
                  <c:v>53.9</c:v>
                </c:pt>
                <c:pt idx="640">
                  <c:v>54</c:v>
                </c:pt>
                <c:pt idx="641">
                  <c:v>54.1</c:v>
                </c:pt>
                <c:pt idx="642">
                  <c:v>54.2</c:v>
                </c:pt>
                <c:pt idx="643">
                  <c:v>54.3</c:v>
                </c:pt>
                <c:pt idx="644">
                  <c:v>54.4</c:v>
                </c:pt>
                <c:pt idx="645">
                  <c:v>54.5</c:v>
                </c:pt>
                <c:pt idx="646">
                  <c:v>54.6</c:v>
                </c:pt>
                <c:pt idx="647">
                  <c:v>54.7</c:v>
                </c:pt>
                <c:pt idx="648">
                  <c:v>54.8</c:v>
                </c:pt>
                <c:pt idx="649">
                  <c:v>54.9</c:v>
                </c:pt>
                <c:pt idx="650">
                  <c:v>55</c:v>
                </c:pt>
                <c:pt idx="651">
                  <c:v>55.1</c:v>
                </c:pt>
                <c:pt idx="652">
                  <c:v>55.2</c:v>
                </c:pt>
                <c:pt idx="653">
                  <c:v>55.3</c:v>
                </c:pt>
                <c:pt idx="654">
                  <c:v>55.4</c:v>
                </c:pt>
                <c:pt idx="655">
                  <c:v>55.5</c:v>
                </c:pt>
                <c:pt idx="656">
                  <c:v>55.6</c:v>
                </c:pt>
                <c:pt idx="657">
                  <c:v>55.7</c:v>
                </c:pt>
                <c:pt idx="658">
                  <c:v>55.8</c:v>
                </c:pt>
                <c:pt idx="659">
                  <c:v>55.9</c:v>
                </c:pt>
                <c:pt idx="660">
                  <c:v>56</c:v>
                </c:pt>
                <c:pt idx="661">
                  <c:v>56.1</c:v>
                </c:pt>
                <c:pt idx="662">
                  <c:v>56.2</c:v>
                </c:pt>
                <c:pt idx="663">
                  <c:v>56.3</c:v>
                </c:pt>
                <c:pt idx="664">
                  <c:v>56.4</c:v>
                </c:pt>
                <c:pt idx="665">
                  <c:v>56.5</c:v>
                </c:pt>
                <c:pt idx="666">
                  <c:v>56.6</c:v>
                </c:pt>
                <c:pt idx="667">
                  <c:v>56.7</c:v>
                </c:pt>
                <c:pt idx="668">
                  <c:v>56.8</c:v>
                </c:pt>
                <c:pt idx="669">
                  <c:v>56.9</c:v>
                </c:pt>
                <c:pt idx="670">
                  <c:v>57</c:v>
                </c:pt>
                <c:pt idx="671">
                  <c:v>57.1</c:v>
                </c:pt>
                <c:pt idx="672">
                  <c:v>57.2</c:v>
                </c:pt>
                <c:pt idx="673">
                  <c:v>57.3</c:v>
                </c:pt>
                <c:pt idx="674">
                  <c:v>57.4</c:v>
                </c:pt>
                <c:pt idx="675">
                  <c:v>57.5</c:v>
                </c:pt>
                <c:pt idx="676">
                  <c:v>57.6</c:v>
                </c:pt>
                <c:pt idx="677">
                  <c:v>57.7</c:v>
                </c:pt>
                <c:pt idx="678">
                  <c:v>57.8</c:v>
                </c:pt>
                <c:pt idx="679">
                  <c:v>57.9</c:v>
                </c:pt>
                <c:pt idx="680">
                  <c:v>58</c:v>
                </c:pt>
                <c:pt idx="681">
                  <c:v>58.1</c:v>
                </c:pt>
                <c:pt idx="682">
                  <c:v>58.2</c:v>
                </c:pt>
                <c:pt idx="683">
                  <c:v>58.3</c:v>
                </c:pt>
                <c:pt idx="684">
                  <c:v>58.4</c:v>
                </c:pt>
                <c:pt idx="685">
                  <c:v>58.5</c:v>
                </c:pt>
                <c:pt idx="686">
                  <c:v>58.6</c:v>
                </c:pt>
                <c:pt idx="687">
                  <c:v>58.7</c:v>
                </c:pt>
                <c:pt idx="688">
                  <c:v>58.8</c:v>
                </c:pt>
                <c:pt idx="689">
                  <c:v>58.9</c:v>
                </c:pt>
                <c:pt idx="690">
                  <c:v>59</c:v>
                </c:pt>
                <c:pt idx="691">
                  <c:v>59.1</c:v>
                </c:pt>
                <c:pt idx="692">
                  <c:v>59.2</c:v>
                </c:pt>
                <c:pt idx="693">
                  <c:v>59.3</c:v>
                </c:pt>
                <c:pt idx="694">
                  <c:v>59.4</c:v>
                </c:pt>
                <c:pt idx="695">
                  <c:v>59.5</c:v>
                </c:pt>
                <c:pt idx="696">
                  <c:v>59.6</c:v>
                </c:pt>
                <c:pt idx="697">
                  <c:v>59.7</c:v>
                </c:pt>
                <c:pt idx="698">
                  <c:v>59.8</c:v>
                </c:pt>
                <c:pt idx="699">
                  <c:v>59.9</c:v>
                </c:pt>
                <c:pt idx="700">
                  <c:v>60</c:v>
                </c:pt>
                <c:pt idx="701">
                  <c:v>60.1</c:v>
                </c:pt>
                <c:pt idx="702">
                  <c:v>60.2</c:v>
                </c:pt>
                <c:pt idx="703">
                  <c:v>60.3</c:v>
                </c:pt>
                <c:pt idx="704">
                  <c:v>60.4</c:v>
                </c:pt>
                <c:pt idx="705">
                  <c:v>60.5</c:v>
                </c:pt>
                <c:pt idx="706">
                  <c:v>60.6</c:v>
                </c:pt>
                <c:pt idx="707">
                  <c:v>60.7</c:v>
                </c:pt>
                <c:pt idx="708">
                  <c:v>60.8</c:v>
                </c:pt>
                <c:pt idx="709">
                  <c:v>60.9</c:v>
                </c:pt>
                <c:pt idx="710">
                  <c:v>61</c:v>
                </c:pt>
                <c:pt idx="711">
                  <c:v>61.1</c:v>
                </c:pt>
                <c:pt idx="712">
                  <c:v>61.2</c:v>
                </c:pt>
                <c:pt idx="713">
                  <c:v>61.3</c:v>
                </c:pt>
                <c:pt idx="714">
                  <c:v>61.4</c:v>
                </c:pt>
                <c:pt idx="715">
                  <c:v>61.5</c:v>
                </c:pt>
                <c:pt idx="716">
                  <c:v>61.6</c:v>
                </c:pt>
                <c:pt idx="717">
                  <c:v>61.7</c:v>
                </c:pt>
                <c:pt idx="718">
                  <c:v>61.8</c:v>
                </c:pt>
                <c:pt idx="719">
                  <c:v>61.9</c:v>
                </c:pt>
                <c:pt idx="720">
                  <c:v>62</c:v>
                </c:pt>
                <c:pt idx="721">
                  <c:v>62.1</c:v>
                </c:pt>
                <c:pt idx="722">
                  <c:v>62.2</c:v>
                </c:pt>
                <c:pt idx="723">
                  <c:v>62.3</c:v>
                </c:pt>
                <c:pt idx="724">
                  <c:v>62.4</c:v>
                </c:pt>
                <c:pt idx="725">
                  <c:v>62.5</c:v>
                </c:pt>
                <c:pt idx="726">
                  <c:v>62.6</c:v>
                </c:pt>
                <c:pt idx="727">
                  <c:v>62.7</c:v>
                </c:pt>
                <c:pt idx="728">
                  <c:v>62.8</c:v>
                </c:pt>
                <c:pt idx="729">
                  <c:v>62.9</c:v>
                </c:pt>
                <c:pt idx="730">
                  <c:v>63</c:v>
                </c:pt>
                <c:pt idx="731">
                  <c:v>63.1</c:v>
                </c:pt>
                <c:pt idx="732">
                  <c:v>63.2</c:v>
                </c:pt>
                <c:pt idx="733">
                  <c:v>63.3</c:v>
                </c:pt>
                <c:pt idx="734">
                  <c:v>63.4</c:v>
                </c:pt>
                <c:pt idx="735">
                  <c:v>63.5</c:v>
                </c:pt>
                <c:pt idx="736">
                  <c:v>63.6</c:v>
                </c:pt>
                <c:pt idx="737">
                  <c:v>63.7</c:v>
                </c:pt>
                <c:pt idx="738">
                  <c:v>63.8</c:v>
                </c:pt>
                <c:pt idx="739">
                  <c:v>63.9</c:v>
                </c:pt>
                <c:pt idx="740">
                  <c:v>64</c:v>
                </c:pt>
                <c:pt idx="741">
                  <c:v>64.099999999999994</c:v>
                </c:pt>
                <c:pt idx="742">
                  <c:v>64.2</c:v>
                </c:pt>
                <c:pt idx="743">
                  <c:v>64.3</c:v>
                </c:pt>
                <c:pt idx="744">
                  <c:v>64.400000000000006</c:v>
                </c:pt>
                <c:pt idx="745">
                  <c:v>64.5</c:v>
                </c:pt>
                <c:pt idx="746">
                  <c:v>64.599999999999994</c:v>
                </c:pt>
                <c:pt idx="747">
                  <c:v>64.7</c:v>
                </c:pt>
                <c:pt idx="748">
                  <c:v>64.8</c:v>
                </c:pt>
                <c:pt idx="749">
                  <c:v>64.900000000000006</c:v>
                </c:pt>
                <c:pt idx="750">
                  <c:v>65</c:v>
                </c:pt>
                <c:pt idx="751">
                  <c:v>65.099999999999994</c:v>
                </c:pt>
                <c:pt idx="752">
                  <c:v>65.2</c:v>
                </c:pt>
                <c:pt idx="753">
                  <c:v>65.3</c:v>
                </c:pt>
                <c:pt idx="754">
                  <c:v>65.400000000000006</c:v>
                </c:pt>
                <c:pt idx="755">
                  <c:v>65.5</c:v>
                </c:pt>
                <c:pt idx="756">
                  <c:v>65.599999999999994</c:v>
                </c:pt>
                <c:pt idx="757">
                  <c:v>65.7</c:v>
                </c:pt>
                <c:pt idx="758">
                  <c:v>65.8</c:v>
                </c:pt>
                <c:pt idx="759">
                  <c:v>65.900000000000006</c:v>
                </c:pt>
                <c:pt idx="760">
                  <c:v>66</c:v>
                </c:pt>
                <c:pt idx="761">
                  <c:v>66.099999999999994</c:v>
                </c:pt>
                <c:pt idx="762">
                  <c:v>66.2</c:v>
                </c:pt>
                <c:pt idx="763">
                  <c:v>66.3</c:v>
                </c:pt>
                <c:pt idx="764">
                  <c:v>66.400000000000006</c:v>
                </c:pt>
                <c:pt idx="765">
                  <c:v>66.5</c:v>
                </c:pt>
                <c:pt idx="766">
                  <c:v>66.599999999999994</c:v>
                </c:pt>
                <c:pt idx="767">
                  <c:v>66.7</c:v>
                </c:pt>
                <c:pt idx="768">
                  <c:v>66.8</c:v>
                </c:pt>
                <c:pt idx="769">
                  <c:v>66.900000000000006</c:v>
                </c:pt>
                <c:pt idx="770">
                  <c:v>67</c:v>
                </c:pt>
                <c:pt idx="771">
                  <c:v>67.099999999999994</c:v>
                </c:pt>
                <c:pt idx="772">
                  <c:v>67.2</c:v>
                </c:pt>
                <c:pt idx="773">
                  <c:v>67.3</c:v>
                </c:pt>
                <c:pt idx="774">
                  <c:v>67.400000000000006</c:v>
                </c:pt>
                <c:pt idx="775">
                  <c:v>67.5</c:v>
                </c:pt>
                <c:pt idx="776">
                  <c:v>67.599999999999994</c:v>
                </c:pt>
                <c:pt idx="777">
                  <c:v>67.7</c:v>
                </c:pt>
                <c:pt idx="778">
                  <c:v>67.8</c:v>
                </c:pt>
                <c:pt idx="779">
                  <c:v>67.900000000000006</c:v>
                </c:pt>
                <c:pt idx="780">
                  <c:v>68</c:v>
                </c:pt>
                <c:pt idx="781">
                  <c:v>68.099999999999994</c:v>
                </c:pt>
                <c:pt idx="782">
                  <c:v>68.2</c:v>
                </c:pt>
                <c:pt idx="783">
                  <c:v>68.3</c:v>
                </c:pt>
                <c:pt idx="784">
                  <c:v>68.400000000000006</c:v>
                </c:pt>
                <c:pt idx="785">
                  <c:v>68.5</c:v>
                </c:pt>
                <c:pt idx="786">
                  <c:v>68.599999999999994</c:v>
                </c:pt>
                <c:pt idx="787">
                  <c:v>68.7</c:v>
                </c:pt>
                <c:pt idx="788">
                  <c:v>68.8</c:v>
                </c:pt>
                <c:pt idx="789">
                  <c:v>68.900000000000006</c:v>
                </c:pt>
                <c:pt idx="790">
                  <c:v>69</c:v>
                </c:pt>
                <c:pt idx="791">
                  <c:v>69.099999999999994</c:v>
                </c:pt>
                <c:pt idx="792">
                  <c:v>69.2</c:v>
                </c:pt>
                <c:pt idx="793">
                  <c:v>69.3</c:v>
                </c:pt>
                <c:pt idx="794">
                  <c:v>69.400000000000006</c:v>
                </c:pt>
                <c:pt idx="795">
                  <c:v>69.5</c:v>
                </c:pt>
                <c:pt idx="796">
                  <c:v>69.599999999999994</c:v>
                </c:pt>
                <c:pt idx="797">
                  <c:v>69.7</c:v>
                </c:pt>
                <c:pt idx="798">
                  <c:v>69.8</c:v>
                </c:pt>
                <c:pt idx="799">
                  <c:v>69.900000000000006</c:v>
                </c:pt>
                <c:pt idx="800">
                  <c:v>70</c:v>
                </c:pt>
                <c:pt idx="801">
                  <c:v>70.099999999999994</c:v>
                </c:pt>
                <c:pt idx="802">
                  <c:v>70.2</c:v>
                </c:pt>
                <c:pt idx="803">
                  <c:v>70.3</c:v>
                </c:pt>
                <c:pt idx="804">
                  <c:v>70.400000000000006</c:v>
                </c:pt>
                <c:pt idx="805">
                  <c:v>70.5</c:v>
                </c:pt>
                <c:pt idx="806">
                  <c:v>70.599999999999994</c:v>
                </c:pt>
                <c:pt idx="807">
                  <c:v>70.7</c:v>
                </c:pt>
                <c:pt idx="808">
                  <c:v>70.8</c:v>
                </c:pt>
                <c:pt idx="809">
                  <c:v>70.900000000000006</c:v>
                </c:pt>
                <c:pt idx="810">
                  <c:v>71</c:v>
                </c:pt>
                <c:pt idx="811">
                  <c:v>71.099999999999994</c:v>
                </c:pt>
                <c:pt idx="812">
                  <c:v>71.2</c:v>
                </c:pt>
                <c:pt idx="813">
                  <c:v>71.3</c:v>
                </c:pt>
                <c:pt idx="814">
                  <c:v>71.400000000000006</c:v>
                </c:pt>
                <c:pt idx="815">
                  <c:v>71.5</c:v>
                </c:pt>
                <c:pt idx="816">
                  <c:v>71.599999999999994</c:v>
                </c:pt>
                <c:pt idx="817">
                  <c:v>71.7</c:v>
                </c:pt>
                <c:pt idx="818">
                  <c:v>71.8</c:v>
                </c:pt>
                <c:pt idx="819">
                  <c:v>71.900000000000006</c:v>
                </c:pt>
                <c:pt idx="820">
                  <c:v>72</c:v>
                </c:pt>
                <c:pt idx="821">
                  <c:v>72.099999999999994</c:v>
                </c:pt>
                <c:pt idx="822">
                  <c:v>72.2</c:v>
                </c:pt>
                <c:pt idx="823">
                  <c:v>72.3</c:v>
                </c:pt>
                <c:pt idx="824">
                  <c:v>72.400000000000006</c:v>
                </c:pt>
                <c:pt idx="825">
                  <c:v>72.5</c:v>
                </c:pt>
                <c:pt idx="826">
                  <c:v>72.599999999999994</c:v>
                </c:pt>
                <c:pt idx="827">
                  <c:v>72.7</c:v>
                </c:pt>
                <c:pt idx="828">
                  <c:v>72.8</c:v>
                </c:pt>
                <c:pt idx="829">
                  <c:v>72.900000000000006</c:v>
                </c:pt>
                <c:pt idx="830">
                  <c:v>73</c:v>
                </c:pt>
                <c:pt idx="831">
                  <c:v>73.099999999999994</c:v>
                </c:pt>
                <c:pt idx="832">
                  <c:v>73.2</c:v>
                </c:pt>
                <c:pt idx="833">
                  <c:v>73.3</c:v>
                </c:pt>
                <c:pt idx="834">
                  <c:v>73.400000000000006</c:v>
                </c:pt>
                <c:pt idx="835">
                  <c:v>73.5</c:v>
                </c:pt>
                <c:pt idx="836">
                  <c:v>73.599999999999994</c:v>
                </c:pt>
                <c:pt idx="837">
                  <c:v>73.7</c:v>
                </c:pt>
                <c:pt idx="838">
                  <c:v>73.8</c:v>
                </c:pt>
                <c:pt idx="839">
                  <c:v>73.900000000000006</c:v>
                </c:pt>
                <c:pt idx="840">
                  <c:v>74</c:v>
                </c:pt>
                <c:pt idx="841">
                  <c:v>74.099999999999994</c:v>
                </c:pt>
                <c:pt idx="842">
                  <c:v>74.2</c:v>
                </c:pt>
                <c:pt idx="843">
                  <c:v>74.3</c:v>
                </c:pt>
                <c:pt idx="844">
                  <c:v>74.400000000000006</c:v>
                </c:pt>
                <c:pt idx="845">
                  <c:v>74.5</c:v>
                </c:pt>
                <c:pt idx="846">
                  <c:v>74.599999999999994</c:v>
                </c:pt>
                <c:pt idx="847">
                  <c:v>74.7</c:v>
                </c:pt>
                <c:pt idx="848">
                  <c:v>74.8</c:v>
                </c:pt>
                <c:pt idx="849">
                  <c:v>74.900000000000006</c:v>
                </c:pt>
                <c:pt idx="850">
                  <c:v>75</c:v>
                </c:pt>
                <c:pt idx="851">
                  <c:v>75.099999999999994</c:v>
                </c:pt>
                <c:pt idx="852">
                  <c:v>75.2</c:v>
                </c:pt>
                <c:pt idx="853">
                  <c:v>75.3</c:v>
                </c:pt>
                <c:pt idx="854">
                  <c:v>75.400000000000006</c:v>
                </c:pt>
                <c:pt idx="855">
                  <c:v>75.5</c:v>
                </c:pt>
                <c:pt idx="856">
                  <c:v>75.599999999999994</c:v>
                </c:pt>
                <c:pt idx="857">
                  <c:v>75.7</c:v>
                </c:pt>
                <c:pt idx="858">
                  <c:v>75.8</c:v>
                </c:pt>
                <c:pt idx="859">
                  <c:v>75.900000000000006</c:v>
                </c:pt>
                <c:pt idx="860">
                  <c:v>76</c:v>
                </c:pt>
                <c:pt idx="861">
                  <c:v>76.099999999999994</c:v>
                </c:pt>
                <c:pt idx="862">
                  <c:v>76.2</c:v>
                </c:pt>
                <c:pt idx="863">
                  <c:v>76.3</c:v>
                </c:pt>
                <c:pt idx="864">
                  <c:v>76.400000000000006</c:v>
                </c:pt>
                <c:pt idx="865">
                  <c:v>76.5</c:v>
                </c:pt>
                <c:pt idx="866">
                  <c:v>76.599999999999994</c:v>
                </c:pt>
                <c:pt idx="867">
                  <c:v>76.7</c:v>
                </c:pt>
                <c:pt idx="868">
                  <c:v>76.8</c:v>
                </c:pt>
                <c:pt idx="869">
                  <c:v>76.900000000000006</c:v>
                </c:pt>
                <c:pt idx="870">
                  <c:v>77</c:v>
                </c:pt>
                <c:pt idx="871">
                  <c:v>77.099999999999994</c:v>
                </c:pt>
                <c:pt idx="872">
                  <c:v>77.2</c:v>
                </c:pt>
                <c:pt idx="873">
                  <c:v>77.3</c:v>
                </c:pt>
                <c:pt idx="874">
                  <c:v>77.400000000000006</c:v>
                </c:pt>
                <c:pt idx="875">
                  <c:v>77.5</c:v>
                </c:pt>
                <c:pt idx="876">
                  <c:v>77.599999999999994</c:v>
                </c:pt>
                <c:pt idx="877">
                  <c:v>77.7</c:v>
                </c:pt>
                <c:pt idx="878">
                  <c:v>77.8</c:v>
                </c:pt>
                <c:pt idx="879">
                  <c:v>77.900000000000006</c:v>
                </c:pt>
                <c:pt idx="880">
                  <c:v>78</c:v>
                </c:pt>
                <c:pt idx="881">
                  <c:v>78.099999999999994</c:v>
                </c:pt>
                <c:pt idx="882">
                  <c:v>78.2</c:v>
                </c:pt>
                <c:pt idx="883">
                  <c:v>78.3</c:v>
                </c:pt>
                <c:pt idx="884">
                  <c:v>78.400000000000006</c:v>
                </c:pt>
                <c:pt idx="885">
                  <c:v>78.5</c:v>
                </c:pt>
                <c:pt idx="886">
                  <c:v>78.599999999999994</c:v>
                </c:pt>
                <c:pt idx="887">
                  <c:v>78.7</c:v>
                </c:pt>
                <c:pt idx="888">
                  <c:v>78.8</c:v>
                </c:pt>
                <c:pt idx="889">
                  <c:v>78.900000000000006</c:v>
                </c:pt>
                <c:pt idx="890">
                  <c:v>79</c:v>
                </c:pt>
                <c:pt idx="891">
                  <c:v>79.099999999999994</c:v>
                </c:pt>
                <c:pt idx="892">
                  <c:v>79.2</c:v>
                </c:pt>
                <c:pt idx="893">
                  <c:v>79.3</c:v>
                </c:pt>
                <c:pt idx="894">
                  <c:v>79.400000000000006</c:v>
                </c:pt>
                <c:pt idx="895">
                  <c:v>79.5</c:v>
                </c:pt>
                <c:pt idx="896">
                  <c:v>79.599999999999994</c:v>
                </c:pt>
                <c:pt idx="897">
                  <c:v>79.7</c:v>
                </c:pt>
                <c:pt idx="898">
                  <c:v>79.8</c:v>
                </c:pt>
                <c:pt idx="899">
                  <c:v>79.900000000000006</c:v>
                </c:pt>
                <c:pt idx="900">
                  <c:v>80</c:v>
                </c:pt>
                <c:pt idx="901">
                  <c:v>80.099999999999994</c:v>
                </c:pt>
                <c:pt idx="902">
                  <c:v>80.2</c:v>
                </c:pt>
                <c:pt idx="903">
                  <c:v>80.3</c:v>
                </c:pt>
                <c:pt idx="904">
                  <c:v>80.400000000000006</c:v>
                </c:pt>
                <c:pt idx="905">
                  <c:v>80.5</c:v>
                </c:pt>
                <c:pt idx="906">
                  <c:v>80.599999999999994</c:v>
                </c:pt>
                <c:pt idx="907">
                  <c:v>80.7</c:v>
                </c:pt>
                <c:pt idx="908">
                  <c:v>80.8</c:v>
                </c:pt>
                <c:pt idx="909">
                  <c:v>80.900000000000006</c:v>
                </c:pt>
                <c:pt idx="910">
                  <c:v>81</c:v>
                </c:pt>
                <c:pt idx="911">
                  <c:v>81.099999999999994</c:v>
                </c:pt>
                <c:pt idx="912">
                  <c:v>81.2</c:v>
                </c:pt>
                <c:pt idx="913">
                  <c:v>81.3</c:v>
                </c:pt>
                <c:pt idx="914">
                  <c:v>81.400000000000006</c:v>
                </c:pt>
                <c:pt idx="915">
                  <c:v>81.5</c:v>
                </c:pt>
                <c:pt idx="916">
                  <c:v>81.599999999999994</c:v>
                </c:pt>
                <c:pt idx="917">
                  <c:v>81.7</c:v>
                </c:pt>
                <c:pt idx="918">
                  <c:v>81.8</c:v>
                </c:pt>
                <c:pt idx="919">
                  <c:v>81.900000000000006</c:v>
                </c:pt>
                <c:pt idx="920">
                  <c:v>82</c:v>
                </c:pt>
                <c:pt idx="921">
                  <c:v>82.1</c:v>
                </c:pt>
                <c:pt idx="922">
                  <c:v>82.2</c:v>
                </c:pt>
                <c:pt idx="923">
                  <c:v>82.3</c:v>
                </c:pt>
                <c:pt idx="924">
                  <c:v>82.4</c:v>
                </c:pt>
                <c:pt idx="925">
                  <c:v>82.5</c:v>
                </c:pt>
                <c:pt idx="926">
                  <c:v>82.6</c:v>
                </c:pt>
                <c:pt idx="927">
                  <c:v>82.7</c:v>
                </c:pt>
                <c:pt idx="928">
                  <c:v>82.8</c:v>
                </c:pt>
                <c:pt idx="929">
                  <c:v>82.9</c:v>
                </c:pt>
                <c:pt idx="930">
                  <c:v>83</c:v>
                </c:pt>
                <c:pt idx="931">
                  <c:v>83.1</c:v>
                </c:pt>
                <c:pt idx="932">
                  <c:v>83.2</c:v>
                </c:pt>
                <c:pt idx="933">
                  <c:v>83.3</c:v>
                </c:pt>
                <c:pt idx="934">
                  <c:v>83.4</c:v>
                </c:pt>
                <c:pt idx="935">
                  <c:v>83.5</c:v>
                </c:pt>
                <c:pt idx="936">
                  <c:v>83.6</c:v>
                </c:pt>
                <c:pt idx="937">
                  <c:v>83.7</c:v>
                </c:pt>
                <c:pt idx="938">
                  <c:v>83.8</c:v>
                </c:pt>
                <c:pt idx="939">
                  <c:v>83.9</c:v>
                </c:pt>
                <c:pt idx="940">
                  <c:v>84</c:v>
                </c:pt>
                <c:pt idx="941">
                  <c:v>84.1</c:v>
                </c:pt>
                <c:pt idx="942">
                  <c:v>84.2</c:v>
                </c:pt>
                <c:pt idx="943">
                  <c:v>84.3</c:v>
                </c:pt>
                <c:pt idx="944">
                  <c:v>84.4</c:v>
                </c:pt>
                <c:pt idx="945">
                  <c:v>84.5</c:v>
                </c:pt>
                <c:pt idx="946">
                  <c:v>84.6</c:v>
                </c:pt>
                <c:pt idx="947">
                  <c:v>84.7</c:v>
                </c:pt>
                <c:pt idx="948">
                  <c:v>84.8</c:v>
                </c:pt>
                <c:pt idx="949">
                  <c:v>84.9</c:v>
                </c:pt>
                <c:pt idx="950">
                  <c:v>85</c:v>
                </c:pt>
                <c:pt idx="951">
                  <c:v>85.1</c:v>
                </c:pt>
                <c:pt idx="952">
                  <c:v>85.2</c:v>
                </c:pt>
                <c:pt idx="953">
                  <c:v>85.3</c:v>
                </c:pt>
                <c:pt idx="954">
                  <c:v>85.4</c:v>
                </c:pt>
                <c:pt idx="955">
                  <c:v>85.5</c:v>
                </c:pt>
                <c:pt idx="956">
                  <c:v>85.6</c:v>
                </c:pt>
                <c:pt idx="957">
                  <c:v>85.7</c:v>
                </c:pt>
                <c:pt idx="958">
                  <c:v>85.8</c:v>
                </c:pt>
                <c:pt idx="959">
                  <c:v>85.9</c:v>
                </c:pt>
                <c:pt idx="960">
                  <c:v>86</c:v>
                </c:pt>
                <c:pt idx="961">
                  <c:v>86.1</c:v>
                </c:pt>
                <c:pt idx="962">
                  <c:v>86.2</c:v>
                </c:pt>
                <c:pt idx="963">
                  <c:v>86.3</c:v>
                </c:pt>
                <c:pt idx="964">
                  <c:v>86.4</c:v>
                </c:pt>
                <c:pt idx="965">
                  <c:v>86.5</c:v>
                </c:pt>
                <c:pt idx="966">
                  <c:v>86.6</c:v>
                </c:pt>
                <c:pt idx="967">
                  <c:v>86.7</c:v>
                </c:pt>
                <c:pt idx="968">
                  <c:v>86.8</c:v>
                </c:pt>
                <c:pt idx="969">
                  <c:v>86.9</c:v>
                </c:pt>
                <c:pt idx="970">
                  <c:v>87</c:v>
                </c:pt>
                <c:pt idx="971">
                  <c:v>87.1</c:v>
                </c:pt>
                <c:pt idx="972">
                  <c:v>87.2</c:v>
                </c:pt>
                <c:pt idx="973">
                  <c:v>87.3</c:v>
                </c:pt>
                <c:pt idx="974">
                  <c:v>87.4</c:v>
                </c:pt>
                <c:pt idx="975">
                  <c:v>87.5</c:v>
                </c:pt>
                <c:pt idx="976">
                  <c:v>87.6</c:v>
                </c:pt>
                <c:pt idx="977">
                  <c:v>87.7</c:v>
                </c:pt>
                <c:pt idx="978">
                  <c:v>87.8</c:v>
                </c:pt>
                <c:pt idx="979">
                  <c:v>87.9</c:v>
                </c:pt>
                <c:pt idx="980">
                  <c:v>88</c:v>
                </c:pt>
                <c:pt idx="981">
                  <c:v>88.1</c:v>
                </c:pt>
                <c:pt idx="982">
                  <c:v>88.2</c:v>
                </c:pt>
                <c:pt idx="983">
                  <c:v>88.3</c:v>
                </c:pt>
                <c:pt idx="984">
                  <c:v>88.4</c:v>
                </c:pt>
                <c:pt idx="985">
                  <c:v>88.5</c:v>
                </c:pt>
                <c:pt idx="986">
                  <c:v>88.6</c:v>
                </c:pt>
                <c:pt idx="987">
                  <c:v>88.7</c:v>
                </c:pt>
                <c:pt idx="988">
                  <c:v>88.8</c:v>
                </c:pt>
                <c:pt idx="989">
                  <c:v>88.9</c:v>
                </c:pt>
                <c:pt idx="990">
                  <c:v>89</c:v>
                </c:pt>
                <c:pt idx="991">
                  <c:v>89.1</c:v>
                </c:pt>
                <c:pt idx="992">
                  <c:v>89.2</c:v>
                </c:pt>
                <c:pt idx="993">
                  <c:v>89.3</c:v>
                </c:pt>
                <c:pt idx="994">
                  <c:v>89.4</c:v>
                </c:pt>
                <c:pt idx="995">
                  <c:v>89.5</c:v>
                </c:pt>
                <c:pt idx="996">
                  <c:v>89.6</c:v>
                </c:pt>
                <c:pt idx="997">
                  <c:v>89.7</c:v>
                </c:pt>
                <c:pt idx="998">
                  <c:v>89.8</c:v>
                </c:pt>
                <c:pt idx="999">
                  <c:v>89.9</c:v>
                </c:pt>
                <c:pt idx="1000">
                  <c:v>90</c:v>
                </c:pt>
                <c:pt idx="1001">
                  <c:v>90.1</c:v>
                </c:pt>
                <c:pt idx="1002">
                  <c:v>90.2</c:v>
                </c:pt>
                <c:pt idx="1003">
                  <c:v>90.3</c:v>
                </c:pt>
                <c:pt idx="1004">
                  <c:v>90.4</c:v>
                </c:pt>
                <c:pt idx="1005">
                  <c:v>90.5</c:v>
                </c:pt>
                <c:pt idx="1006">
                  <c:v>90.6</c:v>
                </c:pt>
                <c:pt idx="1007">
                  <c:v>90.7</c:v>
                </c:pt>
                <c:pt idx="1008">
                  <c:v>90.8</c:v>
                </c:pt>
                <c:pt idx="1009">
                  <c:v>90.9</c:v>
                </c:pt>
                <c:pt idx="1010">
                  <c:v>91</c:v>
                </c:pt>
                <c:pt idx="1011">
                  <c:v>91.1</c:v>
                </c:pt>
                <c:pt idx="1012">
                  <c:v>91.2</c:v>
                </c:pt>
                <c:pt idx="1013">
                  <c:v>91.3</c:v>
                </c:pt>
                <c:pt idx="1014">
                  <c:v>91.4</c:v>
                </c:pt>
                <c:pt idx="1015">
                  <c:v>91.5</c:v>
                </c:pt>
                <c:pt idx="1016">
                  <c:v>91.6</c:v>
                </c:pt>
                <c:pt idx="1017">
                  <c:v>91.7</c:v>
                </c:pt>
                <c:pt idx="1018">
                  <c:v>91.8</c:v>
                </c:pt>
                <c:pt idx="1019">
                  <c:v>91.9</c:v>
                </c:pt>
                <c:pt idx="1020">
                  <c:v>92</c:v>
                </c:pt>
                <c:pt idx="1021">
                  <c:v>92.1</c:v>
                </c:pt>
                <c:pt idx="1022">
                  <c:v>92.2</c:v>
                </c:pt>
                <c:pt idx="1023">
                  <c:v>92.3</c:v>
                </c:pt>
                <c:pt idx="1024">
                  <c:v>92.4</c:v>
                </c:pt>
                <c:pt idx="1025">
                  <c:v>92.5</c:v>
                </c:pt>
                <c:pt idx="1026">
                  <c:v>92.6</c:v>
                </c:pt>
                <c:pt idx="1027">
                  <c:v>92.7</c:v>
                </c:pt>
                <c:pt idx="1028">
                  <c:v>92.8</c:v>
                </c:pt>
                <c:pt idx="1029">
                  <c:v>92.9</c:v>
                </c:pt>
                <c:pt idx="1030">
                  <c:v>93</c:v>
                </c:pt>
                <c:pt idx="1031">
                  <c:v>93.1</c:v>
                </c:pt>
                <c:pt idx="1032">
                  <c:v>93.2</c:v>
                </c:pt>
                <c:pt idx="1033">
                  <c:v>93.3</c:v>
                </c:pt>
                <c:pt idx="1034">
                  <c:v>93.4</c:v>
                </c:pt>
                <c:pt idx="1035">
                  <c:v>93.5</c:v>
                </c:pt>
                <c:pt idx="1036">
                  <c:v>93.6</c:v>
                </c:pt>
                <c:pt idx="1037">
                  <c:v>93.7</c:v>
                </c:pt>
                <c:pt idx="1038">
                  <c:v>93.8</c:v>
                </c:pt>
                <c:pt idx="1039">
                  <c:v>93.9</c:v>
                </c:pt>
                <c:pt idx="1040">
                  <c:v>94</c:v>
                </c:pt>
                <c:pt idx="1041">
                  <c:v>94.1</c:v>
                </c:pt>
                <c:pt idx="1042">
                  <c:v>94.2</c:v>
                </c:pt>
                <c:pt idx="1043">
                  <c:v>94.3</c:v>
                </c:pt>
                <c:pt idx="1044">
                  <c:v>94.4</c:v>
                </c:pt>
                <c:pt idx="1045">
                  <c:v>94.5</c:v>
                </c:pt>
                <c:pt idx="1046">
                  <c:v>94.6</c:v>
                </c:pt>
                <c:pt idx="1047">
                  <c:v>94.7</c:v>
                </c:pt>
                <c:pt idx="1048">
                  <c:v>94.8</c:v>
                </c:pt>
                <c:pt idx="1049">
                  <c:v>94.9</c:v>
                </c:pt>
                <c:pt idx="1050">
                  <c:v>95</c:v>
                </c:pt>
                <c:pt idx="1051">
                  <c:v>95.1</c:v>
                </c:pt>
                <c:pt idx="1052">
                  <c:v>95.2</c:v>
                </c:pt>
                <c:pt idx="1053">
                  <c:v>95.3</c:v>
                </c:pt>
                <c:pt idx="1054">
                  <c:v>95.4</c:v>
                </c:pt>
                <c:pt idx="1055">
                  <c:v>95.5</c:v>
                </c:pt>
                <c:pt idx="1056">
                  <c:v>95.6</c:v>
                </c:pt>
                <c:pt idx="1057">
                  <c:v>95.7</c:v>
                </c:pt>
                <c:pt idx="1058">
                  <c:v>95.8</c:v>
                </c:pt>
                <c:pt idx="1059">
                  <c:v>95.9</c:v>
                </c:pt>
                <c:pt idx="1060">
                  <c:v>96</c:v>
                </c:pt>
                <c:pt idx="1061">
                  <c:v>96.1</c:v>
                </c:pt>
                <c:pt idx="1062">
                  <c:v>96.2</c:v>
                </c:pt>
                <c:pt idx="1063">
                  <c:v>96.3</c:v>
                </c:pt>
                <c:pt idx="1064">
                  <c:v>96.4</c:v>
                </c:pt>
                <c:pt idx="1065">
                  <c:v>96.5</c:v>
                </c:pt>
                <c:pt idx="1066">
                  <c:v>96.6</c:v>
                </c:pt>
                <c:pt idx="1067">
                  <c:v>96.7</c:v>
                </c:pt>
                <c:pt idx="1068">
                  <c:v>96.8</c:v>
                </c:pt>
                <c:pt idx="1069">
                  <c:v>96.9</c:v>
                </c:pt>
                <c:pt idx="1070">
                  <c:v>97</c:v>
                </c:pt>
                <c:pt idx="1071">
                  <c:v>97.1</c:v>
                </c:pt>
                <c:pt idx="1072">
                  <c:v>97.2</c:v>
                </c:pt>
                <c:pt idx="1073">
                  <c:v>97.3</c:v>
                </c:pt>
                <c:pt idx="1074">
                  <c:v>97.4</c:v>
                </c:pt>
                <c:pt idx="1075">
                  <c:v>97.5</c:v>
                </c:pt>
                <c:pt idx="1076">
                  <c:v>97.6</c:v>
                </c:pt>
                <c:pt idx="1077">
                  <c:v>97.7</c:v>
                </c:pt>
                <c:pt idx="1078">
                  <c:v>97.8</c:v>
                </c:pt>
                <c:pt idx="1079">
                  <c:v>97.9</c:v>
                </c:pt>
                <c:pt idx="1080">
                  <c:v>98</c:v>
                </c:pt>
                <c:pt idx="1081">
                  <c:v>98.1</c:v>
                </c:pt>
                <c:pt idx="1082">
                  <c:v>98.2</c:v>
                </c:pt>
                <c:pt idx="1083">
                  <c:v>98.3</c:v>
                </c:pt>
                <c:pt idx="1084">
                  <c:v>98.4</c:v>
                </c:pt>
                <c:pt idx="1085">
                  <c:v>98.5</c:v>
                </c:pt>
                <c:pt idx="1086">
                  <c:v>98.6</c:v>
                </c:pt>
                <c:pt idx="1087">
                  <c:v>98.7</c:v>
                </c:pt>
                <c:pt idx="1088">
                  <c:v>98.8</c:v>
                </c:pt>
                <c:pt idx="1089">
                  <c:v>98.9</c:v>
                </c:pt>
                <c:pt idx="1090">
                  <c:v>99</c:v>
                </c:pt>
                <c:pt idx="1091">
                  <c:v>99.1</c:v>
                </c:pt>
                <c:pt idx="1092">
                  <c:v>99.2</c:v>
                </c:pt>
                <c:pt idx="1093">
                  <c:v>99.3</c:v>
                </c:pt>
                <c:pt idx="1094">
                  <c:v>99.4</c:v>
                </c:pt>
                <c:pt idx="1095">
                  <c:v>99.5</c:v>
                </c:pt>
                <c:pt idx="1096">
                  <c:v>99.6</c:v>
                </c:pt>
                <c:pt idx="1097">
                  <c:v>99.7</c:v>
                </c:pt>
                <c:pt idx="1098">
                  <c:v>99.8</c:v>
                </c:pt>
                <c:pt idx="1099">
                  <c:v>99.9</c:v>
                </c:pt>
                <c:pt idx="1100">
                  <c:v>100</c:v>
                </c:pt>
              </c:numCache>
            </c:numRef>
          </c:cat>
          <c:val>
            <c:numRef>
              <c:f>Sheet9!$E$2:$E$1102</c:f>
              <c:numCache>
                <c:formatCode>0.00E+00</c:formatCode>
                <c:ptCount val="1101"/>
                <c:pt idx="0">
                  <c:v>6536420000</c:v>
                </c:pt>
                <c:pt idx="1">
                  <c:v>6536420000</c:v>
                </c:pt>
                <c:pt idx="2">
                  <c:v>6536420000</c:v>
                </c:pt>
                <c:pt idx="3">
                  <c:v>6536420000</c:v>
                </c:pt>
                <c:pt idx="4">
                  <c:v>6536420000</c:v>
                </c:pt>
                <c:pt idx="5">
                  <c:v>6536420000</c:v>
                </c:pt>
                <c:pt idx="6">
                  <c:v>6536420000</c:v>
                </c:pt>
                <c:pt idx="7">
                  <c:v>6536420000</c:v>
                </c:pt>
                <c:pt idx="8">
                  <c:v>6536420000</c:v>
                </c:pt>
                <c:pt idx="9">
                  <c:v>6536420000</c:v>
                </c:pt>
                <c:pt idx="10">
                  <c:v>6536420000</c:v>
                </c:pt>
                <c:pt idx="11">
                  <c:v>6536420000</c:v>
                </c:pt>
                <c:pt idx="12">
                  <c:v>6536420000</c:v>
                </c:pt>
                <c:pt idx="13">
                  <c:v>6536420000</c:v>
                </c:pt>
                <c:pt idx="14">
                  <c:v>6536420000</c:v>
                </c:pt>
                <c:pt idx="15">
                  <c:v>6536420000</c:v>
                </c:pt>
                <c:pt idx="16">
                  <c:v>6536420000</c:v>
                </c:pt>
                <c:pt idx="17">
                  <c:v>6536420000</c:v>
                </c:pt>
                <c:pt idx="18">
                  <c:v>6536420000</c:v>
                </c:pt>
                <c:pt idx="19">
                  <c:v>6536420000</c:v>
                </c:pt>
                <c:pt idx="20">
                  <c:v>6536420000</c:v>
                </c:pt>
                <c:pt idx="21">
                  <c:v>6536420000</c:v>
                </c:pt>
                <c:pt idx="22">
                  <c:v>6536420000</c:v>
                </c:pt>
                <c:pt idx="23">
                  <c:v>6536420000</c:v>
                </c:pt>
                <c:pt idx="24">
                  <c:v>6536420000</c:v>
                </c:pt>
                <c:pt idx="25">
                  <c:v>6536420000</c:v>
                </c:pt>
                <c:pt idx="26">
                  <c:v>6536420000</c:v>
                </c:pt>
                <c:pt idx="27">
                  <c:v>6536420000</c:v>
                </c:pt>
                <c:pt idx="28">
                  <c:v>6536420000</c:v>
                </c:pt>
                <c:pt idx="29">
                  <c:v>6536420000</c:v>
                </c:pt>
                <c:pt idx="30">
                  <c:v>6536420000</c:v>
                </c:pt>
                <c:pt idx="31">
                  <c:v>6536420000</c:v>
                </c:pt>
                <c:pt idx="32">
                  <c:v>6536420000</c:v>
                </c:pt>
                <c:pt idx="33">
                  <c:v>6536420000</c:v>
                </c:pt>
                <c:pt idx="34">
                  <c:v>6536420000</c:v>
                </c:pt>
                <c:pt idx="35">
                  <c:v>6536420000</c:v>
                </c:pt>
                <c:pt idx="36">
                  <c:v>6536420000</c:v>
                </c:pt>
                <c:pt idx="37">
                  <c:v>6536420000</c:v>
                </c:pt>
                <c:pt idx="38">
                  <c:v>6536420000</c:v>
                </c:pt>
                <c:pt idx="39">
                  <c:v>6536420000</c:v>
                </c:pt>
                <c:pt idx="40">
                  <c:v>6536420000</c:v>
                </c:pt>
                <c:pt idx="41">
                  <c:v>6536420000</c:v>
                </c:pt>
                <c:pt idx="42">
                  <c:v>6536420000</c:v>
                </c:pt>
                <c:pt idx="43">
                  <c:v>6536420000</c:v>
                </c:pt>
                <c:pt idx="44">
                  <c:v>6536420000</c:v>
                </c:pt>
                <c:pt idx="45">
                  <c:v>6536420000</c:v>
                </c:pt>
                <c:pt idx="46">
                  <c:v>6536420000</c:v>
                </c:pt>
                <c:pt idx="47">
                  <c:v>6536420000</c:v>
                </c:pt>
                <c:pt idx="48">
                  <c:v>6536420000</c:v>
                </c:pt>
                <c:pt idx="49">
                  <c:v>6536420000</c:v>
                </c:pt>
                <c:pt idx="50">
                  <c:v>6536420000</c:v>
                </c:pt>
                <c:pt idx="51">
                  <c:v>6536420000</c:v>
                </c:pt>
                <c:pt idx="52">
                  <c:v>6536420000</c:v>
                </c:pt>
                <c:pt idx="53">
                  <c:v>6536420000</c:v>
                </c:pt>
                <c:pt idx="54">
                  <c:v>6536420000</c:v>
                </c:pt>
                <c:pt idx="55">
                  <c:v>6536420000</c:v>
                </c:pt>
                <c:pt idx="56">
                  <c:v>6536420000</c:v>
                </c:pt>
                <c:pt idx="57">
                  <c:v>6536420000</c:v>
                </c:pt>
                <c:pt idx="58">
                  <c:v>6536420000</c:v>
                </c:pt>
                <c:pt idx="59">
                  <c:v>6536420000</c:v>
                </c:pt>
                <c:pt idx="60">
                  <c:v>6536420000</c:v>
                </c:pt>
                <c:pt idx="61">
                  <c:v>6536420000</c:v>
                </c:pt>
                <c:pt idx="62">
                  <c:v>6536420000</c:v>
                </c:pt>
                <c:pt idx="63">
                  <c:v>6536420000</c:v>
                </c:pt>
                <c:pt idx="64">
                  <c:v>6536420000</c:v>
                </c:pt>
                <c:pt idx="65">
                  <c:v>6536420000</c:v>
                </c:pt>
                <c:pt idx="66">
                  <c:v>6536420000</c:v>
                </c:pt>
                <c:pt idx="67">
                  <c:v>6536420000</c:v>
                </c:pt>
                <c:pt idx="68">
                  <c:v>6536420000</c:v>
                </c:pt>
                <c:pt idx="69">
                  <c:v>6536420000</c:v>
                </c:pt>
                <c:pt idx="70">
                  <c:v>6536420000</c:v>
                </c:pt>
                <c:pt idx="71">
                  <c:v>6536420000</c:v>
                </c:pt>
                <c:pt idx="72">
                  <c:v>6536420000</c:v>
                </c:pt>
                <c:pt idx="73">
                  <c:v>6536420000</c:v>
                </c:pt>
                <c:pt idx="74">
                  <c:v>6536420000</c:v>
                </c:pt>
                <c:pt idx="75">
                  <c:v>6536420000</c:v>
                </c:pt>
                <c:pt idx="76">
                  <c:v>6536420000</c:v>
                </c:pt>
                <c:pt idx="77">
                  <c:v>6536420000</c:v>
                </c:pt>
                <c:pt idx="78">
                  <c:v>6536420000</c:v>
                </c:pt>
                <c:pt idx="79">
                  <c:v>6536420000</c:v>
                </c:pt>
                <c:pt idx="80">
                  <c:v>6536420000</c:v>
                </c:pt>
                <c:pt idx="81">
                  <c:v>6536420000</c:v>
                </c:pt>
                <c:pt idx="82">
                  <c:v>6536420000</c:v>
                </c:pt>
                <c:pt idx="83">
                  <c:v>6536420000</c:v>
                </c:pt>
                <c:pt idx="84">
                  <c:v>6536420000</c:v>
                </c:pt>
                <c:pt idx="85">
                  <c:v>6536420000</c:v>
                </c:pt>
                <c:pt idx="86">
                  <c:v>6536420000</c:v>
                </c:pt>
                <c:pt idx="87">
                  <c:v>6536420000</c:v>
                </c:pt>
                <c:pt idx="88">
                  <c:v>6536420000</c:v>
                </c:pt>
                <c:pt idx="89">
                  <c:v>6536420000</c:v>
                </c:pt>
                <c:pt idx="90">
                  <c:v>6536420000</c:v>
                </c:pt>
                <c:pt idx="91">
                  <c:v>6536420000</c:v>
                </c:pt>
                <c:pt idx="92">
                  <c:v>6536420000</c:v>
                </c:pt>
                <c:pt idx="93">
                  <c:v>6536420000</c:v>
                </c:pt>
                <c:pt idx="94">
                  <c:v>6536420000</c:v>
                </c:pt>
                <c:pt idx="95">
                  <c:v>6536420000</c:v>
                </c:pt>
                <c:pt idx="96">
                  <c:v>6536420000</c:v>
                </c:pt>
                <c:pt idx="97">
                  <c:v>6536420000</c:v>
                </c:pt>
                <c:pt idx="98">
                  <c:v>6536420000</c:v>
                </c:pt>
                <c:pt idx="99">
                  <c:v>6536420000</c:v>
                </c:pt>
                <c:pt idx="100">
                  <c:v>6536420000</c:v>
                </c:pt>
                <c:pt idx="101">
                  <c:v>6536420000</c:v>
                </c:pt>
                <c:pt idx="102">
                  <c:v>6536420000</c:v>
                </c:pt>
                <c:pt idx="103">
                  <c:v>6536420000</c:v>
                </c:pt>
                <c:pt idx="104">
                  <c:v>6536420000</c:v>
                </c:pt>
                <c:pt idx="105">
                  <c:v>6536420000</c:v>
                </c:pt>
                <c:pt idx="106">
                  <c:v>6536420000</c:v>
                </c:pt>
                <c:pt idx="107">
                  <c:v>6536420000</c:v>
                </c:pt>
                <c:pt idx="108">
                  <c:v>6536420000</c:v>
                </c:pt>
                <c:pt idx="109">
                  <c:v>6536420000</c:v>
                </c:pt>
                <c:pt idx="110">
                  <c:v>6536420000</c:v>
                </c:pt>
                <c:pt idx="111">
                  <c:v>6536420000</c:v>
                </c:pt>
                <c:pt idx="112">
                  <c:v>6536420000</c:v>
                </c:pt>
                <c:pt idx="113">
                  <c:v>6536420000</c:v>
                </c:pt>
                <c:pt idx="114">
                  <c:v>6536420000</c:v>
                </c:pt>
                <c:pt idx="115">
                  <c:v>6536420000</c:v>
                </c:pt>
                <c:pt idx="116">
                  <c:v>6536420000</c:v>
                </c:pt>
                <c:pt idx="117">
                  <c:v>6536420000</c:v>
                </c:pt>
                <c:pt idx="118">
                  <c:v>6536420000</c:v>
                </c:pt>
                <c:pt idx="119">
                  <c:v>6536420000</c:v>
                </c:pt>
                <c:pt idx="120">
                  <c:v>6536420000</c:v>
                </c:pt>
                <c:pt idx="121">
                  <c:v>6536420000</c:v>
                </c:pt>
                <c:pt idx="122">
                  <c:v>6536420000</c:v>
                </c:pt>
                <c:pt idx="123">
                  <c:v>6536420000</c:v>
                </c:pt>
                <c:pt idx="124">
                  <c:v>6536420000</c:v>
                </c:pt>
                <c:pt idx="125">
                  <c:v>6536420000</c:v>
                </c:pt>
                <c:pt idx="126">
                  <c:v>6536420000</c:v>
                </c:pt>
                <c:pt idx="127">
                  <c:v>6536420000</c:v>
                </c:pt>
                <c:pt idx="128">
                  <c:v>6536420000</c:v>
                </c:pt>
                <c:pt idx="129">
                  <c:v>6536420000</c:v>
                </c:pt>
                <c:pt idx="130">
                  <c:v>6536420000</c:v>
                </c:pt>
                <c:pt idx="131">
                  <c:v>6536420000</c:v>
                </c:pt>
                <c:pt idx="132">
                  <c:v>6536420000</c:v>
                </c:pt>
                <c:pt idx="133">
                  <c:v>6536420000</c:v>
                </c:pt>
                <c:pt idx="134">
                  <c:v>6536420000</c:v>
                </c:pt>
                <c:pt idx="135">
                  <c:v>6536420000</c:v>
                </c:pt>
                <c:pt idx="136">
                  <c:v>6536420000</c:v>
                </c:pt>
                <c:pt idx="137">
                  <c:v>6536420000</c:v>
                </c:pt>
                <c:pt idx="138">
                  <c:v>6536420000</c:v>
                </c:pt>
                <c:pt idx="139">
                  <c:v>6536420000</c:v>
                </c:pt>
                <c:pt idx="140">
                  <c:v>6536420000</c:v>
                </c:pt>
                <c:pt idx="141">
                  <c:v>6536420000</c:v>
                </c:pt>
                <c:pt idx="142">
                  <c:v>6536420000</c:v>
                </c:pt>
                <c:pt idx="143">
                  <c:v>6536420000</c:v>
                </c:pt>
                <c:pt idx="144">
                  <c:v>6536420000</c:v>
                </c:pt>
                <c:pt idx="145">
                  <c:v>6536420000</c:v>
                </c:pt>
                <c:pt idx="146">
                  <c:v>6536420000</c:v>
                </c:pt>
                <c:pt idx="147">
                  <c:v>6536420000</c:v>
                </c:pt>
                <c:pt idx="148">
                  <c:v>6536420000</c:v>
                </c:pt>
                <c:pt idx="149">
                  <c:v>6536420000</c:v>
                </c:pt>
                <c:pt idx="150">
                  <c:v>6536420000</c:v>
                </c:pt>
                <c:pt idx="151">
                  <c:v>6536420000</c:v>
                </c:pt>
                <c:pt idx="152">
                  <c:v>6536420000</c:v>
                </c:pt>
                <c:pt idx="153">
                  <c:v>6536420000</c:v>
                </c:pt>
                <c:pt idx="154">
                  <c:v>6536420000</c:v>
                </c:pt>
                <c:pt idx="155">
                  <c:v>6536420000</c:v>
                </c:pt>
                <c:pt idx="156">
                  <c:v>6536420000</c:v>
                </c:pt>
                <c:pt idx="157">
                  <c:v>6536420000</c:v>
                </c:pt>
                <c:pt idx="158">
                  <c:v>6536420000</c:v>
                </c:pt>
                <c:pt idx="159">
                  <c:v>6536420000</c:v>
                </c:pt>
                <c:pt idx="160">
                  <c:v>6536420000</c:v>
                </c:pt>
                <c:pt idx="161">
                  <c:v>6536420000</c:v>
                </c:pt>
                <c:pt idx="162">
                  <c:v>6536420000</c:v>
                </c:pt>
                <c:pt idx="163">
                  <c:v>6536420000</c:v>
                </c:pt>
                <c:pt idx="164">
                  <c:v>6536420000</c:v>
                </c:pt>
                <c:pt idx="165">
                  <c:v>6536420000</c:v>
                </c:pt>
                <c:pt idx="166">
                  <c:v>6536420000</c:v>
                </c:pt>
                <c:pt idx="167">
                  <c:v>6536420000</c:v>
                </c:pt>
                <c:pt idx="168">
                  <c:v>6536420000</c:v>
                </c:pt>
                <c:pt idx="169">
                  <c:v>6536420000</c:v>
                </c:pt>
                <c:pt idx="170">
                  <c:v>6536420000</c:v>
                </c:pt>
                <c:pt idx="171">
                  <c:v>6536420000</c:v>
                </c:pt>
                <c:pt idx="172">
                  <c:v>6536420000</c:v>
                </c:pt>
                <c:pt idx="173">
                  <c:v>6536420000</c:v>
                </c:pt>
                <c:pt idx="174">
                  <c:v>6536420000</c:v>
                </c:pt>
                <c:pt idx="175">
                  <c:v>6536420000</c:v>
                </c:pt>
                <c:pt idx="176">
                  <c:v>6536420000</c:v>
                </c:pt>
                <c:pt idx="177">
                  <c:v>6536420000</c:v>
                </c:pt>
                <c:pt idx="178">
                  <c:v>6536420000</c:v>
                </c:pt>
                <c:pt idx="179">
                  <c:v>6536420000</c:v>
                </c:pt>
                <c:pt idx="180">
                  <c:v>6536420000</c:v>
                </c:pt>
                <c:pt idx="181">
                  <c:v>6536420000</c:v>
                </c:pt>
                <c:pt idx="182">
                  <c:v>6536420000</c:v>
                </c:pt>
                <c:pt idx="183">
                  <c:v>6536420000</c:v>
                </c:pt>
                <c:pt idx="184">
                  <c:v>6536420000</c:v>
                </c:pt>
                <c:pt idx="185">
                  <c:v>6536420000</c:v>
                </c:pt>
                <c:pt idx="186">
                  <c:v>6536420000</c:v>
                </c:pt>
                <c:pt idx="187">
                  <c:v>6536420000</c:v>
                </c:pt>
                <c:pt idx="188">
                  <c:v>6536420000</c:v>
                </c:pt>
                <c:pt idx="189">
                  <c:v>6536420000</c:v>
                </c:pt>
                <c:pt idx="190">
                  <c:v>6536420000</c:v>
                </c:pt>
                <c:pt idx="191">
                  <c:v>6536420000</c:v>
                </c:pt>
                <c:pt idx="192">
                  <c:v>6536420000</c:v>
                </c:pt>
                <c:pt idx="193">
                  <c:v>6536420000</c:v>
                </c:pt>
                <c:pt idx="194">
                  <c:v>6536420000</c:v>
                </c:pt>
                <c:pt idx="195">
                  <c:v>6536420000</c:v>
                </c:pt>
                <c:pt idx="196">
                  <c:v>6536420000</c:v>
                </c:pt>
                <c:pt idx="197">
                  <c:v>6536420000</c:v>
                </c:pt>
                <c:pt idx="198">
                  <c:v>6536420000</c:v>
                </c:pt>
                <c:pt idx="199">
                  <c:v>6536420000</c:v>
                </c:pt>
                <c:pt idx="200">
                  <c:v>6536420000</c:v>
                </c:pt>
                <c:pt idx="201">
                  <c:v>6536420000</c:v>
                </c:pt>
                <c:pt idx="202">
                  <c:v>6536420000</c:v>
                </c:pt>
                <c:pt idx="203">
                  <c:v>6536420000</c:v>
                </c:pt>
                <c:pt idx="204">
                  <c:v>6536420000</c:v>
                </c:pt>
                <c:pt idx="205">
                  <c:v>6536420000</c:v>
                </c:pt>
                <c:pt idx="206">
                  <c:v>6536420000</c:v>
                </c:pt>
                <c:pt idx="207">
                  <c:v>6536420000</c:v>
                </c:pt>
                <c:pt idx="208">
                  <c:v>6536420000</c:v>
                </c:pt>
                <c:pt idx="209">
                  <c:v>6536420000</c:v>
                </c:pt>
                <c:pt idx="210">
                  <c:v>6536420000</c:v>
                </c:pt>
                <c:pt idx="211">
                  <c:v>6536420000</c:v>
                </c:pt>
                <c:pt idx="212">
                  <c:v>6536420000</c:v>
                </c:pt>
                <c:pt idx="213">
                  <c:v>6536420000</c:v>
                </c:pt>
                <c:pt idx="214">
                  <c:v>6536420000</c:v>
                </c:pt>
                <c:pt idx="215">
                  <c:v>6536420000</c:v>
                </c:pt>
                <c:pt idx="216">
                  <c:v>6536420000</c:v>
                </c:pt>
                <c:pt idx="217">
                  <c:v>6536420000</c:v>
                </c:pt>
                <c:pt idx="218">
                  <c:v>6536420000</c:v>
                </c:pt>
                <c:pt idx="219">
                  <c:v>6536420000</c:v>
                </c:pt>
                <c:pt idx="220">
                  <c:v>6536420000</c:v>
                </c:pt>
                <c:pt idx="221">
                  <c:v>6536420000</c:v>
                </c:pt>
                <c:pt idx="222">
                  <c:v>6536420000</c:v>
                </c:pt>
                <c:pt idx="223">
                  <c:v>6536420000</c:v>
                </c:pt>
                <c:pt idx="224">
                  <c:v>6536420000</c:v>
                </c:pt>
                <c:pt idx="225">
                  <c:v>6536420000</c:v>
                </c:pt>
                <c:pt idx="226">
                  <c:v>6536420000</c:v>
                </c:pt>
                <c:pt idx="227">
                  <c:v>6536420000</c:v>
                </c:pt>
                <c:pt idx="228">
                  <c:v>6536420000</c:v>
                </c:pt>
                <c:pt idx="229">
                  <c:v>6536420000</c:v>
                </c:pt>
                <c:pt idx="230">
                  <c:v>6536420000</c:v>
                </c:pt>
                <c:pt idx="231">
                  <c:v>6536420000</c:v>
                </c:pt>
                <c:pt idx="232">
                  <c:v>6536420000</c:v>
                </c:pt>
                <c:pt idx="233">
                  <c:v>6536420000</c:v>
                </c:pt>
                <c:pt idx="234">
                  <c:v>6536420000</c:v>
                </c:pt>
                <c:pt idx="235">
                  <c:v>6536420000</c:v>
                </c:pt>
                <c:pt idx="236">
                  <c:v>6536420000</c:v>
                </c:pt>
                <c:pt idx="237">
                  <c:v>6536420000</c:v>
                </c:pt>
                <c:pt idx="238">
                  <c:v>6536420000</c:v>
                </c:pt>
                <c:pt idx="239">
                  <c:v>6536420000</c:v>
                </c:pt>
                <c:pt idx="240">
                  <c:v>6536420000</c:v>
                </c:pt>
                <c:pt idx="241">
                  <c:v>6536420000</c:v>
                </c:pt>
                <c:pt idx="242">
                  <c:v>6536420000</c:v>
                </c:pt>
                <c:pt idx="243">
                  <c:v>6536420000</c:v>
                </c:pt>
                <c:pt idx="244">
                  <c:v>6536420000</c:v>
                </c:pt>
                <c:pt idx="245">
                  <c:v>6536420000</c:v>
                </c:pt>
                <c:pt idx="246">
                  <c:v>6536420000</c:v>
                </c:pt>
                <c:pt idx="247">
                  <c:v>6536420000</c:v>
                </c:pt>
                <c:pt idx="248">
                  <c:v>6536420000</c:v>
                </c:pt>
                <c:pt idx="249">
                  <c:v>6536420000</c:v>
                </c:pt>
                <c:pt idx="250">
                  <c:v>6536420000</c:v>
                </c:pt>
                <c:pt idx="251">
                  <c:v>6536420000</c:v>
                </c:pt>
                <c:pt idx="252">
                  <c:v>6536420000</c:v>
                </c:pt>
                <c:pt idx="253">
                  <c:v>6536420000</c:v>
                </c:pt>
                <c:pt idx="254">
                  <c:v>6536420000</c:v>
                </c:pt>
                <c:pt idx="255">
                  <c:v>6536420000</c:v>
                </c:pt>
                <c:pt idx="256">
                  <c:v>6536420000</c:v>
                </c:pt>
                <c:pt idx="257">
                  <c:v>6536420000</c:v>
                </c:pt>
                <c:pt idx="258">
                  <c:v>6536420000</c:v>
                </c:pt>
                <c:pt idx="259">
                  <c:v>6536420000</c:v>
                </c:pt>
                <c:pt idx="260">
                  <c:v>6536420000</c:v>
                </c:pt>
                <c:pt idx="261">
                  <c:v>6536420000</c:v>
                </c:pt>
                <c:pt idx="262">
                  <c:v>6536420000</c:v>
                </c:pt>
                <c:pt idx="263">
                  <c:v>6536420000</c:v>
                </c:pt>
                <c:pt idx="264">
                  <c:v>6536420000</c:v>
                </c:pt>
                <c:pt idx="265">
                  <c:v>6536420000</c:v>
                </c:pt>
                <c:pt idx="266">
                  <c:v>6536420000</c:v>
                </c:pt>
                <c:pt idx="267">
                  <c:v>6536420000</c:v>
                </c:pt>
                <c:pt idx="268">
                  <c:v>6536420000</c:v>
                </c:pt>
                <c:pt idx="269">
                  <c:v>6536420000</c:v>
                </c:pt>
                <c:pt idx="270">
                  <c:v>6536420000</c:v>
                </c:pt>
                <c:pt idx="271">
                  <c:v>6536420000</c:v>
                </c:pt>
                <c:pt idx="272">
                  <c:v>6536420000</c:v>
                </c:pt>
                <c:pt idx="273">
                  <c:v>6536420000</c:v>
                </c:pt>
                <c:pt idx="274">
                  <c:v>6536420000</c:v>
                </c:pt>
                <c:pt idx="275">
                  <c:v>6536420000</c:v>
                </c:pt>
                <c:pt idx="276">
                  <c:v>6536420000</c:v>
                </c:pt>
                <c:pt idx="277">
                  <c:v>6536420000</c:v>
                </c:pt>
                <c:pt idx="278">
                  <c:v>6536420000</c:v>
                </c:pt>
                <c:pt idx="279">
                  <c:v>6536420000</c:v>
                </c:pt>
                <c:pt idx="280">
                  <c:v>6536420000</c:v>
                </c:pt>
                <c:pt idx="281">
                  <c:v>6536420000</c:v>
                </c:pt>
                <c:pt idx="282">
                  <c:v>6536420000</c:v>
                </c:pt>
                <c:pt idx="283">
                  <c:v>6536420000</c:v>
                </c:pt>
                <c:pt idx="284">
                  <c:v>6536420000</c:v>
                </c:pt>
                <c:pt idx="285">
                  <c:v>6536420000</c:v>
                </c:pt>
                <c:pt idx="286">
                  <c:v>6536420000</c:v>
                </c:pt>
                <c:pt idx="287">
                  <c:v>6536420000</c:v>
                </c:pt>
                <c:pt idx="288">
                  <c:v>6536420000</c:v>
                </c:pt>
                <c:pt idx="289">
                  <c:v>6536420000</c:v>
                </c:pt>
                <c:pt idx="290">
                  <c:v>6536420000</c:v>
                </c:pt>
                <c:pt idx="291">
                  <c:v>6536420000</c:v>
                </c:pt>
                <c:pt idx="292">
                  <c:v>6536420000</c:v>
                </c:pt>
                <c:pt idx="293">
                  <c:v>6536420000</c:v>
                </c:pt>
                <c:pt idx="294">
                  <c:v>6536420000</c:v>
                </c:pt>
                <c:pt idx="295">
                  <c:v>6536420000</c:v>
                </c:pt>
                <c:pt idx="296">
                  <c:v>6536420000</c:v>
                </c:pt>
                <c:pt idx="297">
                  <c:v>6536420000</c:v>
                </c:pt>
                <c:pt idx="298">
                  <c:v>6536420000</c:v>
                </c:pt>
                <c:pt idx="299">
                  <c:v>6536420000</c:v>
                </c:pt>
                <c:pt idx="300">
                  <c:v>6536420000</c:v>
                </c:pt>
                <c:pt idx="301">
                  <c:v>6536420000</c:v>
                </c:pt>
                <c:pt idx="302">
                  <c:v>6536420000</c:v>
                </c:pt>
                <c:pt idx="303">
                  <c:v>6536420000</c:v>
                </c:pt>
                <c:pt idx="304">
                  <c:v>6536420000</c:v>
                </c:pt>
                <c:pt idx="305">
                  <c:v>6536420000</c:v>
                </c:pt>
                <c:pt idx="306">
                  <c:v>6536420000</c:v>
                </c:pt>
                <c:pt idx="307">
                  <c:v>6536420000</c:v>
                </c:pt>
                <c:pt idx="308">
                  <c:v>6536420000</c:v>
                </c:pt>
                <c:pt idx="309">
                  <c:v>6536420000</c:v>
                </c:pt>
                <c:pt idx="310">
                  <c:v>6536420000</c:v>
                </c:pt>
                <c:pt idx="311">
                  <c:v>6536420000</c:v>
                </c:pt>
                <c:pt idx="312">
                  <c:v>6536420000</c:v>
                </c:pt>
                <c:pt idx="313">
                  <c:v>6536420000</c:v>
                </c:pt>
                <c:pt idx="314">
                  <c:v>6536420000</c:v>
                </c:pt>
                <c:pt idx="315">
                  <c:v>6536420000</c:v>
                </c:pt>
                <c:pt idx="316">
                  <c:v>6536420000</c:v>
                </c:pt>
                <c:pt idx="317">
                  <c:v>6536420000</c:v>
                </c:pt>
                <c:pt idx="318">
                  <c:v>6536420000</c:v>
                </c:pt>
                <c:pt idx="319">
                  <c:v>6536420000</c:v>
                </c:pt>
                <c:pt idx="320">
                  <c:v>6536420000</c:v>
                </c:pt>
                <c:pt idx="321">
                  <c:v>6536420000</c:v>
                </c:pt>
                <c:pt idx="322">
                  <c:v>6536420000</c:v>
                </c:pt>
                <c:pt idx="323">
                  <c:v>6536420000</c:v>
                </c:pt>
                <c:pt idx="324">
                  <c:v>6536420000</c:v>
                </c:pt>
                <c:pt idx="325">
                  <c:v>6536420000</c:v>
                </c:pt>
                <c:pt idx="326">
                  <c:v>6536420000</c:v>
                </c:pt>
                <c:pt idx="327">
                  <c:v>6536420000</c:v>
                </c:pt>
                <c:pt idx="328">
                  <c:v>6536420000</c:v>
                </c:pt>
                <c:pt idx="329">
                  <c:v>6536420000</c:v>
                </c:pt>
                <c:pt idx="330">
                  <c:v>6536420000</c:v>
                </c:pt>
                <c:pt idx="331">
                  <c:v>6536420000</c:v>
                </c:pt>
                <c:pt idx="332">
                  <c:v>6536420000</c:v>
                </c:pt>
                <c:pt idx="333">
                  <c:v>6536420000</c:v>
                </c:pt>
                <c:pt idx="334">
                  <c:v>6536420000</c:v>
                </c:pt>
                <c:pt idx="335">
                  <c:v>6536420000</c:v>
                </c:pt>
                <c:pt idx="336">
                  <c:v>6536420000</c:v>
                </c:pt>
                <c:pt idx="337">
                  <c:v>6536420000</c:v>
                </c:pt>
                <c:pt idx="338">
                  <c:v>6536420000</c:v>
                </c:pt>
                <c:pt idx="339">
                  <c:v>6536420000</c:v>
                </c:pt>
                <c:pt idx="340">
                  <c:v>6536420000</c:v>
                </c:pt>
                <c:pt idx="341">
                  <c:v>6536420000</c:v>
                </c:pt>
                <c:pt idx="342">
                  <c:v>6536420000</c:v>
                </c:pt>
                <c:pt idx="343">
                  <c:v>6536420000</c:v>
                </c:pt>
                <c:pt idx="344">
                  <c:v>6536420000</c:v>
                </c:pt>
                <c:pt idx="345">
                  <c:v>6536420000</c:v>
                </c:pt>
                <c:pt idx="346">
                  <c:v>6536420000</c:v>
                </c:pt>
                <c:pt idx="347">
                  <c:v>6536420000</c:v>
                </c:pt>
                <c:pt idx="348">
                  <c:v>6536420000</c:v>
                </c:pt>
                <c:pt idx="349">
                  <c:v>6536420000</c:v>
                </c:pt>
                <c:pt idx="350">
                  <c:v>6536420000</c:v>
                </c:pt>
                <c:pt idx="351">
                  <c:v>6536420000</c:v>
                </c:pt>
                <c:pt idx="352">
                  <c:v>6536420000</c:v>
                </c:pt>
                <c:pt idx="353">
                  <c:v>6536420000</c:v>
                </c:pt>
                <c:pt idx="354">
                  <c:v>6536420000</c:v>
                </c:pt>
                <c:pt idx="355">
                  <c:v>6536420000</c:v>
                </c:pt>
                <c:pt idx="356">
                  <c:v>6536420000</c:v>
                </c:pt>
                <c:pt idx="357">
                  <c:v>6536420000</c:v>
                </c:pt>
                <c:pt idx="358">
                  <c:v>6536420000</c:v>
                </c:pt>
                <c:pt idx="359">
                  <c:v>6536420000</c:v>
                </c:pt>
                <c:pt idx="360">
                  <c:v>6536420000</c:v>
                </c:pt>
                <c:pt idx="361">
                  <c:v>6536420000</c:v>
                </c:pt>
                <c:pt idx="362">
                  <c:v>6536420000</c:v>
                </c:pt>
                <c:pt idx="363">
                  <c:v>6536420000</c:v>
                </c:pt>
                <c:pt idx="364">
                  <c:v>6536420000</c:v>
                </c:pt>
                <c:pt idx="365">
                  <c:v>6536420000</c:v>
                </c:pt>
                <c:pt idx="366">
                  <c:v>6536420000</c:v>
                </c:pt>
                <c:pt idx="367">
                  <c:v>6536420000</c:v>
                </c:pt>
                <c:pt idx="368">
                  <c:v>6536420000</c:v>
                </c:pt>
                <c:pt idx="369">
                  <c:v>6536420000</c:v>
                </c:pt>
                <c:pt idx="370">
                  <c:v>6536410000</c:v>
                </c:pt>
                <c:pt idx="371">
                  <c:v>6536410000</c:v>
                </c:pt>
                <c:pt idx="372">
                  <c:v>6536410000</c:v>
                </c:pt>
                <c:pt idx="373">
                  <c:v>6536410000</c:v>
                </c:pt>
                <c:pt idx="374">
                  <c:v>6536410000</c:v>
                </c:pt>
                <c:pt idx="375">
                  <c:v>6536410000</c:v>
                </c:pt>
                <c:pt idx="376">
                  <c:v>6536410000</c:v>
                </c:pt>
                <c:pt idx="377">
                  <c:v>6536410000</c:v>
                </c:pt>
                <c:pt idx="378">
                  <c:v>6536410000</c:v>
                </c:pt>
                <c:pt idx="379">
                  <c:v>6536410000</c:v>
                </c:pt>
                <c:pt idx="380">
                  <c:v>6536410000</c:v>
                </c:pt>
                <c:pt idx="381">
                  <c:v>6536410000</c:v>
                </c:pt>
                <c:pt idx="382">
                  <c:v>6536410000</c:v>
                </c:pt>
                <c:pt idx="383">
                  <c:v>6536410000</c:v>
                </c:pt>
                <c:pt idx="384">
                  <c:v>6536410000</c:v>
                </c:pt>
                <c:pt idx="385">
                  <c:v>6536410000</c:v>
                </c:pt>
                <c:pt idx="386">
                  <c:v>6536410000</c:v>
                </c:pt>
                <c:pt idx="387">
                  <c:v>6536410000</c:v>
                </c:pt>
                <c:pt idx="388">
                  <c:v>6536410000</c:v>
                </c:pt>
                <c:pt idx="389">
                  <c:v>6536410000</c:v>
                </c:pt>
                <c:pt idx="390">
                  <c:v>6536410000</c:v>
                </c:pt>
                <c:pt idx="391">
                  <c:v>6536410000</c:v>
                </c:pt>
                <c:pt idx="392">
                  <c:v>6536410000</c:v>
                </c:pt>
                <c:pt idx="393">
                  <c:v>6536410000</c:v>
                </c:pt>
                <c:pt idx="394">
                  <c:v>6536410000</c:v>
                </c:pt>
                <c:pt idx="395">
                  <c:v>6536410000</c:v>
                </c:pt>
                <c:pt idx="396">
                  <c:v>6536410000</c:v>
                </c:pt>
                <c:pt idx="397">
                  <c:v>6536410000</c:v>
                </c:pt>
                <c:pt idx="398">
                  <c:v>6536400000</c:v>
                </c:pt>
                <c:pt idx="399">
                  <c:v>6536400000</c:v>
                </c:pt>
                <c:pt idx="400">
                  <c:v>6536400000</c:v>
                </c:pt>
                <c:pt idx="401">
                  <c:v>6536400000</c:v>
                </c:pt>
                <c:pt idx="402">
                  <c:v>6536400000</c:v>
                </c:pt>
                <c:pt idx="403">
                  <c:v>6536400000</c:v>
                </c:pt>
                <c:pt idx="404">
                  <c:v>6536400000</c:v>
                </c:pt>
                <c:pt idx="405">
                  <c:v>6536400000</c:v>
                </c:pt>
                <c:pt idx="406">
                  <c:v>6536400000</c:v>
                </c:pt>
                <c:pt idx="407">
                  <c:v>6536400000</c:v>
                </c:pt>
                <c:pt idx="408">
                  <c:v>6536400000</c:v>
                </c:pt>
                <c:pt idx="409">
                  <c:v>6536400000</c:v>
                </c:pt>
                <c:pt idx="410">
                  <c:v>6536400000</c:v>
                </c:pt>
                <c:pt idx="411">
                  <c:v>6536400000</c:v>
                </c:pt>
                <c:pt idx="412">
                  <c:v>6536390000</c:v>
                </c:pt>
                <c:pt idx="413">
                  <c:v>6536390000</c:v>
                </c:pt>
                <c:pt idx="414">
                  <c:v>6536390000</c:v>
                </c:pt>
                <c:pt idx="415">
                  <c:v>6536390000</c:v>
                </c:pt>
                <c:pt idx="416">
                  <c:v>6536390000</c:v>
                </c:pt>
                <c:pt idx="417">
                  <c:v>6536390000</c:v>
                </c:pt>
                <c:pt idx="418">
                  <c:v>6536390000</c:v>
                </c:pt>
                <c:pt idx="419">
                  <c:v>6536390000</c:v>
                </c:pt>
                <c:pt idx="420">
                  <c:v>6536390000</c:v>
                </c:pt>
                <c:pt idx="421">
                  <c:v>6536380000</c:v>
                </c:pt>
                <c:pt idx="422">
                  <c:v>6536380000</c:v>
                </c:pt>
                <c:pt idx="423">
                  <c:v>6536380000</c:v>
                </c:pt>
                <c:pt idx="424">
                  <c:v>6536380000</c:v>
                </c:pt>
                <c:pt idx="425">
                  <c:v>6536380000</c:v>
                </c:pt>
                <c:pt idx="426">
                  <c:v>6536380000</c:v>
                </c:pt>
                <c:pt idx="427">
                  <c:v>6536380000</c:v>
                </c:pt>
                <c:pt idx="428">
                  <c:v>6536370000</c:v>
                </c:pt>
                <c:pt idx="429">
                  <c:v>6536370000</c:v>
                </c:pt>
                <c:pt idx="430">
                  <c:v>6536370000</c:v>
                </c:pt>
                <c:pt idx="431">
                  <c:v>6536370000</c:v>
                </c:pt>
                <c:pt idx="432">
                  <c:v>6536370000</c:v>
                </c:pt>
                <c:pt idx="433">
                  <c:v>6536370000</c:v>
                </c:pt>
                <c:pt idx="434">
                  <c:v>6536360000</c:v>
                </c:pt>
                <c:pt idx="435">
                  <c:v>6536360000</c:v>
                </c:pt>
                <c:pt idx="436">
                  <c:v>6536360000</c:v>
                </c:pt>
                <c:pt idx="437">
                  <c:v>6536360000</c:v>
                </c:pt>
                <c:pt idx="438">
                  <c:v>6536350000</c:v>
                </c:pt>
                <c:pt idx="439">
                  <c:v>6536350000</c:v>
                </c:pt>
                <c:pt idx="440">
                  <c:v>6536350000</c:v>
                </c:pt>
                <c:pt idx="441">
                  <c:v>6536350000</c:v>
                </c:pt>
                <c:pt idx="442">
                  <c:v>6536340000</c:v>
                </c:pt>
                <c:pt idx="443">
                  <c:v>6536340000</c:v>
                </c:pt>
                <c:pt idx="444">
                  <c:v>6536340000</c:v>
                </c:pt>
                <c:pt idx="445">
                  <c:v>6536340000</c:v>
                </c:pt>
                <c:pt idx="446">
                  <c:v>6536330000</c:v>
                </c:pt>
                <c:pt idx="447">
                  <c:v>6536330000</c:v>
                </c:pt>
                <c:pt idx="448">
                  <c:v>6536330000</c:v>
                </c:pt>
                <c:pt idx="449">
                  <c:v>6536320000</c:v>
                </c:pt>
                <c:pt idx="450">
                  <c:v>6536320000</c:v>
                </c:pt>
                <c:pt idx="451">
                  <c:v>6536320000</c:v>
                </c:pt>
                <c:pt idx="452">
                  <c:v>6536310000</c:v>
                </c:pt>
                <c:pt idx="453">
                  <c:v>6536310000</c:v>
                </c:pt>
                <c:pt idx="454">
                  <c:v>6536300000</c:v>
                </c:pt>
                <c:pt idx="455">
                  <c:v>6536300000</c:v>
                </c:pt>
                <c:pt idx="456">
                  <c:v>6536300000</c:v>
                </c:pt>
                <c:pt idx="457">
                  <c:v>6536290000</c:v>
                </c:pt>
                <c:pt idx="458">
                  <c:v>6536290000</c:v>
                </c:pt>
                <c:pt idx="459">
                  <c:v>6536280000</c:v>
                </c:pt>
                <c:pt idx="460">
                  <c:v>6536280000</c:v>
                </c:pt>
                <c:pt idx="461">
                  <c:v>6536270000</c:v>
                </c:pt>
                <c:pt idx="462">
                  <c:v>6536270000</c:v>
                </c:pt>
                <c:pt idx="463">
                  <c:v>6536260000</c:v>
                </c:pt>
                <c:pt idx="464">
                  <c:v>6536250000</c:v>
                </c:pt>
                <c:pt idx="465">
                  <c:v>6536250000</c:v>
                </c:pt>
                <c:pt idx="466">
                  <c:v>6536240000</c:v>
                </c:pt>
                <c:pt idx="467">
                  <c:v>6536240000</c:v>
                </c:pt>
                <c:pt idx="468">
                  <c:v>6536230000</c:v>
                </c:pt>
                <c:pt idx="469">
                  <c:v>6536220000</c:v>
                </c:pt>
                <c:pt idx="470">
                  <c:v>6536220000</c:v>
                </c:pt>
                <c:pt idx="471">
                  <c:v>6536210000</c:v>
                </c:pt>
                <c:pt idx="472">
                  <c:v>6536200000</c:v>
                </c:pt>
                <c:pt idx="473">
                  <c:v>6536190000</c:v>
                </c:pt>
                <c:pt idx="474">
                  <c:v>6536180000</c:v>
                </c:pt>
                <c:pt idx="475">
                  <c:v>6536180000</c:v>
                </c:pt>
                <c:pt idx="476">
                  <c:v>6536170000</c:v>
                </c:pt>
                <c:pt idx="477">
                  <c:v>6536160000</c:v>
                </c:pt>
                <c:pt idx="478">
                  <c:v>6536150000</c:v>
                </c:pt>
                <c:pt idx="479">
                  <c:v>6536140000</c:v>
                </c:pt>
                <c:pt idx="480">
                  <c:v>6536130000</c:v>
                </c:pt>
                <c:pt idx="481">
                  <c:v>6536120000</c:v>
                </c:pt>
                <c:pt idx="482">
                  <c:v>6536110000</c:v>
                </c:pt>
                <c:pt idx="483">
                  <c:v>6536100000</c:v>
                </c:pt>
                <c:pt idx="484">
                  <c:v>6536080000</c:v>
                </c:pt>
                <c:pt idx="485">
                  <c:v>6536070000</c:v>
                </c:pt>
                <c:pt idx="486">
                  <c:v>6536060000</c:v>
                </c:pt>
                <c:pt idx="487">
                  <c:v>6536050000</c:v>
                </c:pt>
                <c:pt idx="488">
                  <c:v>6536030000</c:v>
                </c:pt>
                <c:pt idx="489">
                  <c:v>6536020000</c:v>
                </c:pt>
                <c:pt idx="490">
                  <c:v>6536000000</c:v>
                </c:pt>
                <c:pt idx="491">
                  <c:v>6535990000</c:v>
                </c:pt>
                <c:pt idx="492">
                  <c:v>6535970000</c:v>
                </c:pt>
                <c:pt idx="493">
                  <c:v>6535960000</c:v>
                </c:pt>
                <c:pt idx="494">
                  <c:v>6535940000</c:v>
                </c:pt>
                <c:pt idx="495">
                  <c:v>6535920000</c:v>
                </c:pt>
                <c:pt idx="496">
                  <c:v>6535910000</c:v>
                </c:pt>
                <c:pt idx="497">
                  <c:v>6535890000</c:v>
                </c:pt>
                <c:pt idx="498">
                  <c:v>6535870000</c:v>
                </c:pt>
                <c:pt idx="499">
                  <c:v>6535850000</c:v>
                </c:pt>
                <c:pt idx="500">
                  <c:v>6535830000</c:v>
                </c:pt>
                <c:pt idx="501">
                  <c:v>6535810000</c:v>
                </c:pt>
                <c:pt idx="502">
                  <c:v>6535790000</c:v>
                </c:pt>
                <c:pt idx="503">
                  <c:v>6535760000</c:v>
                </c:pt>
                <c:pt idx="504">
                  <c:v>6535740000</c:v>
                </c:pt>
                <c:pt idx="505">
                  <c:v>6535720000</c:v>
                </c:pt>
                <c:pt idx="506">
                  <c:v>6535690000</c:v>
                </c:pt>
                <c:pt idx="507">
                  <c:v>6535670000</c:v>
                </c:pt>
                <c:pt idx="508">
                  <c:v>6535640000</c:v>
                </c:pt>
                <c:pt idx="509">
                  <c:v>6535610000</c:v>
                </c:pt>
                <c:pt idx="510">
                  <c:v>6535580000</c:v>
                </c:pt>
                <c:pt idx="511">
                  <c:v>6535550000</c:v>
                </c:pt>
                <c:pt idx="512">
                  <c:v>6535520000</c:v>
                </c:pt>
                <c:pt idx="513">
                  <c:v>6535490000</c:v>
                </c:pt>
                <c:pt idx="514">
                  <c:v>6535460000</c:v>
                </c:pt>
                <c:pt idx="515">
                  <c:v>6535430000</c:v>
                </c:pt>
                <c:pt idx="516">
                  <c:v>6535390000</c:v>
                </c:pt>
                <c:pt idx="517">
                  <c:v>6535350000</c:v>
                </c:pt>
                <c:pt idx="518">
                  <c:v>6535320000</c:v>
                </c:pt>
                <c:pt idx="519">
                  <c:v>6535280000</c:v>
                </c:pt>
                <c:pt idx="520">
                  <c:v>6535240000</c:v>
                </c:pt>
                <c:pt idx="521">
                  <c:v>6535200000</c:v>
                </c:pt>
                <c:pt idx="522">
                  <c:v>6535150000</c:v>
                </c:pt>
                <c:pt idx="523">
                  <c:v>6535110000</c:v>
                </c:pt>
                <c:pt idx="524">
                  <c:v>6535060000</c:v>
                </c:pt>
                <c:pt idx="525">
                  <c:v>6535020000</c:v>
                </c:pt>
                <c:pt idx="526">
                  <c:v>6534970000</c:v>
                </c:pt>
                <c:pt idx="527">
                  <c:v>6534910000</c:v>
                </c:pt>
                <c:pt idx="528">
                  <c:v>6534860000</c:v>
                </c:pt>
                <c:pt idx="529">
                  <c:v>6534810000</c:v>
                </c:pt>
                <c:pt idx="530">
                  <c:v>6534750000</c:v>
                </c:pt>
                <c:pt idx="531">
                  <c:v>6534690000</c:v>
                </c:pt>
                <c:pt idx="532">
                  <c:v>6534630000</c:v>
                </c:pt>
                <c:pt idx="533">
                  <c:v>6534570000</c:v>
                </c:pt>
                <c:pt idx="534">
                  <c:v>6534510000</c:v>
                </c:pt>
                <c:pt idx="535">
                  <c:v>6534440000</c:v>
                </c:pt>
                <c:pt idx="536">
                  <c:v>6534370000</c:v>
                </c:pt>
                <c:pt idx="537">
                  <c:v>6534300000</c:v>
                </c:pt>
                <c:pt idx="538">
                  <c:v>6534230000</c:v>
                </c:pt>
                <c:pt idx="539">
                  <c:v>6534160000</c:v>
                </c:pt>
                <c:pt idx="540">
                  <c:v>6534080000</c:v>
                </c:pt>
                <c:pt idx="541">
                  <c:v>6534000000</c:v>
                </c:pt>
                <c:pt idx="542">
                  <c:v>6533910000</c:v>
                </c:pt>
                <c:pt idx="543">
                  <c:v>6533830000</c:v>
                </c:pt>
                <c:pt idx="544">
                  <c:v>6533740000</c:v>
                </c:pt>
                <c:pt idx="545">
                  <c:v>6533650000</c:v>
                </c:pt>
                <c:pt idx="546">
                  <c:v>6533560000</c:v>
                </c:pt>
                <c:pt idx="547">
                  <c:v>6533460000</c:v>
                </c:pt>
                <c:pt idx="548">
                  <c:v>6533360000</c:v>
                </c:pt>
                <c:pt idx="549">
                  <c:v>6533250000</c:v>
                </c:pt>
                <c:pt idx="550">
                  <c:v>6533150000</c:v>
                </c:pt>
                <c:pt idx="551">
                  <c:v>6533040000</c:v>
                </c:pt>
                <c:pt idx="552">
                  <c:v>6532920000</c:v>
                </c:pt>
                <c:pt idx="553">
                  <c:v>6532810000</c:v>
                </c:pt>
                <c:pt idx="554">
                  <c:v>6532690000</c:v>
                </c:pt>
                <c:pt idx="555">
                  <c:v>6532560000</c:v>
                </c:pt>
                <c:pt idx="556">
                  <c:v>6532430000</c:v>
                </c:pt>
                <c:pt idx="557">
                  <c:v>6532300000</c:v>
                </c:pt>
                <c:pt idx="558">
                  <c:v>6532170000</c:v>
                </c:pt>
                <c:pt idx="559">
                  <c:v>6532030000</c:v>
                </c:pt>
                <c:pt idx="560">
                  <c:v>6531880000</c:v>
                </c:pt>
                <c:pt idx="561">
                  <c:v>6531730000</c:v>
                </c:pt>
                <c:pt idx="562">
                  <c:v>6531580000</c:v>
                </c:pt>
                <c:pt idx="563">
                  <c:v>6531430000</c:v>
                </c:pt>
                <c:pt idx="564">
                  <c:v>6531260000</c:v>
                </c:pt>
                <c:pt idx="565">
                  <c:v>6531100000</c:v>
                </c:pt>
                <c:pt idx="566">
                  <c:v>6530930000</c:v>
                </c:pt>
                <c:pt idx="567">
                  <c:v>6530750000</c:v>
                </c:pt>
                <c:pt idx="568">
                  <c:v>6530570000</c:v>
                </c:pt>
                <c:pt idx="569">
                  <c:v>6530380000</c:v>
                </c:pt>
                <c:pt idx="570">
                  <c:v>6530190000</c:v>
                </c:pt>
                <c:pt idx="571">
                  <c:v>6530000000</c:v>
                </c:pt>
                <c:pt idx="572">
                  <c:v>6529800000</c:v>
                </c:pt>
                <c:pt idx="573">
                  <c:v>6529590000</c:v>
                </c:pt>
                <c:pt idx="574">
                  <c:v>6529380000</c:v>
                </c:pt>
                <c:pt idx="575">
                  <c:v>6529160000</c:v>
                </c:pt>
                <c:pt idx="576">
                  <c:v>6528940000</c:v>
                </c:pt>
                <c:pt idx="577">
                  <c:v>6528710000</c:v>
                </c:pt>
                <c:pt idx="578">
                  <c:v>6528480000</c:v>
                </c:pt>
                <c:pt idx="579">
                  <c:v>6528240000</c:v>
                </c:pt>
                <c:pt idx="580">
                  <c:v>6527990000</c:v>
                </c:pt>
                <c:pt idx="581">
                  <c:v>6527740000</c:v>
                </c:pt>
                <c:pt idx="582">
                  <c:v>6527480000</c:v>
                </c:pt>
                <c:pt idx="583">
                  <c:v>6527220000</c:v>
                </c:pt>
                <c:pt idx="584">
                  <c:v>6526950000</c:v>
                </c:pt>
                <c:pt idx="585">
                  <c:v>6526670000</c:v>
                </c:pt>
                <c:pt idx="586">
                  <c:v>6526390000</c:v>
                </c:pt>
                <c:pt idx="587">
                  <c:v>6526100000</c:v>
                </c:pt>
                <c:pt idx="588">
                  <c:v>6525810000</c:v>
                </c:pt>
                <c:pt idx="589">
                  <c:v>6525510000</c:v>
                </c:pt>
                <c:pt idx="590">
                  <c:v>6525200000</c:v>
                </c:pt>
                <c:pt idx="591">
                  <c:v>6524890000</c:v>
                </c:pt>
                <c:pt idx="592">
                  <c:v>6524570000</c:v>
                </c:pt>
                <c:pt idx="593">
                  <c:v>6524250000</c:v>
                </c:pt>
                <c:pt idx="594">
                  <c:v>6523920000</c:v>
                </c:pt>
                <c:pt idx="595">
                  <c:v>6523580000</c:v>
                </c:pt>
                <c:pt idx="596">
                  <c:v>6523240000</c:v>
                </c:pt>
                <c:pt idx="597">
                  <c:v>6522900000</c:v>
                </c:pt>
                <c:pt idx="598">
                  <c:v>6522540000</c:v>
                </c:pt>
                <c:pt idx="599">
                  <c:v>6522180000</c:v>
                </c:pt>
                <c:pt idx="600">
                  <c:v>6521820000</c:v>
                </c:pt>
                <c:pt idx="601">
                  <c:v>6521450000</c:v>
                </c:pt>
                <c:pt idx="602">
                  <c:v>6521070000</c:v>
                </c:pt>
                <c:pt idx="603">
                  <c:v>6520690000</c:v>
                </c:pt>
                <c:pt idx="604">
                  <c:v>6520310000</c:v>
                </c:pt>
                <c:pt idx="605">
                  <c:v>6519920000</c:v>
                </c:pt>
                <c:pt idx="606">
                  <c:v>6519520000</c:v>
                </c:pt>
                <c:pt idx="607">
                  <c:v>6519120000</c:v>
                </c:pt>
                <c:pt idx="608">
                  <c:v>6518710000</c:v>
                </c:pt>
                <c:pt idx="609">
                  <c:v>6518300000</c:v>
                </c:pt>
                <c:pt idx="610">
                  <c:v>6517890000</c:v>
                </c:pt>
                <c:pt idx="611">
                  <c:v>6517470000</c:v>
                </c:pt>
                <c:pt idx="612">
                  <c:v>6517050000</c:v>
                </c:pt>
                <c:pt idx="613">
                  <c:v>6516630000</c:v>
                </c:pt>
                <c:pt idx="614">
                  <c:v>6516200000</c:v>
                </c:pt>
                <c:pt idx="615">
                  <c:v>6515770000</c:v>
                </c:pt>
                <c:pt idx="616">
                  <c:v>6515340000</c:v>
                </c:pt>
                <c:pt idx="617">
                  <c:v>6514900000</c:v>
                </c:pt>
                <c:pt idx="618">
                  <c:v>6514460000</c:v>
                </c:pt>
                <c:pt idx="619">
                  <c:v>6514020000</c:v>
                </c:pt>
                <c:pt idx="620">
                  <c:v>6513580000</c:v>
                </c:pt>
                <c:pt idx="621">
                  <c:v>6513130000</c:v>
                </c:pt>
                <c:pt idx="622">
                  <c:v>6512690000</c:v>
                </c:pt>
                <c:pt idx="623">
                  <c:v>6512240000</c:v>
                </c:pt>
                <c:pt idx="624">
                  <c:v>6511790000</c:v>
                </c:pt>
                <c:pt idx="625">
                  <c:v>6511350000</c:v>
                </c:pt>
                <c:pt idx="626">
                  <c:v>6510900000</c:v>
                </c:pt>
                <c:pt idx="627">
                  <c:v>6510450000</c:v>
                </c:pt>
                <c:pt idx="628">
                  <c:v>6510000000</c:v>
                </c:pt>
                <c:pt idx="629">
                  <c:v>6509560000</c:v>
                </c:pt>
                <c:pt idx="630">
                  <c:v>6509110000</c:v>
                </c:pt>
                <c:pt idx="631">
                  <c:v>6508670000</c:v>
                </c:pt>
                <c:pt idx="632">
                  <c:v>6508230000</c:v>
                </c:pt>
                <c:pt idx="633">
                  <c:v>6507790000</c:v>
                </c:pt>
                <c:pt idx="634">
                  <c:v>6507350000</c:v>
                </c:pt>
                <c:pt idx="635">
                  <c:v>6506910000</c:v>
                </c:pt>
                <c:pt idx="636">
                  <c:v>6506480000</c:v>
                </c:pt>
                <c:pt idx="637">
                  <c:v>6506050000</c:v>
                </c:pt>
                <c:pt idx="638">
                  <c:v>6505620000</c:v>
                </c:pt>
                <c:pt idx="639">
                  <c:v>6505190000</c:v>
                </c:pt>
                <c:pt idx="640">
                  <c:v>6504770000</c:v>
                </c:pt>
                <c:pt idx="641">
                  <c:v>6504360000</c:v>
                </c:pt>
                <c:pt idx="642">
                  <c:v>6503950000</c:v>
                </c:pt>
                <c:pt idx="643">
                  <c:v>6503540000</c:v>
                </c:pt>
                <c:pt idx="644">
                  <c:v>6503130000</c:v>
                </c:pt>
                <c:pt idx="645">
                  <c:v>6502740000</c:v>
                </c:pt>
                <c:pt idx="646">
                  <c:v>6502340000</c:v>
                </c:pt>
                <c:pt idx="647">
                  <c:v>6501950000</c:v>
                </c:pt>
                <c:pt idx="648">
                  <c:v>6501570000</c:v>
                </c:pt>
                <c:pt idx="649">
                  <c:v>6501190000</c:v>
                </c:pt>
                <c:pt idx="650">
                  <c:v>6500810000</c:v>
                </c:pt>
                <c:pt idx="651">
                  <c:v>6500440000</c:v>
                </c:pt>
                <c:pt idx="652">
                  <c:v>6500080000</c:v>
                </c:pt>
                <c:pt idx="653">
                  <c:v>6499720000</c:v>
                </c:pt>
                <c:pt idx="654">
                  <c:v>6499360000</c:v>
                </c:pt>
                <c:pt idx="655">
                  <c:v>6499020000</c:v>
                </c:pt>
                <c:pt idx="656">
                  <c:v>6498680000</c:v>
                </c:pt>
                <c:pt idx="657">
                  <c:v>6498340000</c:v>
                </c:pt>
                <c:pt idx="658">
                  <c:v>6498010000</c:v>
                </c:pt>
                <c:pt idx="659">
                  <c:v>6497690000</c:v>
                </c:pt>
                <c:pt idx="660">
                  <c:v>6497380000</c:v>
                </c:pt>
                <c:pt idx="661">
                  <c:v>6497060000</c:v>
                </c:pt>
                <c:pt idx="662">
                  <c:v>6496760000</c:v>
                </c:pt>
                <c:pt idx="663">
                  <c:v>6496460000</c:v>
                </c:pt>
                <c:pt idx="664">
                  <c:v>6496170000</c:v>
                </c:pt>
                <c:pt idx="665">
                  <c:v>6495880000</c:v>
                </c:pt>
                <c:pt idx="666">
                  <c:v>6495600000</c:v>
                </c:pt>
                <c:pt idx="667">
                  <c:v>6495330000</c:v>
                </c:pt>
                <c:pt idx="668">
                  <c:v>6495060000</c:v>
                </c:pt>
                <c:pt idx="669">
                  <c:v>6494790000</c:v>
                </c:pt>
                <c:pt idx="670">
                  <c:v>6494540000</c:v>
                </c:pt>
                <c:pt idx="671">
                  <c:v>6494280000</c:v>
                </c:pt>
                <c:pt idx="672">
                  <c:v>6494040000</c:v>
                </c:pt>
                <c:pt idx="673">
                  <c:v>6493800000</c:v>
                </c:pt>
                <c:pt idx="674">
                  <c:v>6493570000</c:v>
                </c:pt>
                <c:pt idx="675">
                  <c:v>6493340000</c:v>
                </c:pt>
                <c:pt idx="676">
                  <c:v>6493120000</c:v>
                </c:pt>
                <c:pt idx="677">
                  <c:v>6492900000</c:v>
                </c:pt>
                <c:pt idx="678">
                  <c:v>6492690000</c:v>
                </c:pt>
                <c:pt idx="679">
                  <c:v>6492490000</c:v>
                </c:pt>
                <c:pt idx="680">
                  <c:v>6492290000</c:v>
                </c:pt>
                <c:pt idx="681">
                  <c:v>6492100000</c:v>
                </c:pt>
                <c:pt idx="682">
                  <c:v>6491900000</c:v>
                </c:pt>
                <c:pt idx="683">
                  <c:v>6491720000</c:v>
                </c:pt>
                <c:pt idx="684">
                  <c:v>6491540000</c:v>
                </c:pt>
                <c:pt idx="685">
                  <c:v>6491370000</c:v>
                </c:pt>
                <c:pt idx="686">
                  <c:v>6491200000</c:v>
                </c:pt>
                <c:pt idx="687">
                  <c:v>6491030000</c:v>
                </c:pt>
                <c:pt idx="688">
                  <c:v>6490870000</c:v>
                </c:pt>
                <c:pt idx="689">
                  <c:v>6490710000</c:v>
                </c:pt>
                <c:pt idx="690">
                  <c:v>6490560000</c:v>
                </c:pt>
                <c:pt idx="691">
                  <c:v>6490410000</c:v>
                </c:pt>
                <c:pt idx="692">
                  <c:v>6490270000</c:v>
                </c:pt>
                <c:pt idx="693">
                  <c:v>6490130000</c:v>
                </c:pt>
                <c:pt idx="694">
                  <c:v>6489990000</c:v>
                </c:pt>
                <c:pt idx="695">
                  <c:v>6489870000</c:v>
                </c:pt>
                <c:pt idx="696">
                  <c:v>6489740000</c:v>
                </c:pt>
                <c:pt idx="697">
                  <c:v>6489610000</c:v>
                </c:pt>
                <c:pt idx="698">
                  <c:v>6489500000</c:v>
                </c:pt>
                <c:pt idx="699">
                  <c:v>6489380000</c:v>
                </c:pt>
                <c:pt idx="700">
                  <c:v>6489270000</c:v>
                </c:pt>
                <c:pt idx="701">
                  <c:v>6489160000</c:v>
                </c:pt>
                <c:pt idx="702">
                  <c:v>6489050000</c:v>
                </c:pt>
                <c:pt idx="703">
                  <c:v>6488950000</c:v>
                </c:pt>
                <c:pt idx="704">
                  <c:v>6488840000</c:v>
                </c:pt>
                <c:pt idx="705">
                  <c:v>6488750000</c:v>
                </c:pt>
                <c:pt idx="706">
                  <c:v>6488660000</c:v>
                </c:pt>
                <c:pt idx="707">
                  <c:v>6488570000</c:v>
                </c:pt>
                <c:pt idx="708">
                  <c:v>6488480000</c:v>
                </c:pt>
                <c:pt idx="709">
                  <c:v>6488390000</c:v>
                </c:pt>
                <c:pt idx="710">
                  <c:v>6488310000</c:v>
                </c:pt>
                <c:pt idx="711">
                  <c:v>6488220000</c:v>
                </c:pt>
                <c:pt idx="712">
                  <c:v>6488150000</c:v>
                </c:pt>
                <c:pt idx="713">
                  <c:v>6488070000</c:v>
                </c:pt>
                <c:pt idx="714">
                  <c:v>6488000000</c:v>
                </c:pt>
                <c:pt idx="715">
                  <c:v>6487930000</c:v>
                </c:pt>
                <c:pt idx="716">
                  <c:v>6487860000</c:v>
                </c:pt>
                <c:pt idx="717">
                  <c:v>6487790000</c:v>
                </c:pt>
                <c:pt idx="718">
                  <c:v>6487720000</c:v>
                </c:pt>
                <c:pt idx="719">
                  <c:v>6487660000</c:v>
                </c:pt>
                <c:pt idx="720">
                  <c:v>6487600000</c:v>
                </c:pt>
                <c:pt idx="721">
                  <c:v>6487540000</c:v>
                </c:pt>
                <c:pt idx="722">
                  <c:v>6487490000</c:v>
                </c:pt>
                <c:pt idx="723">
                  <c:v>6487430000</c:v>
                </c:pt>
                <c:pt idx="724">
                  <c:v>6487370000</c:v>
                </c:pt>
                <c:pt idx="725">
                  <c:v>6487320000</c:v>
                </c:pt>
                <c:pt idx="726">
                  <c:v>6487270000</c:v>
                </c:pt>
                <c:pt idx="727">
                  <c:v>6487220000</c:v>
                </c:pt>
                <c:pt idx="728">
                  <c:v>6487170000</c:v>
                </c:pt>
                <c:pt idx="729">
                  <c:v>6487120000</c:v>
                </c:pt>
                <c:pt idx="730">
                  <c:v>6487080000</c:v>
                </c:pt>
                <c:pt idx="731">
                  <c:v>6487040000</c:v>
                </c:pt>
                <c:pt idx="732">
                  <c:v>6487000000</c:v>
                </c:pt>
                <c:pt idx="733">
                  <c:v>6486960000</c:v>
                </c:pt>
                <c:pt idx="734">
                  <c:v>6486920000</c:v>
                </c:pt>
                <c:pt idx="735">
                  <c:v>6486880000</c:v>
                </c:pt>
                <c:pt idx="736">
                  <c:v>6486840000</c:v>
                </c:pt>
                <c:pt idx="737">
                  <c:v>6486800000</c:v>
                </c:pt>
                <c:pt idx="738">
                  <c:v>6486770000</c:v>
                </c:pt>
                <c:pt idx="739">
                  <c:v>6486730000</c:v>
                </c:pt>
                <c:pt idx="740">
                  <c:v>6486700000</c:v>
                </c:pt>
                <c:pt idx="741">
                  <c:v>6486670000</c:v>
                </c:pt>
                <c:pt idx="742">
                  <c:v>6486640000</c:v>
                </c:pt>
                <c:pt idx="743">
                  <c:v>6486610000</c:v>
                </c:pt>
                <c:pt idx="744">
                  <c:v>6486580000</c:v>
                </c:pt>
                <c:pt idx="745">
                  <c:v>6486550000</c:v>
                </c:pt>
                <c:pt idx="746">
                  <c:v>6486520000</c:v>
                </c:pt>
                <c:pt idx="747">
                  <c:v>6486490000</c:v>
                </c:pt>
                <c:pt idx="748">
                  <c:v>6486470000</c:v>
                </c:pt>
                <c:pt idx="749">
                  <c:v>6486440000</c:v>
                </c:pt>
                <c:pt idx="750">
                  <c:v>6486410000</c:v>
                </c:pt>
                <c:pt idx="751">
                  <c:v>6486390000</c:v>
                </c:pt>
                <c:pt idx="752">
                  <c:v>6486360000</c:v>
                </c:pt>
                <c:pt idx="753">
                  <c:v>6486340000</c:v>
                </c:pt>
                <c:pt idx="754">
                  <c:v>6486310000</c:v>
                </c:pt>
                <c:pt idx="755">
                  <c:v>6486290000</c:v>
                </c:pt>
                <c:pt idx="756">
                  <c:v>6486270000</c:v>
                </c:pt>
                <c:pt idx="757">
                  <c:v>6486250000</c:v>
                </c:pt>
                <c:pt idx="758">
                  <c:v>6486230000</c:v>
                </c:pt>
                <c:pt idx="759">
                  <c:v>6486210000</c:v>
                </c:pt>
                <c:pt idx="760">
                  <c:v>6486190000</c:v>
                </c:pt>
                <c:pt idx="761">
                  <c:v>6486170000</c:v>
                </c:pt>
                <c:pt idx="762">
                  <c:v>6486150000</c:v>
                </c:pt>
                <c:pt idx="763">
                  <c:v>6486120000</c:v>
                </c:pt>
                <c:pt idx="764">
                  <c:v>6486100000</c:v>
                </c:pt>
                <c:pt idx="765">
                  <c:v>6486080000</c:v>
                </c:pt>
                <c:pt idx="766">
                  <c:v>6486060000</c:v>
                </c:pt>
                <c:pt idx="767">
                  <c:v>6486040000</c:v>
                </c:pt>
                <c:pt idx="768">
                  <c:v>6486020000</c:v>
                </c:pt>
                <c:pt idx="769">
                  <c:v>6486000000</c:v>
                </c:pt>
                <c:pt idx="770">
                  <c:v>6485980000</c:v>
                </c:pt>
                <c:pt idx="771">
                  <c:v>6485960000</c:v>
                </c:pt>
                <c:pt idx="772">
                  <c:v>6485940000</c:v>
                </c:pt>
                <c:pt idx="773">
                  <c:v>6485930000</c:v>
                </c:pt>
                <c:pt idx="774">
                  <c:v>6485900000</c:v>
                </c:pt>
                <c:pt idx="775">
                  <c:v>6485880000</c:v>
                </c:pt>
                <c:pt idx="776">
                  <c:v>6485860000</c:v>
                </c:pt>
                <c:pt idx="777">
                  <c:v>6485840000</c:v>
                </c:pt>
                <c:pt idx="778">
                  <c:v>6485830000</c:v>
                </c:pt>
                <c:pt idx="779">
                  <c:v>6485810000</c:v>
                </c:pt>
                <c:pt idx="780">
                  <c:v>6485790000</c:v>
                </c:pt>
                <c:pt idx="781">
                  <c:v>6485760000</c:v>
                </c:pt>
                <c:pt idx="782">
                  <c:v>6485750000</c:v>
                </c:pt>
                <c:pt idx="783">
                  <c:v>6485730000</c:v>
                </c:pt>
                <c:pt idx="784">
                  <c:v>6485710000</c:v>
                </c:pt>
                <c:pt idx="785">
                  <c:v>6485690000</c:v>
                </c:pt>
                <c:pt idx="786">
                  <c:v>6485670000</c:v>
                </c:pt>
                <c:pt idx="787">
                  <c:v>6485650000</c:v>
                </c:pt>
                <c:pt idx="788">
                  <c:v>6485630000</c:v>
                </c:pt>
                <c:pt idx="789">
                  <c:v>6485610000</c:v>
                </c:pt>
                <c:pt idx="790">
                  <c:v>6485590000</c:v>
                </c:pt>
                <c:pt idx="791">
                  <c:v>6485560000</c:v>
                </c:pt>
                <c:pt idx="792">
                  <c:v>6485540000</c:v>
                </c:pt>
                <c:pt idx="793">
                  <c:v>6485520000</c:v>
                </c:pt>
                <c:pt idx="794">
                  <c:v>6485500000</c:v>
                </c:pt>
                <c:pt idx="795">
                  <c:v>6485480000</c:v>
                </c:pt>
                <c:pt idx="796">
                  <c:v>6485460000</c:v>
                </c:pt>
                <c:pt idx="797">
                  <c:v>6485440000</c:v>
                </c:pt>
                <c:pt idx="798">
                  <c:v>6485410000</c:v>
                </c:pt>
                <c:pt idx="799">
                  <c:v>6485390000</c:v>
                </c:pt>
                <c:pt idx="800">
                  <c:v>6485360000</c:v>
                </c:pt>
                <c:pt idx="801">
                  <c:v>6485340000</c:v>
                </c:pt>
                <c:pt idx="802">
                  <c:v>6485310000</c:v>
                </c:pt>
                <c:pt idx="803">
                  <c:v>6485290000</c:v>
                </c:pt>
                <c:pt idx="804">
                  <c:v>6485260000</c:v>
                </c:pt>
                <c:pt idx="805">
                  <c:v>6485230000</c:v>
                </c:pt>
                <c:pt idx="806">
                  <c:v>6485200000</c:v>
                </c:pt>
                <c:pt idx="807">
                  <c:v>6485170000</c:v>
                </c:pt>
                <c:pt idx="808">
                  <c:v>6485150000</c:v>
                </c:pt>
                <c:pt idx="809">
                  <c:v>6485120000</c:v>
                </c:pt>
                <c:pt idx="810">
                  <c:v>6485090000</c:v>
                </c:pt>
                <c:pt idx="811">
                  <c:v>6485060000</c:v>
                </c:pt>
                <c:pt idx="812">
                  <c:v>6485030000</c:v>
                </c:pt>
                <c:pt idx="813">
                  <c:v>6484990000</c:v>
                </c:pt>
                <c:pt idx="814">
                  <c:v>6484960000</c:v>
                </c:pt>
                <c:pt idx="815">
                  <c:v>6484930000</c:v>
                </c:pt>
                <c:pt idx="816">
                  <c:v>6484890000</c:v>
                </c:pt>
                <c:pt idx="817">
                  <c:v>6484860000</c:v>
                </c:pt>
                <c:pt idx="818">
                  <c:v>6484820000</c:v>
                </c:pt>
                <c:pt idx="819">
                  <c:v>6484790000</c:v>
                </c:pt>
                <c:pt idx="820">
                  <c:v>6484750000</c:v>
                </c:pt>
                <c:pt idx="821">
                  <c:v>6484710000</c:v>
                </c:pt>
                <c:pt idx="822">
                  <c:v>6484670000</c:v>
                </c:pt>
                <c:pt idx="823">
                  <c:v>6484630000</c:v>
                </c:pt>
                <c:pt idx="824">
                  <c:v>6484590000</c:v>
                </c:pt>
                <c:pt idx="825">
                  <c:v>6484550000</c:v>
                </c:pt>
                <c:pt idx="826">
                  <c:v>6484510000</c:v>
                </c:pt>
                <c:pt idx="827">
                  <c:v>6484460000</c:v>
                </c:pt>
                <c:pt idx="828">
                  <c:v>6484420000</c:v>
                </c:pt>
                <c:pt idx="829">
                  <c:v>6484370000</c:v>
                </c:pt>
                <c:pt idx="830">
                  <c:v>6484320000</c:v>
                </c:pt>
                <c:pt idx="831">
                  <c:v>6484270000</c:v>
                </c:pt>
                <c:pt idx="832">
                  <c:v>6484230000</c:v>
                </c:pt>
                <c:pt idx="833">
                  <c:v>6484180000</c:v>
                </c:pt>
                <c:pt idx="834">
                  <c:v>6484130000</c:v>
                </c:pt>
                <c:pt idx="835">
                  <c:v>6484070000</c:v>
                </c:pt>
                <c:pt idx="836">
                  <c:v>6484020000</c:v>
                </c:pt>
                <c:pt idx="837">
                  <c:v>6483970000</c:v>
                </c:pt>
                <c:pt idx="838">
                  <c:v>6483920000</c:v>
                </c:pt>
                <c:pt idx="839">
                  <c:v>6483860000</c:v>
                </c:pt>
                <c:pt idx="840">
                  <c:v>6483800000</c:v>
                </c:pt>
                <c:pt idx="841">
                  <c:v>6483750000</c:v>
                </c:pt>
                <c:pt idx="842">
                  <c:v>6483700000</c:v>
                </c:pt>
                <c:pt idx="843">
                  <c:v>6483640000</c:v>
                </c:pt>
                <c:pt idx="844">
                  <c:v>6483580000</c:v>
                </c:pt>
                <c:pt idx="845">
                  <c:v>6483530000</c:v>
                </c:pt>
                <c:pt idx="846">
                  <c:v>6483460000</c:v>
                </c:pt>
                <c:pt idx="847">
                  <c:v>6483400000</c:v>
                </c:pt>
                <c:pt idx="848">
                  <c:v>6483340000</c:v>
                </c:pt>
                <c:pt idx="849">
                  <c:v>6483280000</c:v>
                </c:pt>
                <c:pt idx="850">
                  <c:v>6483220000</c:v>
                </c:pt>
                <c:pt idx="851">
                  <c:v>6483150000</c:v>
                </c:pt>
                <c:pt idx="852">
                  <c:v>6483090000</c:v>
                </c:pt>
                <c:pt idx="853">
                  <c:v>6483030000</c:v>
                </c:pt>
                <c:pt idx="854">
                  <c:v>6482960000</c:v>
                </c:pt>
                <c:pt idx="855">
                  <c:v>6482900000</c:v>
                </c:pt>
                <c:pt idx="856">
                  <c:v>6482830000</c:v>
                </c:pt>
                <c:pt idx="857">
                  <c:v>6482770000</c:v>
                </c:pt>
                <c:pt idx="858">
                  <c:v>6482700000</c:v>
                </c:pt>
                <c:pt idx="859">
                  <c:v>6482630000</c:v>
                </c:pt>
                <c:pt idx="860">
                  <c:v>6482560000</c:v>
                </c:pt>
                <c:pt idx="861">
                  <c:v>6482500000</c:v>
                </c:pt>
                <c:pt idx="862">
                  <c:v>6482430000</c:v>
                </c:pt>
                <c:pt idx="863">
                  <c:v>6482350000</c:v>
                </c:pt>
                <c:pt idx="864">
                  <c:v>6482290000</c:v>
                </c:pt>
                <c:pt idx="865">
                  <c:v>6482220000</c:v>
                </c:pt>
                <c:pt idx="866">
                  <c:v>6482150000</c:v>
                </c:pt>
                <c:pt idx="867">
                  <c:v>6482080000</c:v>
                </c:pt>
                <c:pt idx="868">
                  <c:v>6482010000</c:v>
                </c:pt>
                <c:pt idx="869">
                  <c:v>6481940000</c:v>
                </c:pt>
                <c:pt idx="870">
                  <c:v>6481870000</c:v>
                </c:pt>
                <c:pt idx="871">
                  <c:v>6481790000</c:v>
                </c:pt>
                <c:pt idx="872">
                  <c:v>6481720000</c:v>
                </c:pt>
                <c:pt idx="873">
                  <c:v>6481650000</c:v>
                </c:pt>
                <c:pt idx="874">
                  <c:v>6481580000</c:v>
                </c:pt>
                <c:pt idx="875">
                  <c:v>6481510000</c:v>
                </c:pt>
                <c:pt idx="876">
                  <c:v>6481440000</c:v>
                </c:pt>
                <c:pt idx="877">
                  <c:v>6481360000</c:v>
                </c:pt>
                <c:pt idx="878">
                  <c:v>6481290000</c:v>
                </c:pt>
                <c:pt idx="879">
                  <c:v>6481220000</c:v>
                </c:pt>
                <c:pt idx="880">
                  <c:v>6481150000</c:v>
                </c:pt>
                <c:pt idx="881">
                  <c:v>6481090000</c:v>
                </c:pt>
                <c:pt idx="882">
                  <c:v>6481020000</c:v>
                </c:pt>
                <c:pt idx="883">
                  <c:v>6480950000</c:v>
                </c:pt>
                <c:pt idx="884">
                  <c:v>6480880000</c:v>
                </c:pt>
                <c:pt idx="885">
                  <c:v>6480810000</c:v>
                </c:pt>
                <c:pt idx="886">
                  <c:v>6480750000</c:v>
                </c:pt>
                <c:pt idx="887">
                  <c:v>6480680000</c:v>
                </c:pt>
                <c:pt idx="888">
                  <c:v>6480620000</c:v>
                </c:pt>
                <c:pt idx="889">
                  <c:v>6480550000</c:v>
                </c:pt>
                <c:pt idx="890">
                  <c:v>6480490000</c:v>
                </c:pt>
                <c:pt idx="891">
                  <c:v>6480420000</c:v>
                </c:pt>
                <c:pt idx="892">
                  <c:v>6480360000</c:v>
                </c:pt>
                <c:pt idx="893">
                  <c:v>6480300000</c:v>
                </c:pt>
                <c:pt idx="894">
                  <c:v>6480240000</c:v>
                </c:pt>
                <c:pt idx="895">
                  <c:v>6480180000</c:v>
                </c:pt>
                <c:pt idx="896">
                  <c:v>6480120000</c:v>
                </c:pt>
                <c:pt idx="897">
                  <c:v>6480060000</c:v>
                </c:pt>
                <c:pt idx="898">
                  <c:v>6480000000</c:v>
                </c:pt>
                <c:pt idx="899">
                  <c:v>6479950000</c:v>
                </c:pt>
                <c:pt idx="900">
                  <c:v>6479890000</c:v>
                </c:pt>
                <c:pt idx="901">
                  <c:v>6479830000</c:v>
                </c:pt>
                <c:pt idx="902">
                  <c:v>6479780000</c:v>
                </c:pt>
                <c:pt idx="903">
                  <c:v>6479720000</c:v>
                </c:pt>
                <c:pt idx="904">
                  <c:v>6479670000</c:v>
                </c:pt>
                <c:pt idx="905">
                  <c:v>6479620000</c:v>
                </c:pt>
                <c:pt idx="906">
                  <c:v>6479570000</c:v>
                </c:pt>
                <c:pt idx="907">
                  <c:v>6479520000</c:v>
                </c:pt>
                <c:pt idx="908">
                  <c:v>6479470000</c:v>
                </c:pt>
                <c:pt idx="909">
                  <c:v>6479420000</c:v>
                </c:pt>
                <c:pt idx="910">
                  <c:v>6479380000</c:v>
                </c:pt>
                <c:pt idx="911">
                  <c:v>6479330000</c:v>
                </c:pt>
                <c:pt idx="912">
                  <c:v>6479290000</c:v>
                </c:pt>
                <c:pt idx="913">
                  <c:v>6479240000</c:v>
                </c:pt>
                <c:pt idx="914">
                  <c:v>6479200000</c:v>
                </c:pt>
                <c:pt idx="915">
                  <c:v>6479160000</c:v>
                </c:pt>
                <c:pt idx="916">
                  <c:v>6479120000</c:v>
                </c:pt>
                <c:pt idx="917">
                  <c:v>6479080000</c:v>
                </c:pt>
                <c:pt idx="918">
                  <c:v>6479050000</c:v>
                </c:pt>
                <c:pt idx="919">
                  <c:v>6479010000</c:v>
                </c:pt>
                <c:pt idx="920">
                  <c:v>6478980000</c:v>
                </c:pt>
                <c:pt idx="921">
                  <c:v>6478940000</c:v>
                </c:pt>
                <c:pt idx="922">
                  <c:v>6478910000</c:v>
                </c:pt>
                <c:pt idx="923">
                  <c:v>6478880000</c:v>
                </c:pt>
                <c:pt idx="924">
                  <c:v>6478850000</c:v>
                </c:pt>
                <c:pt idx="925">
                  <c:v>6478820000</c:v>
                </c:pt>
                <c:pt idx="926">
                  <c:v>6478790000</c:v>
                </c:pt>
                <c:pt idx="927">
                  <c:v>6478770000</c:v>
                </c:pt>
                <c:pt idx="928">
                  <c:v>6478740000</c:v>
                </c:pt>
                <c:pt idx="929">
                  <c:v>6478720000</c:v>
                </c:pt>
                <c:pt idx="930">
                  <c:v>6478700000</c:v>
                </c:pt>
                <c:pt idx="931">
                  <c:v>6478680000</c:v>
                </c:pt>
                <c:pt idx="932">
                  <c:v>6478660000</c:v>
                </c:pt>
                <c:pt idx="933">
                  <c:v>6478640000</c:v>
                </c:pt>
                <c:pt idx="934">
                  <c:v>6478630000</c:v>
                </c:pt>
                <c:pt idx="935">
                  <c:v>6478610000</c:v>
                </c:pt>
                <c:pt idx="936">
                  <c:v>6478600000</c:v>
                </c:pt>
                <c:pt idx="937">
                  <c:v>6478590000</c:v>
                </c:pt>
                <c:pt idx="938">
                  <c:v>6478580000</c:v>
                </c:pt>
                <c:pt idx="939">
                  <c:v>6478570000</c:v>
                </c:pt>
                <c:pt idx="940">
                  <c:v>6478560000</c:v>
                </c:pt>
                <c:pt idx="941">
                  <c:v>6478550000</c:v>
                </c:pt>
                <c:pt idx="942">
                  <c:v>6478550000</c:v>
                </c:pt>
                <c:pt idx="943">
                  <c:v>6478540000</c:v>
                </c:pt>
                <c:pt idx="944">
                  <c:v>6478540000</c:v>
                </c:pt>
                <c:pt idx="945">
                  <c:v>6478540000</c:v>
                </c:pt>
                <c:pt idx="946">
                  <c:v>6478540000</c:v>
                </c:pt>
                <c:pt idx="947">
                  <c:v>6478550000</c:v>
                </c:pt>
                <c:pt idx="948">
                  <c:v>6478540000</c:v>
                </c:pt>
                <c:pt idx="949">
                  <c:v>6478560000</c:v>
                </c:pt>
                <c:pt idx="950">
                  <c:v>6478570000</c:v>
                </c:pt>
                <c:pt idx="951">
                  <c:v>6478570000</c:v>
                </c:pt>
                <c:pt idx="952">
                  <c:v>6478580000</c:v>
                </c:pt>
                <c:pt idx="953">
                  <c:v>6478590000</c:v>
                </c:pt>
                <c:pt idx="954">
                  <c:v>6478600000</c:v>
                </c:pt>
                <c:pt idx="955">
                  <c:v>6478620000</c:v>
                </c:pt>
                <c:pt idx="956">
                  <c:v>6478640000</c:v>
                </c:pt>
                <c:pt idx="957">
                  <c:v>6478660000</c:v>
                </c:pt>
                <c:pt idx="958">
                  <c:v>6478680000</c:v>
                </c:pt>
                <c:pt idx="959">
                  <c:v>6478690000</c:v>
                </c:pt>
                <c:pt idx="960">
                  <c:v>6478720000</c:v>
                </c:pt>
                <c:pt idx="961">
                  <c:v>6478740000</c:v>
                </c:pt>
                <c:pt idx="962">
                  <c:v>6478770000</c:v>
                </c:pt>
                <c:pt idx="963">
                  <c:v>6478790000</c:v>
                </c:pt>
                <c:pt idx="964">
                  <c:v>6478820000</c:v>
                </c:pt>
                <c:pt idx="965">
                  <c:v>6478860000</c:v>
                </c:pt>
                <c:pt idx="966">
                  <c:v>6478890000</c:v>
                </c:pt>
                <c:pt idx="967">
                  <c:v>6478930000</c:v>
                </c:pt>
                <c:pt idx="968">
                  <c:v>6478960000</c:v>
                </c:pt>
                <c:pt idx="969">
                  <c:v>6479000000</c:v>
                </c:pt>
                <c:pt idx="970">
                  <c:v>6479030000</c:v>
                </c:pt>
                <c:pt idx="971">
                  <c:v>6479070000</c:v>
                </c:pt>
                <c:pt idx="972">
                  <c:v>6479130000</c:v>
                </c:pt>
                <c:pt idx="973">
                  <c:v>6479170000</c:v>
                </c:pt>
                <c:pt idx="974">
                  <c:v>6479220000</c:v>
                </c:pt>
                <c:pt idx="975">
                  <c:v>6479270000</c:v>
                </c:pt>
                <c:pt idx="976">
                  <c:v>6479320000</c:v>
                </c:pt>
                <c:pt idx="977">
                  <c:v>6479370000</c:v>
                </c:pt>
                <c:pt idx="978">
                  <c:v>6479420000</c:v>
                </c:pt>
                <c:pt idx="979">
                  <c:v>6479480000</c:v>
                </c:pt>
                <c:pt idx="980">
                  <c:v>6479530000</c:v>
                </c:pt>
                <c:pt idx="981">
                  <c:v>6479590000</c:v>
                </c:pt>
                <c:pt idx="982">
                  <c:v>6479650000</c:v>
                </c:pt>
                <c:pt idx="983">
                  <c:v>6479710000</c:v>
                </c:pt>
                <c:pt idx="984">
                  <c:v>6479770000</c:v>
                </c:pt>
                <c:pt idx="985">
                  <c:v>6479840000</c:v>
                </c:pt>
                <c:pt idx="986">
                  <c:v>6479900000</c:v>
                </c:pt>
                <c:pt idx="987">
                  <c:v>6479980000</c:v>
                </c:pt>
                <c:pt idx="988">
                  <c:v>6480050000</c:v>
                </c:pt>
                <c:pt idx="989">
                  <c:v>6480120000</c:v>
                </c:pt>
                <c:pt idx="990">
                  <c:v>6480200000</c:v>
                </c:pt>
                <c:pt idx="991">
                  <c:v>6480270000</c:v>
                </c:pt>
                <c:pt idx="992">
                  <c:v>6480350000</c:v>
                </c:pt>
                <c:pt idx="993">
                  <c:v>6480430000</c:v>
                </c:pt>
                <c:pt idx="994">
                  <c:v>6480510000</c:v>
                </c:pt>
                <c:pt idx="995">
                  <c:v>6480600000</c:v>
                </c:pt>
                <c:pt idx="996">
                  <c:v>6480680000</c:v>
                </c:pt>
                <c:pt idx="997">
                  <c:v>6480780000</c:v>
                </c:pt>
                <c:pt idx="998">
                  <c:v>6480870000</c:v>
                </c:pt>
                <c:pt idx="999">
                  <c:v>6480970000</c:v>
                </c:pt>
                <c:pt idx="1000">
                  <c:v>6481060000</c:v>
                </c:pt>
                <c:pt idx="1001">
                  <c:v>6481170000</c:v>
                </c:pt>
                <c:pt idx="1002">
                  <c:v>6481270000</c:v>
                </c:pt>
                <c:pt idx="1003">
                  <c:v>6481370000</c:v>
                </c:pt>
                <c:pt idx="1004">
                  <c:v>6481480000</c:v>
                </c:pt>
                <c:pt idx="1005">
                  <c:v>6481590000</c:v>
                </c:pt>
                <c:pt idx="1006">
                  <c:v>6481700000</c:v>
                </c:pt>
                <c:pt idx="1007">
                  <c:v>6481820000</c:v>
                </c:pt>
                <c:pt idx="1008">
                  <c:v>6481940000</c:v>
                </c:pt>
                <c:pt idx="1009">
                  <c:v>6482060000</c:v>
                </c:pt>
                <c:pt idx="1010">
                  <c:v>6482180000</c:v>
                </c:pt>
                <c:pt idx="1011">
                  <c:v>6482300000</c:v>
                </c:pt>
                <c:pt idx="1012">
                  <c:v>6482430000</c:v>
                </c:pt>
                <c:pt idx="1013">
                  <c:v>6482550000</c:v>
                </c:pt>
                <c:pt idx="1014">
                  <c:v>6482690000</c:v>
                </c:pt>
                <c:pt idx="1015">
                  <c:v>6482820000</c:v>
                </c:pt>
                <c:pt idx="1016">
                  <c:v>6482960000</c:v>
                </c:pt>
                <c:pt idx="1017">
                  <c:v>6483100000</c:v>
                </c:pt>
                <c:pt idx="1018">
                  <c:v>6483250000</c:v>
                </c:pt>
                <c:pt idx="1019">
                  <c:v>6483390000</c:v>
                </c:pt>
                <c:pt idx="1020">
                  <c:v>6483550000</c:v>
                </c:pt>
                <c:pt idx="1021">
                  <c:v>6483700000</c:v>
                </c:pt>
                <c:pt idx="1022">
                  <c:v>6483850000</c:v>
                </c:pt>
                <c:pt idx="1023">
                  <c:v>6484020000</c:v>
                </c:pt>
                <c:pt idx="1024">
                  <c:v>6484180000</c:v>
                </c:pt>
                <c:pt idx="1025">
                  <c:v>6484350000</c:v>
                </c:pt>
                <c:pt idx="1026">
                  <c:v>6484510000</c:v>
                </c:pt>
                <c:pt idx="1027">
                  <c:v>6484680000</c:v>
                </c:pt>
                <c:pt idx="1028">
                  <c:v>6484860000</c:v>
                </c:pt>
                <c:pt idx="1029">
                  <c:v>6485040000</c:v>
                </c:pt>
                <c:pt idx="1030">
                  <c:v>6485220000</c:v>
                </c:pt>
                <c:pt idx="1031">
                  <c:v>6485400000</c:v>
                </c:pt>
                <c:pt idx="1032">
                  <c:v>6485590000</c:v>
                </c:pt>
                <c:pt idx="1033">
                  <c:v>6485780000</c:v>
                </c:pt>
                <c:pt idx="1034">
                  <c:v>6485980000</c:v>
                </c:pt>
                <c:pt idx="1035">
                  <c:v>6486170000</c:v>
                </c:pt>
                <c:pt idx="1036">
                  <c:v>6486380000</c:v>
                </c:pt>
                <c:pt idx="1037">
                  <c:v>6486590000</c:v>
                </c:pt>
                <c:pt idx="1038">
                  <c:v>6486800000</c:v>
                </c:pt>
                <c:pt idx="1039">
                  <c:v>6487020000</c:v>
                </c:pt>
                <c:pt idx="1040">
                  <c:v>6487240000</c:v>
                </c:pt>
                <c:pt idx="1041">
                  <c:v>6487460000</c:v>
                </c:pt>
                <c:pt idx="1042">
                  <c:v>6487690000</c:v>
                </c:pt>
                <c:pt idx="1043">
                  <c:v>6487920000</c:v>
                </c:pt>
                <c:pt idx="1044">
                  <c:v>6488150000</c:v>
                </c:pt>
                <c:pt idx="1045">
                  <c:v>6488390000</c:v>
                </c:pt>
                <c:pt idx="1046">
                  <c:v>6488640000</c:v>
                </c:pt>
                <c:pt idx="1047">
                  <c:v>6488880000</c:v>
                </c:pt>
                <c:pt idx="1048">
                  <c:v>6489140000</c:v>
                </c:pt>
                <c:pt idx="1049">
                  <c:v>6489390000</c:v>
                </c:pt>
                <c:pt idx="1050">
                  <c:v>6489660000</c:v>
                </c:pt>
                <c:pt idx="1051">
                  <c:v>6489920000</c:v>
                </c:pt>
                <c:pt idx="1052">
                  <c:v>6490190000</c:v>
                </c:pt>
                <c:pt idx="1053">
                  <c:v>6490470000</c:v>
                </c:pt>
                <c:pt idx="1054">
                  <c:v>6490750000</c:v>
                </c:pt>
                <c:pt idx="1055">
                  <c:v>6491030000</c:v>
                </c:pt>
                <c:pt idx="1056">
                  <c:v>6491320000</c:v>
                </c:pt>
                <c:pt idx="1057">
                  <c:v>6491620000</c:v>
                </c:pt>
                <c:pt idx="1058">
                  <c:v>6491920000</c:v>
                </c:pt>
                <c:pt idx="1059">
                  <c:v>6492220000</c:v>
                </c:pt>
                <c:pt idx="1060">
                  <c:v>6492530000</c:v>
                </c:pt>
                <c:pt idx="1061">
                  <c:v>6492850000</c:v>
                </c:pt>
                <c:pt idx="1062">
                  <c:v>6493170000</c:v>
                </c:pt>
                <c:pt idx="1063">
                  <c:v>6493490000</c:v>
                </c:pt>
                <c:pt idx="1064">
                  <c:v>6493820000</c:v>
                </c:pt>
                <c:pt idx="1065">
                  <c:v>6494160000</c:v>
                </c:pt>
                <c:pt idx="1066">
                  <c:v>6494500000</c:v>
                </c:pt>
                <c:pt idx="1067">
                  <c:v>6494840000</c:v>
                </c:pt>
                <c:pt idx="1068">
                  <c:v>6495200000</c:v>
                </c:pt>
                <c:pt idx="1069">
                  <c:v>6495560000</c:v>
                </c:pt>
                <c:pt idx="1070">
                  <c:v>6495920000</c:v>
                </c:pt>
                <c:pt idx="1071">
                  <c:v>6496290000</c:v>
                </c:pt>
                <c:pt idx="1072">
                  <c:v>6496660000</c:v>
                </c:pt>
                <c:pt idx="1073">
                  <c:v>6497050000</c:v>
                </c:pt>
                <c:pt idx="1074">
                  <c:v>6497440000</c:v>
                </c:pt>
                <c:pt idx="1075">
                  <c:v>6497840000</c:v>
                </c:pt>
                <c:pt idx="1076">
                  <c:v>6498240000</c:v>
                </c:pt>
                <c:pt idx="1077">
                  <c:v>6498640000</c:v>
                </c:pt>
                <c:pt idx="1078">
                  <c:v>6499060000</c:v>
                </c:pt>
                <c:pt idx="1079">
                  <c:v>6499470000</c:v>
                </c:pt>
                <c:pt idx="1080">
                  <c:v>6499900000</c:v>
                </c:pt>
                <c:pt idx="1081">
                  <c:v>6500340000</c:v>
                </c:pt>
                <c:pt idx="1082">
                  <c:v>6500780000</c:v>
                </c:pt>
                <c:pt idx="1083">
                  <c:v>6501220000</c:v>
                </c:pt>
                <c:pt idx="1084">
                  <c:v>6501670000</c:v>
                </c:pt>
                <c:pt idx="1085">
                  <c:v>6502130000</c:v>
                </c:pt>
                <c:pt idx="1086">
                  <c:v>6502600000</c:v>
                </c:pt>
                <c:pt idx="1087">
                  <c:v>6503070000</c:v>
                </c:pt>
                <c:pt idx="1088">
                  <c:v>6503550000</c:v>
                </c:pt>
                <c:pt idx="1089">
                  <c:v>6504030000</c:v>
                </c:pt>
                <c:pt idx="1090">
                  <c:v>6504530000</c:v>
                </c:pt>
                <c:pt idx="1091">
                  <c:v>6505030000</c:v>
                </c:pt>
                <c:pt idx="1092">
                  <c:v>6505540000</c:v>
                </c:pt>
                <c:pt idx="1093">
                  <c:v>6506060000</c:v>
                </c:pt>
                <c:pt idx="1094">
                  <c:v>6506590000</c:v>
                </c:pt>
                <c:pt idx="1095">
                  <c:v>6507110000</c:v>
                </c:pt>
                <c:pt idx="1096">
                  <c:v>6507650000</c:v>
                </c:pt>
                <c:pt idx="1097">
                  <c:v>6508190000</c:v>
                </c:pt>
                <c:pt idx="1098">
                  <c:v>6508750000</c:v>
                </c:pt>
                <c:pt idx="1099">
                  <c:v>6509310000</c:v>
                </c:pt>
                <c:pt idx="1100">
                  <c:v>6509870000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633-4122-94A6-B620CBEC3733}"/>
            </c:ext>
          </c:extLst>
        </c:ser>
        <c:ser>
          <c:idx val="4"/>
          <c:order val="4"/>
          <c:tx>
            <c:strRef>
              <c:f>Sheet9!$F$1</c:f>
              <c:strCache>
                <c:ptCount val="1"/>
                <c:pt idx="0">
                  <c:v>beta=3.0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Sheet9!$A$2:$A$1102</c:f>
              <c:numCache>
                <c:formatCode>General</c:formatCode>
                <c:ptCount val="1101"/>
                <c:pt idx="0">
                  <c:v>-10</c:v>
                </c:pt>
                <c:pt idx="1">
                  <c:v>-9.9</c:v>
                </c:pt>
                <c:pt idx="2">
                  <c:v>-9.8000000000000007</c:v>
                </c:pt>
                <c:pt idx="3">
                  <c:v>-9.6999999999999993</c:v>
                </c:pt>
                <c:pt idx="4">
                  <c:v>-9.6</c:v>
                </c:pt>
                <c:pt idx="5">
                  <c:v>-9.5</c:v>
                </c:pt>
                <c:pt idx="6">
                  <c:v>-9.4</c:v>
                </c:pt>
                <c:pt idx="7">
                  <c:v>-9.3000000000000007</c:v>
                </c:pt>
                <c:pt idx="8">
                  <c:v>-9.1999999999999993</c:v>
                </c:pt>
                <c:pt idx="9">
                  <c:v>-9.1</c:v>
                </c:pt>
                <c:pt idx="10">
                  <c:v>-9</c:v>
                </c:pt>
                <c:pt idx="11">
                  <c:v>-8.9</c:v>
                </c:pt>
                <c:pt idx="12">
                  <c:v>-8.8000000000000007</c:v>
                </c:pt>
                <c:pt idx="13">
                  <c:v>-8.6999999999999993</c:v>
                </c:pt>
                <c:pt idx="14">
                  <c:v>-8.6</c:v>
                </c:pt>
                <c:pt idx="15">
                  <c:v>-8.5</c:v>
                </c:pt>
                <c:pt idx="16">
                  <c:v>-8.4</c:v>
                </c:pt>
                <c:pt idx="17">
                  <c:v>-8.3000000000000007</c:v>
                </c:pt>
                <c:pt idx="18">
                  <c:v>-8.1999999999999993</c:v>
                </c:pt>
                <c:pt idx="19">
                  <c:v>-8.1</c:v>
                </c:pt>
                <c:pt idx="20">
                  <c:v>-8</c:v>
                </c:pt>
                <c:pt idx="21">
                  <c:v>-7.9</c:v>
                </c:pt>
                <c:pt idx="22">
                  <c:v>-7.8</c:v>
                </c:pt>
                <c:pt idx="23">
                  <c:v>-7.7</c:v>
                </c:pt>
                <c:pt idx="24">
                  <c:v>-7.6</c:v>
                </c:pt>
                <c:pt idx="25">
                  <c:v>-7.5</c:v>
                </c:pt>
                <c:pt idx="26">
                  <c:v>-7.4</c:v>
                </c:pt>
                <c:pt idx="27">
                  <c:v>-7.3</c:v>
                </c:pt>
                <c:pt idx="28">
                  <c:v>-7.2</c:v>
                </c:pt>
                <c:pt idx="29">
                  <c:v>-7.1</c:v>
                </c:pt>
                <c:pt idx="30">
                  <c:v>-7</c:v>
                </c:pt>
                <c:pt idx="31">
                  <c:v>-6.9</c:v>
                </c:pt>
                <c:pt idx="32">
                  <c:v>-6.8</c:v>
                </c:pt>
                <c:pt idx="33">
                  <c:v>-6.7</c:v>
                </c:pt>
                <c:pt idx="34">
                  <c:v>-6.6</c:v>
                </c:pt>
                <c:pt idx="35">
                  <c:v>-6.5</c:v>
                </c:pt>
                <c:pt idx="36">
                  <c:v>-6.4</c:v>
                </c:pt>
                <c:pt idx="37">
                  <c:v>-6.3</c:v>
                </c:pt>
                <c:pt idx="38">
                  <c:v>-6.2</c:v>
                </c:pt>
                <c:pt idx="39">
                  <c:v>-6.1</c:v>
                </c:pt>
                <c:pt idx="40">
                  <c:v>-6</c:v>
                </c:pt>
                <c:pt idx="41">
                  <c:v>-5.9</c:v>
                </c:pt>
                <c:pt idx="42">
                  <c:v>-5.8</c:v>
                </c:pt>
                <c:pt idx="43">
                  <c:v>-5.7</c:v>
                </c:pt>
                <c:pt idx="44">
                  <c:v>-5.6</c:v>
                </c:pt>
                <c:pt idx="45">
                  <c:v>-5.5</c:v>
                </c:pt>
                <c:pt idx="46">
                  <c:v>-5.4</c:v>
                </c:pt>
                <c:pt idx="47">
                  <c:v>-5.3</c:v>
                </c:pt>
                <c:pt idx="48">
                  <c:v>-5.2</c:v>
                </c:pt>
                <c:pt idx="49">
                  <c:v>-5.0999999999999996</c:v>
                </c:pt>
                <c:pt idx="50">
                  <c:v>-5</c:v>
                </c:pt>
                <c:pt idx="51">
                  <c:v>-4.9000000000000004</c:v>
                </c:pt>
                <c:pt idx="52">
                  <c:v>-4.8</c:v>
                </c:pt>
                <c:pt idx="53">
                  <c:v>-4.7</c:v>
                </c:pt>
                <c:pt idx="54">
                  <c:v>-4.5999999999999996</c:v>
                </c:pt>
                <c:pt idx="55">
                  <c:v>-4.5</c:v>
                </c:pt>
                <c:pt idx="56">
                  <c:v>-4.4000000000000004</c:v>
                </c:pt>
                <c:pt idx="57">
                  <c:v>-4.3</c:v>
                </c:pt>
                <c:pt idx="58">
                  <c:v>-4.2</c:v>
                </c:pt>
                <c:pt idx="59">
                  <c:v>-4.0999999999999996</c:v>
                </c:pt>
                <c:pt idx="60">
                  <c:v>-4</c:v>
                </c:pt>
                <c:pt idx="61">
                  <c:v>-3.9</c:v>
                </c:pt>
                <c:pt idx="62">
                  <c:v>-3.8</c:v>
                </c:pt>
                <c:pt idx="63">
                  <c:v>-3.7</c:v>
                </c:pt>
                <c:pt idx="64">
                  <c:v>-3.6</c:v>
                </c:pt>
                <c:pt idx="65">
                  <c:v>-3.5</c:v>
                </c:pt>
                <c:pt idx="66">
                  <c:v>-3.4</c:v>
                </c:pt>
                <c:pt idx="67">
                  <c:v>-3.3</c:v>
                </c:pt>
                <c:pt idx="68">
                  <c:v>-3.2</c:v>
                </c:pt>
                <c:pt idx="69">
                  <c:v>-3.1</c:v>
                </c:pt>
                <c:pt idx="70">
                  <c:v>-3</c:v>
                </c:pt>
                <c:pt idx="71">
                  <c:v>-2.9</c:v>
                </c:pt>
                <c:pt idx="72">
                  <c:v>-2.8</c:v>
                </c:pt>
                <c:pt idx="73">
                  <c:v>-2.7</c:v>
                </c:pt>
                <c:pt idx="74">
                  <c:v>-2.6</c:v>
                </c:pt>
                <c:pt idx="75">
                  <c:v>-2.5</c:v>
                </c:pt>
                <c:pt idx="76">
                  <c:v>-2.4</c:v>
                </c:pt>
                <c:pt idx="77">
                  <c:v>-2.2999999999999998</c:v>
                </c:pt>
                <c:pt idx="78">
                  <c:v>-2.2000000000000002</c:v>
                </c:pt>
                <c:pt idx="79">
                  <c:v>-2.1</c:v>
                </c:pt>
                <c:pt idx="80">
                  <c:v>-2</c:v>
                </c:pt>
                <c:pt idx="81">
                  <c:v>-1.9</c:v>
                </c:pt>
                <c:pt idx="82">
                  <c:v>-1.8</c:v>
                </c:pt>
                <c:pt idx="83">
                  <c:v>-1.7</c:v>
                </c:pt>
                <c:pt idx="84">
                  <c:v>-1.6</c:v>
                </c:pt>
                <c:pt idx="85">
                  <c:v>-1.5</c:v>
                </c:pt>
                <c:pt idx="86">
                  <c:v>-1.4</c:v>
                </c:pt>
                <c:pt idx="87">
                  <c:v>-1.3</c:v>
                </c:pt>
                <c:pt idx="88">
                  <c:v>-1.2</c:v>
                </c:pt>
                <c:pt idx="89">
                  <c:v>-1.1000000000000001</c:v>
                </c:pt>
                <c:pt idx="90">
                  <c:v>-1</c:v>
                </c:pt>
                <c:pt idx="91">
                  <c:v>-0.9</c:v>
                </c:pt>
                <c:pt idx="92">
                  <c:v>-0.8</c:v>
                </c:pt>
                <c:pt idx="93">
                  <c:v>-0.7</c:v>
                </c:pt>
                <c:pt idx="94">
                  <c:v>-0.6</c:v>
                </c:pt>
                <c:pt idx="95">
                  <c:v>-0.5</c:v>
                </c:pt>
                <c:pt idx="96">
                  <c:v>-0.4</c:v>
                </c:pt>
                <c:pt idx="97">
                  <c:v>-0.3</c:v>
                </c:pt>
                <c:pt idx="98">
                  <c:v>-0.2</c:v>
                </c:pt>
                <c:pt idx="99">
                  <c:v>-0.1</c:v>
                </c:pt>
                <c:pt idx="100" formatCode="0.00E+00">
                  <c:v>-1.87905E-14</c:v>
                </c:pt>
                <c:pt idx="101">
                  <c:v>0.1</c:v>
                </c:pt>
                <c:pt idx="102">
                  <c:v>0.2</c:v>
                </c:pt>
                <c:pt idx="103">
                  <c:v>0.3</c:v>
                </c:pt>
                <c:pt idx="104">
                  <c:v>0.4</c:v>
                </c:pt>
                <c:pt idx="105">
                  <c:v>0.5</c:v>
                </c:pt>
                <c:pt idx="106">
                  <c:v>0.6</c:v>
                </c:pt>
                <c:pt idx="107">
                  <c:v>0.7</c:v>
                </c:pt>
                <c:pt idx="108">
                  <c:v>0.8</c:v>
                </c:pt>
                <c:pt idx="109">
                  <c:v>0.9</c:v>
                </c:pt>
                <c:pt idx="110">
                  <c:v>1</c:v>
                </c:pt>
                <c:pt idx="111">
                  <c:v>1.1000000000000001</c:v>
                </c:pt>
                <c:pt idx="112">
                  <c:v>1.2</c:v>
                </c:pt>
                <c:pt idx="113">
                  <c:v>1.3</c:v>
                </c:pt>
                <c:pt idx="114">
                  <c:v>1.4</c:v>
                </c:pt>
                <c:pt idx="115">
                  <c:v>1.5</c:v>
                </c:pt>
                <c:pt idx="116">
                  <c:v>1.6</c:v>
                </c:pt>
                <c:pt idx="117">
                  <c:v>1.7</c:v>
                </c:pt>
                <c:pt idx="118">
                  <c:v>1.8</c:v>
                </c:pt>
                <c:pt idx="119">
                  <c:v>1.9</c:v>
                </c:pt>
                <c:pt idx="120">
                  <c:v>2</c:v>
                </c:pt>
                <c:pt idx="121">
                  <c:v>2.1</c:v>
                </c:pt>
                <c:pt idx="122">
                  <c:v>2.2000000000000002</c:v>
                </c:pt>
                <c:pt idx="123">
                  <c:v>2.2999999999999998</c:v>
                </c:pt>
                <c:pt idx="124">
                  <c:v>2.4</c:v>
                </c:pt>
                <c:pt idx="125">
                  <c:v>2.5</c:v>
                </c:pt>
                <c:pt idx="126">
                  <c:v>2.6</c:v>
                </c:pt>
                <c:pt idx="127">
                  <c:v>2.7</c:v>
                </c:pt>
                <c:pt idx="128">
                  <c:v>2.8</c:v>
                </c:pt>
                <c:pt idx="129">
                  <c:v>2.9</c:v>
                </c:pt>
                <c:pt idx="130">
                  <c:v>3</c:v>
                </c:pt>
                <c:pt idx="131">
                  <c:v>3.1</c:v>
                </c:pt>
                <c:pt idx="132">
                  <c:v>3.2</c:v>
                </c:pt>
                <c:pt idx="133">
                  <c:v>3.3</c:v>
                </c:pt>
                <c:pt idx="134">
                  <c:v>3.4</c:v>
                </c:pt>
                <c:pt idx="135">
                  <c:v>3.5</c:v>
                </c:pt>
                <c:pt idx="136">
                  <c:v>3.6</c:v>
                </c:pt>
                <c:pt idx="137">
                  <c:v>3.7</c:v>
                </c:pt>
                <c:pt idx="138">
                  <c:v>3.8</c:v>
                </c:pt>
                <c:pt idx="139">
                  <c:v>3.9</c:v>
                </c:pt>
                <c:pt idx="140">
                  <c:v>4</c:v>
                </c:pt>
                <c:pt idx="141">
                  <c:v>4.0999999999999996</c:v>
                </c:pt>
                <c:pt idx="142">
                  <c:v>4.2</c:v>
                </c:pt>
                <c:pt idx="143">
                  <c:v>4.3</c:v>
                </c:pt>
                <c:pt idx="144">
                  <c:v>4.4000000000000004</c:v>
                </c:pt>
                <c:pt idx="145">
                  <c:v>4.5</c:v>
                </c:pt>
                <c:pt idx="146">
                  <c:v>4.5999999999999996</c:v>
                </c:pt>
                <c:pt idx="147">
                  <c:v>4.7</c:v>
                </c:pt>
                <c:pt idx="148">
                  <c:v>4.8</c:v>
                </c:pt>
                <c:pt idx="149">
                  <c:v>4.9000000000000004</c:v>
                </c:pt>
                <c:pt idx="150">
                  <c:v>5</c:v>
                </c:pt>
                <c:pt idx="151">
                  <c:v>5.0999999999999996</c:v>
                </c:pt>
                <c:pt idx="152">
                  <c:v>5.2</c:v>
                </c:pt>
                <c:pt idx="153">
                  <c:v>5.3</c:v>
                </c:pt>
                <c:pt idx="154">
                  <c:v>5.4</c:v>
                </c:pt>
                <c:pt idx="155">
                  <c:v>5.5</c:v>
                </c:pt>
                <c:pt idx="156">
                  <c:v>5.6</c:v>
                </c:pt>
                <c:pt idx="157">
                  <c:v>5.7</c:v>
                </c:pt>
                <c:pt idx="158">
                  <c:v>5.8</c:v>
                </c:pt>
                <c:pt idx="159">
                  <c:v>5.9</c:v>
                </c:pt>
                <c:pt idx="160">
                  <c:v>6</c:v>
                </c:pt>
                <c:pt idx="161">
                  <c:v>6.1</c:v>
                </c:pt>
                <c:pt idx="162">
                  <c:v>6.2</c:v>
                </c:pt>
                <c:pt idx="163">
                  <c:v>6.3</c:v>
                </c:pt>
                <c:pt idx="164">
                  <c:v>6.4</c:v>
                </c:pt>
                <c:pt idx="165">
                  <c:v>6.5</c:v>
                </c:pt>
                <c:pt idx="166">
                  <c:v>6.6</c:v>
                </c:pt>
                <c:pt idx="167">
                  <c:v>6.7</c:v>
                </c:pt>
                <c:pt idx="168">
                  <c:v>6.8</c:v>
                </c:pt>
                <c:pt idx="169">
                  <c:v>6.9</c:v>
                </c:pt>
                <c:pt idx="170">
                  <c:v>7</c:v>
                </c:pt>
                <c:pt idx="171">
                  <c:v>7.1</c:v>
                </c:pt>
                <c:pt idx="172">
                  <c:v>7.2</c:v>
                </c:pt>
                <c:pt idx="173">
                  <c:v>7.3</c:v>
                </c:pt>
                <c:pt idx="174">
                  <c:v>7.4</c:v>
                </c:pt>
                <c:pt idx="175">
                  <c:v>7.5</c:v>
                </c:pt>
                <c:pt idx="176">
                  <c:v>7.6</c:v>
                </c:pt>
                <c:pt idx="177">
                  <c:v>7.7</c:v>
                </c:pt>
                <c:pt idx="178">
                  <c:v>7.8</c:v>
                </c:pt>
                <c:pt idx="179">
                  <c:v>7.9</c:v>
                </c:pt>
                <c:pt idx="180">
                  <c:v>8</c:v>
                </c:pt>
                <c:pt idx="181">
                  <c:v>8.1</c:v>
                </c:pt>
                <c:pt idx="182">
                  <c:v>8.1999999999999993</c:v>
                </c:pt>
                <c:pt idx="183">
                  <c:v>8.3000000000000007</c:v>
                </c:pt>
                <c:pt idx="184">
                  <c:v>8.4</c:v>
                </c:pt>
                <c:pt idx="185">
                  <c:v>8.5</c:v>
                </c:pt>
                <c:pt idx="186">
                  <c:v>8.6</c:v>
                </c:pt>
                <c:pt idx="187">
                  <c:v>8.6999999999999993</c:v>
                </c:pt>
                <c:pt idx="188">
                  <c:v>8.8000000000000007</c:v>
                </c:pt>
                <c:pt idx="189">
                  <c:v>8.9</c:v>
                </c:pt>
                <c:pt idx="190">
                  <c:v>9</c:v>
                </c:pt>
                <c:pt idx="191">
                  <c:v>9.1</c:v>
                </c:pt>
                <c:pt idx="192">
                  <c:v>9.1999999999999993</c:v>
                </c:pt>
                <c:pt idx="193">
                  <c:v>9.3000000000000007</c:v>
                </c:pt>
                <c:pt idx="194">
                  <c:v>9.4</c:v>
                </c:pt>
                <c:pt idx="195">
                  <c:v>9.5</c:v>
                </c:pt>
                <c:pt idx="196">
                  <c:v>9.6</c:v>
                </c:pt>
                <c:pt idx="197">
                  <c:v>9.6999999999999993</c:v>
                </c:pt>
                <c:pt idx="198">
                  <c:v>9.8000000000000007</c:v>
                </c:pt>
                <c:pt idx="199">
                  <c:v>9.9</c:v>
                </c:pt>
                <c:pt idx="200">
                  <c:v>10</c:v>
                </c:pt>
                <c:pt idx="201">
                  <c:v>10.1</c:v>
                </c:pt>
                <c:pt idx="202">
                  <c:v>10.199999999999999</c:v>
                </c:pt>
                <c:pt idx="203">
                  <c:v>10.3</c:v>
                </c:pt>
                <c:pt idx="204">
                  <c:v>10.4</c:v>
                </c:pt>
                <c:pt idx="205">
                  <c:v>10.5</c:v>
                </c:pt>
                <c:pt idx="206">
                  <c:v>10.6</c:v>
                </c:pt>
                <c:pt idx="207">
                  <c:v>10.7</c:v>
                </c:pt>
                <c:pt idx="208">
                  <c:v>10.8</c:v>
                </c:pt>
                <c:pt idx="209">
                  <c:v>10.9</c:v>
                </c:pt>
                <c:pt idx="210">
                  <c:v>11</c:v>
                </c:pt>
                <c:pt idx="211">
                  <c:v>11.1</c:v>
                </c:pt>
                <c:pt idx="212">
                  <c:v>11.2</c:v>
                </c:pt>
                <c:pt idx="213">
                  <c:v>11.3</c:v>
                </c:pt>
                <c:pt idx="214">
                  <c:v>11.4</c:v>
                </c:pt>
                <c:pt idx="215">
                  <c:v>11.5</c:v>
                </c:pt>
                <c:pt idx="216">
                  <c:v>11.6</c:v>
                </c:pt>
                <c:pt idx="217">
                  <c:v>11.7</c:v>
                </c:pt>
                <c:pt idx="218">
                  <c:v>11.8</c:v>
                </c:pt>
                <c:pt idx="219">
                  <c:v>11.9</c:v>
                </c:pt>
                <c:pt idx="220">
                  <c:v>12</c:v>
                </c:pt>
                <c:pt idx="221">
                  <c:v>12.1</c:v>
                </c:pt>
                <c:pt idx="222">
                  <c:v>12.2</c:v>
                </c:pt>
                <c:pt idx="223">
                  <c:v>12.3</c:v>
                </c:pt>
                <c:pt idx="224">
                  <c:v>12.4</c:v>
                </c:pt>
                <c:pt idx="225">
                  <c:v>12.5</c:v>
                </c:pt>
                <c:pt idx="226">
                  <c:v>12.6</c:v>
                </c:pt>
                <c:pt idx="227">
                  <c:v>12.7</c:v>
                </c:pt>
                <c:pt idx="228">
                  <c:v>12.8</c:v>
                </c:pt>
                <c:pt idx="229">
                  <c:v>12.9</c:v>
                </c:pt>
                <c:pt idx="230">
                  <c:v>13</c:v>
                </c:pt>
                <c:pt idx="231">
                  <c:v>13.1</c:v>
                </c:pt>
                <c:pt idx="232">
                  <c:v>13.2</c:v>
                </c:pt>
                <c:pt idx="233">
                  <c:v>13.3</c:v>
                </c:pt>
                <c:pt idx="234">
                  <c:v>13.4</c:v>
                </c:pt>
                <c:pt idx="235">
                  <c:v>13.5</c:v>
                </c:pt>
                <c:pt idx="236">
                  <c:v>13.6</c:v>
                </c:pt>
                <c:pt idx="237">
                  <c:v>13.7</c:v>
                </c:pt>
                <c:pt idx="238">
                  <c:v>13.8</c:v>
                </c:pt>
                <c:pt idx="239">
                  <c:v>13.9</c:v>
                </c:pt>
                <c:pt idx="240">
                  <c:v>14</c:v>
                </c:pt>
                <c:pt idx="241">
                  <c:v>14.1</c:v>
                </c:pt>
                <c:pt idx="242">
                  <c:v>14.2</c:v>
                </c:pt>
                <c:pt idx="243">
                  <c:v>14.3</c:v>
                </c:pt>
                <c:pt idx="244">
                  <c:v>14.4</c:v>
                </c:pt>
                <c:pt idx="245">
                  <c:v>14.5</c:v>
                </c:pt>
                <c:pt idx="246">
                  <c:v>14.6</c:v>
                </c:pt>
                <c:pt idx="247">
                  <c:v>14.7</c:v>
                </c:pt>
                <c:pt idx="248">
                  <c:v>14.8</c:v>
                </c:pt>
                <c:pt idx="249">
                  <c:v>14.9</c:v>
                </c:pt>
                <c:pt idx="250">
                  <c:v>15</c:v>
                </c:pt>
                <c:pt idx="251">
                  <c:v>15.1</c:v>
                </c:pt>
                <c:pt idx="252">
                  <c:v>15.2</c:v>
                </c:pt>
                <c:pt idx="253">
                  <c:v>15.3</c:v>
                </c:pt>
                <c:pt idx="254">
                  <c:v>15.4</c:v>
                </c:pt>
                <c:pt idx="255">
                  <c:v>15.5</c:v>
                </c:pt>
                <c:pt idx="256">
                  <c:v>15.6</c:v>
                </c:pt>
                <c:pt idx="257">
                  <c:v>15.7</c:v>
                </c:pt>
                <c:pt idx="258">
                  <c:v>15.8</c:v>
                </c:pt>
                <c:pt idx="259">
                  <c:v>15.9</c:v>
                </c:pt>
                <c:pt idx="260">
                  <c:v>16</c:v>
                </c:pt>
                <c:pt idx="261">
                  <c:v>16.100000000000001</c:v>
                </c:pt>
                <c:pt idx="262">
                  <c:v>16.2</c:v>
                </c:pt>
                <c:pt idx="263">
                  <c:v>16.3</c:v>
                </c:pt>
                <c:pt idx="264">
                  <c:v>16.399999999999999</c:v>
                </c:pt>
                <c:pt idx="265">
                  <c:v>16.5</c:v>
                </c:pt>
                <c:pt idx="266">
                  <c:v>16.600000000000001</c:v>
                </c:pt>
                <c:pt idx="267">
                  <c:v>16.7</c:v>
                </c:pt>
                <c:pt idx="268">
                  <c:v>16.8</c:v>
                </c:pt>
                <c:pt idx="269">
                  <c:v>16.899999999999999</c:v>
                </c:pt>
                <c:pt idx="270">
                  <c:v>17</c:v>
                </c:pt>
                <c:pt idx="271">
                  <c:v>17.100000000000001</c:v>
                </c:pt>
                <c:pt idx="272">
                  <c:v>17.2</c:v>
                </c:pt>
                <c:pt idx="273">
                  <c:v>17.3</c:v>
                </c:pt>
                <c:pt idx="274">
                  <c:v>17.399999999999999</c:v>
                </c:pt>
                <c:pt idx="275">
                  <c:v>17.5</c:v>
                </c:pt>
                <c:pt idx="276">
                  <c:v>17.600000000000001</c:v>
                </c:pt>
                <c:pt idx="277">
                  <c:v>17.7</c:v>
                </c:pt>
                <c:pt idx="278">
                  <c:v>17.8</c:v>
                </c:pt>
                <c:pt idx="279">
                  <c:v>17.899999999999999</c:v>
                </c:pt>
                <c:pt idx="280">
                  <c:v>18</c:v>
                </c:pt>
                <c:pt idx="281">
                  <c:v>18.100000000000001</c:v>
                </c:pt>
                <c:pt idx="282">
                  <c:v>18.2</c:v>
                </c:pt>
                <c:pt idx="283">
                  <c:v>18.3</c:v>
                </c:pt>
                <c:pt idx="284">
                  <c:v>18.399999999999999</c:v>
                </c:pt>
                <c:pt idx="285">
                  <c:v>18.5</c:v>
                </c:pt>
                <c:pt idx="286">
                  <c:v>18.600000000000001</c:v>
                </c:pt>
                <c:pt idx="287">
                  <c:v>18.7</c:v>
                </c:pt>
                <c:pt idx="288">
                  <c:v>18.8</c:v>
                </c:pt>
                <c:pt idx="289">
                  <c:v>18.899999999999999</c:v>
                </c:pt>
                <c:pt idx="290">
                  <c:v>19</c:v>
                </c:pt>
                <c:pt idx="291">
                  <c:v>19.100000000000001</c:v>
                </c:pt>
                <c:pt idx="292">
                  <c:v>19.2</c:v>
                </c:pt>
                <c:pt idx="293">
                  <c:v>19.3</c:v>
                </c:pt>
                <c:pt idx="294">
                  <c:v>19.399999999999999</c:v>
                </c:pt>
                <c:pt idx="295">
                  <c:v>19.5</c:v>
                </c:pt>
                <c:pt idx="296">
                  <c:v>19.600000000000001</c:v>
                </c:pt>
                <c:pt idx="297">
                  <c:v>19.7</c:v>
                </c:pt>
                <c:pt idx="298">
                  <c:v>19.8</c:v>
                </c:pt>
                <c:pt idx="299">
                  <c:v>19.899999999999999</c:v>
                </c:pt>
                <c:pt idx="300">
                  <c:v>20</c:v>
                </c:pt>
                <c:pt idx="301">
                  <c:v>20.100000000000001</c:v>
                </c:pt>
                <c:pt idx="302">
                  <c:v>20.2</c:v>
                </c:pt>
                <c:pt idx="303">
                  <c:v>20.3</c:v>
                </c:pt>
                <c:pt idx="304">
                  <c:v>20.399999999999999</c:v>
                </c:pt>
                <c:pt idx="305">
                  <c:v>20.5</c:v>
                </c:pt>
                <c:pt idx="306">
                  <c:v>20.6</c:v>
                </c:pt>
                <c:pt idx="307">
                  <c:v>20.7</c:v>
                </c:pt>
                <c:pt idx="308">
                  <c:v>20.8</c:v>
                </c:pt>
                <c:pt idx="309">
                  <c:v>20.9</c:v>
                </c:pt>
                <c:pt idx="310">
                  <c:v>21</c:v>
                </c:pt>
                <c:pt idx="311">
                  <c:v>21.1</c:v>
                </c:pt>
                <c:pt idx="312">
                  <c:v>21.2</c:v>
                </c:pt>
                <c:pt idx="313">
                  <c:v>21.3</c:v>
                </c:pt>
                <c:pt idx="314">
                  <c:v>21.4</c:v>
                </c:pt>
                <c:pt idx="315">
                  <c:v>21.5</c:v>
                </c:pt>
                <c:pt idx="316">
                  <c:v>21.6</c:v>
                </c:pt>
                <c:pt idx="317">
                  <c:v>21.7</c:v>
                </c:pt>
                <c:pt idx="318">
                  <c:v>21.8</c:v>
                </c:pt>
                <c:pt idx="319">
                  <c:v>21.9</c:v>
                </c:pt>
                <c:pt idx="320">
                  <c:v>22</c:v>
                </c:pt>
                <c:pt idx="321">
                  <c:v>22.1</c:v>
                </c:pt>
                <c:pt idx="322">
                  <c:v>22.2</c:v>
                </c:pt>
                <c:pt idx="323">
                  <c:v>22.3</c:v>
                </c:pt>
                <c:pt idx="324">
                  <c:v>22.4</c:v>
                </c:pt>
                <c:pt idx="325">
                  <c:v>22.5</c:v>
                </c:pt>
                <c:pt idx="326">
                  <c:v>22.6</c:v>
                </c:pt>
                <c:pt idx="327">
                  <c:v>22.7</c:v>
                </c:pt>
                <c:pt idx="328">
                  <c:v>22.8</c:v>
                </c:pt>
                <c:pt idx="329">
                  <c:v>22.9</c:v>
                </c:pt>
                <c:pt idx="330">
                  <c:v>23</c:v>
                </c:pt>
                <c:pt idx="331">
                  <c:v>23.1</c:v>
                </c:pt>
                <c:pt idx="332">
                  <c:v>23.2</c:v>
                </c:pt>
                <c:pt idx="333">
                  <c:v>23.3</c:v>
                </c:pt>
                <c:pt idx="334">
                  <c:v>23.4</c:v>
                </c:pt>
                <c:pt idx="335">
                  <c:v>23.5</c:v>
                </c:pt>
                <c:pt idx="336">
                  <c:v>23.6</c:v>
                </c:pt>
                <c:pt idx="337">
                  <c:v>23.7</c:v>
                </c:pt>
                <c:pt idx="338">
                  <c:v>23.8</c:v>
                </c:pt>
                <c:pt idx="339">
                  <c:v>23.9</c:v>
                </c:pt>
                <c:pt idx="340">
                  <c:v>24</c:v>
                </c:pt>
                <c:pt idx="341">
                  <c:v>24.1</c:v>
                </c:pt>
                <c:pt idx="342">
                  <c:v>24.2</c:v>
                </c:pt>
                <c:pt idx="343">
                  <c:v>24.3</c:v>
                </c:pt>
                <c:pt idx="344">
                  <c:v>24.4</c:v>
                </c:pt>
                <c:pt idx="345">
                  <c:v>24.5</c:v>
                </c:pt>
                <c:pt idx="346">
                  <c:v>24.6</c:v>
                </c:pt>
                <c:pt idx="347">
                  <c:v>24.7</c:v>
                </c:pt>
                <c:pt idx="348">
                  <c:v>24.8</c:v>
                </c:pt>
                <c:pt idx="349">
                  <c:v>24.9</c:v>
                </c:pt>
                <c:pt idx="350">
                  <c:v>25</c:v>
                </c:pt>
                <c:pt idx="351">
                  <c:v>25.1</c:v>
                </c:pt>
                <c:pt idx="352">
                  <c:v>25.2</c:v>
                </c:pt>
                <c:pt idx="353">
                  <c:v>25.3</c:v>
                </c:pt>
                <c:pt idx="354">
                  <c:v>25.4</c:v>
                </c:pt>
                <c:pt idx="355">
                  <c:v>25.5</c:v>
                </c:pt>
                <c:pt idx="356">
                  <c:v>25.6</c:v>
                </c:pt>
                <c:pt idx="357">
                  <c:v>25.7</c:v>
                </c:pt>
                <c:pt idx="358">
                  <c:v>25.8</c:v>
                </c:pt>
                <c:pt idx="359">
                  <c:v>25.9</c:v>
                </c:pt>
                <c:pt idx="360">
                  <c:v>26</c:v>
                </c:pt>
                <c:pt idx="361">
                  <c:v>26.1</c:v>
                </c:pt>
                <c:pt idx="362">
                  <c:v>26.2</c:v>
                </c:pt>
                <c:pt idx="363">
                  <c:v>26.3</c:v>
                </c:pt>
                <c:pt idx="364">
                  <c:v>26.4</c:v>
                </c:pt>
                <c:pt idx="365">
                  <c:v>26.5</c:v>
                </c:pt>
                <c:pt idx="366">
                  <c:v>26.6</c:v>
                </c:pt>
                <c:pt idx="367">
                  <c:v>26.7</c:v>
                </c:pt>
                <c:pt idx="368">
                  <c:v>26.8</c:v>
                </c:pt>
                <c:pt idx="369">
                  <c:v>26.9</c:v>
                </c:pt>
                <c:pt idx="370">
                  <c:v>27</c:v>
                </c:pt>
                <c:pt idx="371">
                  <c:v>27.1</c:v>
                </c:pt>
                <c:pt idx="372">
                  <c:v>27.2</c:v>
                </c:pt>
                <c:pt idx="373">
                  <c:v>27.3</c:v>
                </c:pt>
                <c:pt idx="374">
                  <c:v>27.4</c:v>
                </c:pt>
                <c:pt idx="375">
                  <c:v>27.5</c:v>
                </c:pt>
                <c:pt idx="376">
                  <c:v>27.6</c:v>
                </c:pt>
                <c:pt idx="377">
                  <c:v>27.7</c:v>
                </c:pt>
                <c:pt idx="378">
                  <c:v>27.8</c:v>
                </c:pt>
                <c:pt idx="379">
                  <c:v>27.9</c:v>
                </c:pt>
                <c:pt idx="380">
                  <c:v>28</c:v>
                </c:pt>
                <c:pt idx="381">
                  <c:v>28.1</c:v>
                </c:pt>
                <c:pt idx="382">
                  <c:v>28.2</c:v>
                </c:pt>
                <c:pt idx="383">
                  <c:v>28.3</c:v>
                </c:pt>
                <c:pt idx="384">
                  <c:v>28.4</c:v>
                </c:pt>
                <c:pt idx="385">
                  <c:v>28.5</c:v>
                </c:pt>
                <c:pt idx="386">
                  <c:v>28.6</c:v>
                </c:pt>
                <c:pt idx="387">
                  <c:v>28.7</c:v>
                </c:pt>
                <c:pt idx="388">
                  <c:v>28.8</c:v>
                </c:pt>
                <c:pt idx="389">
                  <c:v>28.9</c:v>
                </c:pt>
                <c:pt idx="390">
                  <c:v>29</c:v>
                </c:pt>
                <c:pt idx="391">
                  <c:v>29.1</c:v>
                </c:pt>
                <c:pt idx="392">
                  <c:v>29.2</c:v>
                </c:pt>
                <c:pt idx="393">
                  <c:v>29.3</c:v>
                </c:pt>
                <c:pt idx="394">
                  <c:v>29.4</c:v>
                </c:pt>
                <c:pt idx="395">
                  <c:v>29.5</c:v>
                </c:pt>
                <c:pt idx="396">
                  <c:v>29.6</c:v>
                </c:pt>
                <c:pt idx="397">
                  <c:v>29.7</c:v>
                </c:pt>
                <c:pt idx="398">
                  <c:v>29.8</c:v>
                </c:pt>
                <c:pt idx="399">
                  <c:v>29.9</c:v>
                </c:pt>
                <c:pt idx="400">
                  <c:v>30</c:v>
                </c:pt>
                <c:pt idx="401">
                  <c:v>30.1</c:v>
                </c:pt>
                <c:pt idx="402">
                  <c:v>30.2</c:v>
                </c:pt>
                <c:pt idx="403">
                  <c:v>30.3</c:v>
                </c:pt>
                <c:pt idx="404">
                  <c:v>30.4</c:v>
                </c:pt>
                <c:pt idx="405">
                  <c:v>30.5</c:v>
                </c:pt>
                <c:pt idx="406">
                  <c:v>30.6</c:v>
                </c:pt>
                <c:pt idx="407">
                  <c:v>30.7</c:v>
                </c:pt>
                <c:pt idx="408">
                  <c:v>30.8</c:v>
                </c:pt>
                <c:pt idx="409">
                  <c:v>30.9</c:v>
                </c:pt>
                <c:pt idx="410">
                  <c:v>31</c:v>
                </c:pt>
                <c:pt idx="411">
                  <c:v>31.1</c:v>
                </c:pt>
                <c:pt idx="412">
                  <c:v>31.2</c:v>
                </c:pt>
                <c:pt idx="413">
                  <c:v>31.3</c:v>
                </c:pt>
                <c:pt idx="414">
                  <c:v>31.4</c:v>
                </c:pt>
                <c:pt idx="415">
                  <c:v>31.5</c:v>
                </c:pt>
                <c:pt idx="416">
                  <c:v>31.6</c:v>
                </c:pt>
                <c:pt idx="417">
                  <c:v>31.7</c:v>
                </c:pt>
                <c:pt idx="418">
                  <c:v>31.8</c:v>
                </c:pt>
                <c:pt idx="419">
                  <c:v>31.9</c:v>
                </c:pt>
                <c:pt idx="420">
                  <c:v>32</c:v>
                </c:pt>
                <c:pt idx="421">
                  <c:v>32.1</c:v>
                </c:pt>
                <c:pt idx="422">
                  <c:v>32.200000000000003</c:v>
                </c:pt>
                <c:pt idx="423">
                  <c:v>32.299999999999997</c:v>
                </c:pt>
                <c:pt idx="424">
                  <c:v>32.4</c:v>
                </c:pt>
                <c:pt idx="425">
                  <c:v>32.5</c:v>
                </c:pt>
                <c:pt idx="426">
                  <c:v>32.6</c:v>
                </c:pt>
                <c:pt idx="427">
                  <c:v>32.700000000000003</c:v>
                </c:pt>
                <c:pt idx="428">
                  <c:v>32.799999999999997</c:v>
                </c:pt>
                <c:pt idx="429">
                  <c:v>32.9</c:v>
                </c:pt>
                <c:pt idx="430">
                  <c:v>33</c:v>
                </c:pt>
                <c:pt idx="431">
                  <c:v>33.1</c:v>
                </c:pt>
                <c:pt idx="432">
                  <c:v>33.200000000000003</c:v>
                </c:pt>
                <c:pt idx="433">
                  <c:v>33.299999999999997</c:v>
                </c:pt>
                <c:pt idx="434">
                  <c:v>33.4</c:v>
                </c:pt>
                <c:pt idx="435">
                  <c:v>33.5</c:v>
                </c:pt>
                <c:pt idx="436">
                  <c:v>33.6</c:v>
                </c:pt>
                <c:pt idx="437">
                  <c:v>33.700000000000003</c:v>
                </c:pt>
                <c:pt idx="438">
                  <c:v>33.799999999999997</c:v>
                </c:pt>
                <c:pt idx="439">
                  <c:v>33.9</c:v>
                </c:pt>
                <c:pt idx="440">
                  <c:v>34</c:v>
                </c:pt>
                <c:pt idx="441">
                  <c:v>34.1</c:v>
                </c:pt>
                <c:pt idx="442">
                  <c:v>34.200000000000003</c:v>
                </c:pt>
                <c:pt idx="443">
                  <c:v>34.299999999999997</c:v>
                </c:pt>
                <c:pt idx="444">
                  <c:v>34.4</c:v>
                </c:pt>
                <c:pt idx="445">
                  <c:v>34.5</c:v>
                </c:pt>
                <c:pt idx="446">
                  <c:v>34.6</c:v>
                </c:pt>
                <c:pt idx="447">
                  <c:v>34.700000000000003</c:v>
                </c:pt>
                <c:pt idx="448">
                  <c:v>34.799999999999997</c:v>
                </c:pt>
                <c:pt idx="449">
                  <c:v>34.9</c:v>
                </c:pt>
                <c:pt idx="450">
                  <c:v>35</c:v>
                </c:pt>
                <c:pt idx="451">
                  <c:v>35.1</c:v>
                </c:pt>
                <c:pt idx="452">
                  <c:v>35.200000000000003</c:v>
                </c:pt>
                <c:pt idx="453">
                  <c:v>35.299999999999997</c:v>
                </c:pt>
                <c:pt idx="454">
                  <c:v>35.4</c:v>
                </c:pt>
                <c:pt idx="455">
                  <c:v>35.5</c:v>
                </c:pt>
                <c:pt idx="456">
                  <c:v>35.6</c:v>
                </c:pt>
                <c:pt idx="457">
                  <c:v>35.700000000000003</c:v>
                </c:pt>
                <c:pt idx="458">
                  <c:v>35.799999999999997</c:v>
                </c:pt>
                <c:pt idx="459">
                  <c:v>35.9</c:v>
                </c:pt>
                <c:pt idx="460">
                  <c:v>36</c:v>
                </c:pt>
                <c:pt idx="461">
                  <c:v>36.1</c:v>
                </c:pt>
                <c:pt idx="462">
                  <c:v>36.200000000000003</c:v>
                </c:pt>
                <c:pt idx="463">
                  <c:v>36.299999999999997</c:v>
                </c:pt>
                <c:pt idx="464">
                  <c:v>36.4</c:v>
                </c:pt>
                <c:pt idx="465">
                  <c:v>36.5</c:v>
                </c:pt>
                <c:pt idx="466">
                  <c:v>36.6</c:v>
                </c:pt>
                <c:pt idx="467">
                  <c:v>36.700000000000003</c:v>
                </c:pt>
                <c:pt idx="468">
                  <c:v>36.799999999999997</c:v>
                </c:pt>
                <c:pt idx="469">
                  <c:v>36.9</c:v>
                </c:pt>
                <c:pt idx="470">
                  <c:v>37</c:v>
                </c:pt>
                <c:pt idx="471">
                  <c:v>37.1</c:v>
                </c:pt>
                <c:pt idx="472">
                  <c:v>37.200000000000003</c:v>
                </c:pt>
                <c:pt idx="473">
                  <c:v>37.299999999999997</c:v>
                </c:pt>
                <c:pt idx="474">
                  <c:v>37.4</c:v>
                </c:pt>
                <c:pt idx="475">
                  <c:v>37.5</c:v>
                </c:pt>
                <c:pt idx="476">
                  <c:v>37.6</c:v>
                </c:pt>
                <c:pt idx="477">
                  <c:v>37.700000000000003</c:v>
                </c:pt>
                <c:pt idx="478">
                  <c:v>37.799999999999997</c:v>
                </c:pt>
                <c:pt idx="479">
                  <c:v>37.9</c:v>
                </c:pt>
                <c:pt idx="480">
                  <c:v>38</c:v>
                </c:pt>
                <c:pt idx="481">
                  <c:v>38.1</c:v>
                </c:pt>
                <c:pt idx="482">
                  <c:v>38.200000000000003</c:v>
                </c:pt>
                <c:pt idx="483">
                  <c:v>38.299999999999997</c:v>
                </c:pt>
                <c:pt idx="484">
                  <c:v>38.4</c:v>
                </c:pt>
                <c:pt idx="485">
                  <c:v>38.5</c:v>
                </c:pt>
                <c:pt idx="486">
                  <c:v>38.6</c:v>
                </c:pt>
                <c:pt idx="487">
                  <c:v>38.700000000000003</c:v>
                </c:pt>
                <c:pt idx="488">
                  <c:v>38.799999999999997</c:v>
                </c:pt>
                <c:pt idx="489">
                  <c:v>38.9</c:v>
                </c:pt>
                <c:pt idx="490">
                  <c:v>39</c:v>
                </c:pt>
                <c:pt idx="491">
                  <c:v>39.1</c:v>
                </c:pt>
                <c:pt idx="492">
                  <c:v>39.200000000000003</c:v>
                </c:pt>
                <c:pt idx="493">
                  <c:v>39.299999999999997</c:v>
                </c:pt>
                <c:pt idx="494">
                  <c:v>39.4</c:v>
                </c:pt>
                <c:pt idx="495">
                  <c:v>39.5</c:v>
                </c:pt>
                <c:pt idx="496">
                  <c:v>39.6</c:v>
                </c:pt>
                <c:pt idx="497">
                  <c:v>39.700000000000003</c:v>
                </c:pt>
                <c:pt idx="498">
                  <c:v>39.799999999999997</c:v>
                </c:pt>
                <c:pt idx="499">
                  <c:v>39.9</c:v>
                </c:pt>
                <c:pt idx="500">
                  <c:v>40</c:v>
                </c:pt>
                <c:pt idx="501">
                  <c:v>40.1</c:v>
                </c:pt>
                <c:pt idx="502">
                  <c:v>40.200000000000003</c:v>
                </c:pt>
                <c:pt idx="503">
                  <c:v>40.299999999999997</c:v>
                </c:pt>
                <c:pt idx="504">
                  <c:v>40.4</c:v>
                </c:pt>
                <c:pt idx="505">
                  <c:v>40.5</c:v>
                </c:pt>
                <c:pt idx="506">
                  <c:v>40.6</c:v>
                </c:pt>
                <c:pt idx="507">
                  <c:v>40.700000000000003</c:v>
                </c:pt>
                <c:pt idx="508">
                  <c:v>40.799999999999997</c:v>
                </c:pt>
                <c:pt idx="509">
                  <c:v>40.9</c:v>
                </c:pt>
                <c:pt idx="510">
                  <c:v>41</c:v>
                </c:pt>
                <c:pt idx="511">
                  <c:v>41.1</c:v>
                </c:pt>
                <c:pt idx="512">
                  <c:v>41.2</c:v>
                </c:pt>
                <c:pt idx="513">
                  <c:v>41.3</c:v>
                </c:pt>
                <c:pt idx="514">
                  <c:v>41.4</c:v>
                </c:pt>
                <c:pt idx="515">
                  <c:v>41.5</c:v>
                </c:pt>
                <c:pt idx="516">
                  <c:v>41.6</c:v>
                </c:pt>
                <c:pt idx="517">
                  <c:v>41.7</c:v>
                </c:pt>
                <c:pt idx="518">
                  <c:v>41.8</c:v>
                </c:pt>
                <c:pt idx="519">
                  <c:v>41.9</c:v>
                </c:pt>
                <c:pt idx="520">
                  <c:v>42</c:v>
                </c:pt>
                <c:pt idx="521">
                  <c:v>42.1</c:v>
                </c:pt>
                <c:pt idx="522">
                  <c:v>42.2</c:v>
                </c:pt>
                <c:pt idx="523">
                  <c:v>42.3</c:v>
                </c:pt>
                <c:pt idx="524">
                  <c:v>42.4</c:v>
                </c:pt>
                <c:pt idx="525">
                  <c:v>42.5</c:v>
                </c:pt>
                <c:pt idx="526">
                  <c:v>42.6</c:v>
                </c:pt>
                <c:pt idx="527">
                  <c:v>42.7</c:v>
                </c:pt>
                <c:pt idx="528">
                  <c:v>42.8</c:v>
                </c:pt>
                <c:pt idx="529">
                  <c:v>42.9</c:v>
                </c:pt>
                <c:pt idx="530">
                  <c:v>43</c:v>
                </c:pt>
                <c:pt idx="531">
                  <c:v>43.1</c:v>
                </c:pt>
                <c:pt idx="532">
                  <c:v>43.2</c:v>
                </c:pt>
                <c:pt idx="533">
                  <c:v>43.3</c:v>
                </c:pt>
                <c:pt idx="534">
                  <c:v>43.4</c:v>
                </c:pt>
                <c:pt idx="535">
                  <c:v>43.5</c:v>
                </c:pt>
                <c:pt idx="536">
                  <c:v>43.6</c:v>
                </c:pt>
                <c:pt idx="537">
                  <c:v>43.7</c:v>
                </c:pt>
                <c:pt idx="538">
                  <c:v>43.8</c:v>
                </c:pt>
                <c:pt idx="539">
                  <c:v>43.9</c:v>
                </c:pt>
                <c:pt idx="540">
                  <c:v>44</c:v>
                </c:pt>
                <c:pt idx="541">
                  <c:v>44.1</c:v>
                </c:pt>
                <c:pt idx="542">
                  <c:v>44.2</c:v>
                </c:pt>
                <c:pt idx="543">
                  <c:v>44.3</c:v>
                </c:pt>
                <c:pt idx="544">
                  <c:v>44.4</c:v>
                </c:pt>
                <c:pt idx="545">
                  <c:v>44.5</c:v>
                </c:pt>
                <c:pt idx="546">
                  <c:v>44.6</c:v>
                </c:pt>
                <c:pt idx="547">
                  <c:v>44.7</c:v>
                </c:pt>
                <c:pt idx="548">
                  <c:v>44.8</c:v>
                </c:pt>
                <c:pt idx="549">
                  <c:v>44.9</c:v>
                </c:pt>
                <c:pt idx="550">
                  <c:v>45</c:v>
                </c:pt>
                <c:pt idx="551">
                  <c:v>45.1</c:v>
                </c:pt>
                <c:pt idx="552">
                  <c:v>45.2</c:v>
                </c:pt>
                <c:pt idx="553">
                  <c:v>45.3</c:v>
                </c:pt>
                <c:pt idx="554">
                  <c:v>45.4</c:v>
                </c:pt>
                <c:pt idx="555">
                  <c:v>45.5</c:v>
                </c:pt>
                <c:pt idx="556">
                  <c:v>45.6</c:v>
                </c:pt>
                <c:pt idx="557">
                  <c:v>45.7</c:v>
                </c:pt>
                <c:pt idx="558">
                  <c:v>45.8</c:v>
                </c:pt>
                <c:pt idx="559">
                  <c:v>45.9</c:v>
                </c:pt>
                <c:pt idx="560">
                  <c:v>46</c:v>
                </c:pt>
                <c:pt idx="561">
                  <c:v>46.1</c:v>
                </c:pt>
                <c:pt idx="562">
                  <c:v>46.2</c:v>
                </c:pt>
                <c:pt idx="563">
                  <c:v>46.3</c:v>
                </c:pt>
                <c:pt idx="564">
                  <c:v>46.4</c:v>
                </c:pt>
                <c:pt idx="565">
                  <c:v>46.5</c:v>
                </c:pt>
                <c:pt idx="566">
                  <c:v>46.6</c:v>
                </c:pt>
                <c:pt idx="567">
                  <c:v>46.7</c:v>
                </c:pt>
                <c:pt idx="568">
                  <c:v>46.8</c:v>
                </c:pt>
                <c:pt idx="569">
                  <c:v>46.9</c:v>
                </c:pt>
                <c:pt idx="570">
                  <c:v>47</c:v>
                </c:pt>
                <c:pt idx="571">
                  <c:v>47.1</c:v>
                </c:pt>
                <c:pt idx="572">
                  <c:v>47.2</c:v>
                </c:pt>
                <c:pt idx="573">
                  <c:v>47.3</c:v>
                </c:pt>
                <c:pt idx="574">
                  <c:v>47.4</c:v>
                </c:pt>
                <c:pt idx="575">
                  <c:v>47.5</c:v>
                </c:pt>
                <c:pt idx="576">
                  <c:v>47.6</c:v>
                </c:pt>
                <c:pt idx="577">
                  <c:v>47.7</c:v>
                </c:pt>
                <c:pt idx="578">
                  <c:v>47.8</c:v>
                </c:pt>
                <c:pt idx="579">
                  <c:v>47.9</c:v>
                </c:pt>
                <c:pt idx="580">
                  <c:v>48</c:v>
                </c:pt>
                <c:pt idx="581">
                  <c:v>48.1</c:v>
                </c:pt>
                <c:pt idx="582">
                  <c:v>48.2</c:v>
                </c:pt>
                <c:pt idx="583">
                  <c:v>48.3</c:v>
                </c:pt>
                <c:pt idx="584">
                  <c:v>48.4</c:v>
                </c:pt>
                <c:pt idx="585">
                  <c:v>48.5</c:v>
                </c:pt>
                <c:pt idx="586">
                  <c:v>48.6</c:v>
                </c:pt>
                <c:pt idx="587">
                  <c:v>48.7</c:v>
                </c:pt>
                <c:pt idx="588">
                  <c:v>48.8</c:v>
                </c:pt>
                <c:pt idx="589">
                  <c:v>48.9</c:v>
                </c:pt>
                <c:pt idx="590">
                  <c:v>49</c:v>
                </c:pt>
                <c:pt idx="591">
                  <c:v>49.1</c:v>
                </c:pt>
                <c:pt idx="592">
                  <c:v>49.2</c:v>
                </c:pt>
                <c:pt idx="593">
                  <c:v>49.3</c:v>
                </c:pt>
                <c:pt idx="594">
                  <c:v>49.4</c:v>
                </c:pt>
                <c:pt idx="595">
                  <c:v>49.5</c:v>
                </c:pt>
                <c:pt idx="596">
                  <c:v>49.6</c:v>
                </c:pt>
                <c:pt idx="597">
                  <c:v>49.7</c:v>
                </c:pt>
                <c:pt idx="598">
                  <c:v>49.8</c:v>
                </c:pt>
                <c:pt idx="599">
                  <c:v>49.9</c:v>
                </c:pt>
                <c:pt idx="600">
                  <c:v>50</c:v>
                </c:pt>
                <c:pt idx="601">
                  <c:v>50.1</c:v>
                </c:pt>
                <c:pt idx="602">
                  <c:v>50.2</c:v>
                </c:pt>
                <c:pt idx="603">
                  <c:v>50.3</c:v>
                </c:pt>
                <c:pt idx="604">
                  <c:v>50.4</c:v>
                </c:pt>
                <c:pt idx="605">
                  <c:v>50.5</c:v>
                </c:pt>
                <c:pt idx="606">
                  <c:v>50.6</c:v>
                </c:pt>
                <c:pt idx="607">
                  <c:v>50.7</c:v>
                </c:pt>
                <c:pt idx="608">
                  <c:v>50.8</c:v>
                </c:pt>
                <c:pt idx="609">
                  <c:v>50.9</c:v>
                </c:pt>
                <c:pt idx="610">
                  <c:v>51</c:v>
                </c:pt>
                <c:pt idx="611">
                  <c:v>51.1</c:v>
                </c:pt>
                <c:pt idx="612">
                  <c:v>51.2</c:v>
                </c:pt>
                <c:pt idx="613">
                  <c:v>51.3</c:v>
                </c:pt>
                <c:pt idx="614">
                  <c:v>51.4</c:v>
                </c:pt>
                <c:pt idx="615">
                  <c:v>51.5</c:v>
                </c:pt>
                <c:pt idx="616">
                  <c:v>51.6</c:v>
                </c:pt>
                <c:pt idx="617">
                  <c:v>51.7</c:v>
                </c:pt>
                <c:pt idx="618">
                  <c:v>51.8</c:v>
                </c:pt>
                <c:pt idx="619">
                  <c:v>51.9</c:v>
                </c:pt>
                <c:pt idx="620">
                  <c:v>52</c:v>
                </c:pt>
                <c:pt idx="621">
                  <c:v>52.1</c:v>
                </c:pt>
                <c:pt idx="622">
                  <c:v>52.2</c:v>
                </c:pt>
                <c:pt idx="623">
                  <c:v>52.3</c:v>
                </c:pt>
                <c:pt idx="624">
                  <c:v>52.4</c:v>
                </c:pt>
                <c:pt idx="625">
                  <c:v>52.5</c:v>
                </c:pt>
                <c:pt idx="626">
                  <c:v>52.6</c:v>
                </c:pt>
                <c:pt idx="627">
                  <c:v>52.7</c:v>
                </c:pt>
                <c:pt idx="628">
                  <c:v>52.8</c:v>
                </c:pt>
                <c:pt idx="629">
                  <c:v>52.9</c:v>
                </c:pt>
                <c:pt idx="630">
                  <c:v>53</c:v>
                </c:pt>
                <c:pt idx="631">
                  <c:v>53.1</c:v>
                </c:pt>
                <c:pt idx="632">
                  <c:v>53.2</c:v>
                </c:pt>
                <c:pt idx="633">
                  <c:v>53.3</c:v>
                </c:pt>
                <c:pt idx="634">
                  <c:v>53.4</c:v>
                </c:pt>
                <c:pt idx="635">
                  <c:v>53.5</c:v>
                </c:pt>
                <c:pt idx="636">
                  <c:v>53.6</c:v>
                </c:pt>
                <c:pt idx="637">
                  <c:v>53.7</c:v>
                </c:pt>
                <c:pt idx="638">
                  <c:v>53.8</c:v>
                </c:pt>
                <c:pt idx="639">
                  <c:v>53.9</c:v>
                </c:pt>
                <c:pt idx="640">
                  <c:v>54</c:v>
                </c:pt>
                <c:pt idx="641">
                  <c:v>54.1</c:v>
                </c:pt>
                <c:pt idx="642">
                  <c:v>54.2</c:v>
                </c:pt>
                <c:pt idx="643">
                  <c:v>54.3</c:v>
                </c:pt>
                <c:pt idx="644">
                  <c:v>54.4</c:v>
                </c:pt>
                <c:pt idx="645">
                  <c:v>54.5</c:v>
                </c:pt>
                <c:pt idx="646">
                  <c:v>54.6</c:v>
                </c:pt>
                <c:pt idx="647">
                  <c:v>54.7</c:v>
                </c:pt>
                <c:pt idx="648">
                  <c:v>54.8</c:v>
                </c:pt>
                <c:pt idx="649">
                  <c:v>54.9</c:v>
                </c:pt>
                <c:pt idx="650">
                  <c:v>55</c:v>
                </c:pt>
                <c:pt idx="651">
                  <c:v>55.1</c:v>
                </c:pt>
                <c:pt idx="652">
                  <c:v>55.2</c:v>
                </c:pt>
                <c:pt idx="653">
                  <c:v>55.3</c:v>
                </c:pt>
                <c:pt idx="654">
                  <c:v>55.4</c:v>
                </c:pt>
                <c:pt idx="655">
                  <c:v>55.5</c:v>
                </c:pt>
                <c:pt idx="656">
                  <c:v>55.6</c:v>
                </c:pt>
                <c:pt idx="657">
                  <c:v>55.7</c:v>
                </c:pt>
                <c:pt idx="658">
                  <c:v>55.8</c:v>
                </c:pt>
                <c:pt idx="659">
                  <c:v>55.9</c:v>
                </c:pt>
                <c:pt idx="660">
                  <c:v>56</c:v>
                </c:pt>
                <c:pt idx="661">
                  <c:v>56.1</c:v>
                </c:pt>
                <c:pt idx="662">
                  <c:v>56.2</c:v>
                </c:pt>
                <c:pt idx="663">
                  <c:v>56.3</c:v>
                </c:pt>
                <c:pt idx="664">
                  <c:v>56.4</c:v>
                </c:pt>
                <c:pt idx="665">
                  <c:v>56.5</c:v>
                </c:pt>
                <c:pt idx="666">
                  <c:v>56.6</c:v>
                </c:pt>
                <c:pt idx="667">
                  <c:v>56.7</c:v>
                </c:pt>
                <c:pt idx="668">
                  <c:v>56.8</c:v>
                </c:pt>
                <c:pt idx="669">
                  <c:v>56.9</c:v>
                </c:pt>
                <c:pt idx="670">
                  <c:v>57</c:v>
                </c:pt>
                <c:pt idx="671">
                  <c:v>57.1</c:v>
                </c:pt>
                <c:pt idx="672">
                  <c:v>57.2</c:v>
                </c:pt>
                <c:pt idx="673">
                  <c:v>57.3</c:v>
                </c:pt>
                <c:pt idx="674">
                  <c:v>57.4</c:v>
                </c:pt>
                <c:pt idx="675">
                  <c:v>57.5</c:v>
                </c:pt>
                <c:pt idx="676">
                  <c:v>57.6</c:v>
                </c:pt>
                <c:pt idx="677">
                  <c:v>57.7</c:v>
                </c:pt>
                <c:pt idx="678">
                  <c:v>57.8</c:v>
                </c:pt>
                <c:pt idx="679">
                  <c:v>57.9</c:v>
                </c:pt>
                <c:pt idx="680">
                  <c:v>58</c:v>
                </c:pt>
                <c:pt idx="681">
                  <c:v>58.1</c:v>
                </c:pt>
                <c:pt idx="682">
                  <c:v>58.2</c:v>
                </c:pt>
                <c:pt idx="683">
                  <c:v>58.3</c:v>
                </c:pt>
                <c:pt idx="684">
                  <c:v>58.4</c:v>
                </c:pt>
                <c:pt idx="685">
                  <c:v>58.5</c:v>
                </c:pt>
                <c:pt idx="686">
                  <c:v>58.6</c:v>
                </c:pt>
                <c:pt idx="687">
                  <c:v>58.7</c:v>
                </c:pt>
                <c:pt idx="688">
                  <c:v>58.8</c:v>
                </c:pt>
                <c:pt idx="689">
                  <c:v>58.9</c:v>
                </c:pt>
                <c:pt idx="690">
                  <c:v>59</c:v>
                </c:pt>
                <c:pt idx="691">
                  <c:v>59.1</c:v>
                </c:pt>
                <c:pt idx="692">
                  <c:v>59.2</c:v>
                </c:pt>
                <c:pt idx="693">
                  <c:v>59.3</c:v>
                </c:pt>
                <c:pt idx="694">
                  <c:v>59.4</c:v>
                </c:pt>
                <c:pt idx="695">
                  <c:v>59.5</c:v>
                </c:pt>
                <c:pt idx="696">
                  <c:v>59.6</c:v>
                </c:pt>
                <c:pt idx="697">
                  <c:v>59.7</c:v>
                </c:pt>
                <c:pt idx="698">
                  <c:v>59.8</c:v>
                </c:pt>
                <c:pt idx="699">
                  <c:v>59.9</c:v>
                </c:pt>
                <c:pt idx="700">
                  <c:v>60</c:v>
                </c:pt>
                <c:pt idx="701">
                  <c:v>60.1</c:v>
                </c:pt>
                <c:pt idx="702">
                  <c:v>60.2</c:v>
                </c:pt>
                <c:pt idx="703">
                  <c:v>60.3</c:v>
                </c:pt>
                <c:pt idx="704">
                  <c:v>60.4</c:v>
                </c:pt>
                <c:pt idx="705">
                  <c:v>60.5</c:v>
                </c:pt>
                <c:pt idx="706">
                  <c:v>60.6</c:v>
                </c:pt>
                <c:pt idx="707">
                  <c:v>60.7</c:v>
                </c:pt>
                <c:pt idx="708">
                  <c:v>60.8</c:v>
                </c:pt>
                <c:pt idx="709">
                  <c:v>60.9</c:v>
                </c:pt>
                <c:pt idx="710">
                  <c:v>61</c:v>
                </c:pt>
                <c:pt idx="711">
                  <c:v>61.1</c:v>
                </c:pt>
                <c:pt idx="712">
                  <c:v>61.2</c:v>
                </c:pt>
                <c:pt idx="713">
                  <c:v>61.3</c:v>
                </c:pt>
                <c:pt idx="714">
                  <c:v>61.4</c:v>
                </c:pt>
                <c:pt idx="715">
                  <c:v>61.5</c:v>
                </c:pt>
                <c:pt idx="716">
                  <c:v>61.6</c:v>
                </c:pt>
                <c:pt idx="717">
                  <c:v>61.7</c:v>
                </c:pt>
                <c:pt idx="718">
                  <c:v>61.8</c:v>
                </c:pt>
                <c:pt idx="719">
                  <c:v>61.9</c:v>
                </c:pt>
                <c:pt idx="720">
                  <c:v>62</c:v>
                </c:pt>
                <c:pt idx="721">
                  <c:v>62.1</c:v>
                </c:pt>
                <c:pt idx="722">
                  <c:v>62.2</c:v>
                </c:pt>
                <c:pt idx="723">
                  <c:v>62.3</c:v>
                </c:pt>
                <c:pt idx="724">
                  <c:v>62.4</c:v>
                </c:pt>
                <c:pt idx="725">
                  <c:v>62.5</c:v>
                </c:pt>
                <c:pt idx="726">
                  <c:v>62.6</c:v>
                </c:pt>
                <c:pt idx="727">
                  <c:v>62.7</c:v>
                </c:pt>
                <c:pt idx="728">
                  <c:v>62.8</c:v>
                </c:pt>
                <c:pt idx="729">
                  <c:v>62.9</c:v>
                </c:pt>
                <c:pt idx="730">
                  <c:v>63</c:v>
                </c:pt>
                <c:pt idx="731">
                  <c:v>63.1</c:v>
                </c:pt>
                <c:pt idx="732">
                  <c:v>63.2</c:v>
                </c:pt>
                <c:pt idx="733">
                  <c:v>63.3</c:v>
                </c:pt>
                <c:pt idx="734">
                  <c:v>63.4</c:v>
                </c:pt>
                <c:pt idx="735">
                  <c:v>63.5</c:v>
                </c:pt>
                <c:pt idx="736">
                  <c:v>63.6</c:v>
                </c:pt>
                <c:pt idx="737">
                  <c:v>63.7</c:v>
                </c:pt>
                <c:pt idx="738">
                  <c:v>63.8</c:v>
                </c:pt>
                <c:pt idx="739">
                  <c:v>63.9</c:v>
                </c:pt>
                <c:pt idx="740">
                  <c:v>64</c:v>
                </c:pt>
                <c:pt idx="741">
                  <c:v>64.099999999999994</c:v>
                </c:pt>
                <c:pt idx="742">
                  <c:v>64.2</c:v>
                </c:pt>
                <c:pt idx="743">
                  <c:v>64.3</c:v>
                </c:pt>
                <c:pt idx="744">
                  <c:v>64.400000000000006</c:v>
                </c:pt>
                <c:pt idx="745">
                  <c:v>64.5</c:v>
                </c:pt>
                <c:pt idx="746">
                  <c:v>64.599999999999994</c:v>
                </c:pt>
                <c:pt idx="747">
                  <c:v>64.7</c:v>
                </c:pt>
                <c:pt idx="748">
                  <c:v>64.8</c:v>
                </c:pt>
                <c:pt idx="749">
                  <c:v>64.900000000000006</c:v>
                </c:pt>
                <c:pt idx="750">
                  <c:v>65</c:v>
                </c:pt>
                <c:pt idx="751">
                  <c:v>65.099999999999994</c:v>
                </c:pt>
                <c:pt idx="752">
                  <c:v>65.2</c:v>
                </c:pt>
                <c:pt idx="753">
                  <c:v>65.3</c:v>
                </c:pt>
                <c:pt idx="754">
                  <c:v>65.400000000000006</c:v>
                </c:pt>
                <c:pt idx="755">
                  <c:v>65.5</c:v>
                </c:pt>
                <c:pt idx="756">
                  <c:v>65.599999999999994</c:v>
                </c:pt>
                <c:pt idx="757">
                  <c:v>65.7</c:v>
                </c:pt>
                <c:pt idx="758">
                  <c:v>65.8</c:v>
                </c:pt>
                <c:pt idx="759">
                  <c:v>65.900000000000006</c:v>
                </c:pt>
                <c:pt idx="760">
                  <c:v>66</c:v>
                </c:pt>
                <c:pt idx="761">
                  <c:v>66.099999999999994</c:v>
                </c:pt>
                <c:pt idx="762">
                  <c:v>66.2</c:v>
                </c:pt>
                <c:pt idx="763">
                  <c:v>66.3</c:v>
                </c:pt>
                <c:pt idx="764">
                  <c:v>66.400000000000006</c:v>
                </c:pt>
                <c:pt idx="765">
                  <c:v>66.5</c:v>
                </c:pt>
                <c:pt idx="766">
                  <c:v>66.599999999999994</c:v>
                </c:pt>
                <c:pt idx="767">
                  <c:v>66.7</c:v>
                </c:pt>
                <c:pt idx="768">
                  <c:v>66.8</c:v>
                </c:pt>
                <c:pt idx="769">
                  <c:v>66.900000000000006</c:v>
                </c:pt>
                <c:pt idx="770">
                  <c:v>67</c:v>
                </c:pt>
                <c:pt idx="771">
                  <c:v>67.099999999999994</c:v>
                </c:pt>
                <c:pt idx="772">
                  <c:v>67.2</c:v>
                </c:pt>
                <c:pt idx="773">
                  <c:v>67.3</c:v>
                </c:pt>
                <c:pt idx="774">
                  <c:v>67.400000000000006</c:v>
                </c:pt>
                <c:pt idx="775">
                  <c:v>67.5</c:v>
                </c:pt>
                <c:pt idx="776">
                  <c:v>67.599999999999994</c:v>
                </c:pt>
                <c:pt idx="777">
                  <c:v>67.7</c:v>
                </c:pt>
                <c:pt idx="778">
                  <c:v>67.8</c:v>
                </c:pt>
                <c:pt idx="779">
                  <c:v>67.900000000000006</c:v>
                </c:pt>
                <c:pt idx="780">
                  <c:v>68</c:v>
                </c:pt>
                <c:pt idx="781">
                  <c:v>68.099999999999994</c:v>
                </c:pt>
                <c:pt idx="782">
                  <c:v>68.2</c:v>
                </c:pt>
                <c:pt idx="783">
                  <c:v>68.3</c:v>
                </c:pt>
                <c:pt idx="784">
                  <c:v>68.400000000000006</c:v>
                </c:pt>
                <c:pt idx="785">
                  <c:v>68.5</c:v>
                </c:pt>
                <c:pt idx="786">
                  <c:v>68.599999999999994</c:v>
                </c:pt>
                <c:pt idx="787">
                  <c:v>68.7</c:v>
                </c:pt>
                <c:pt idx="788">
                  <c:v>68.8</c:v>
                </c:pt>
                <c:pt idx="789">
                  <c:v>68.900000000000006</c:v>
                </c:pt>
                <c:pt idx="790">
                  <c:v>69</c:v>
                </c:pt>
                <c:pt idx="791">
                  <c:v>69.099999999999994</c:v>
                </c:pt>
                <c:pt idx="792">
                  <c:v>69.2</c:v>
                </c:pt>
                <c:pt idx="793">
                  <c:v>69.3</c:v>
                </c:pt>
                <c:pt idx="794">
                  <c:v>69.400000000000006</c:v>
                </c:pt>
                <c:pt idx="795">
                  <c:v>69.5</c:v>
                </c:pt>
                <c:pt idx="796">
                  <c:v>69.599999999999994</c:v>
                </c:pt>
                <c:pt idx="797">
                  <c:v>69.7</c:v>
                </c:pt>
                <c:pt idx="798">
                  <c:v>69.8</c:v>
                </c:pt>
                <c:pt idx="799">
                  <c:v>69.900000000000006</c:v>
                </c:pt>
                <c:pt idx="800">
                  <c:v>70</c:v>
                </c:pt>
                <c:pt idx="801">
                  <c:v>70.099999999999994</c:v>
                </c:pt>
                <c:pt idx="802">
                  <c:v>70.2</c:v>
                </c:pt>
                <c:pt idx="803">
                  <c:v>70.3</c:v>
                </c:pt>
                <c:pt idx="804">
                  <c:v>70.400000000000006</c:v>
                </c:pt>
                <c:pt idx="805">
                  <c:v>70.5</c:v>
                </c:pt>
                <c:pt idx="806">
                  <c:v>70.599999999999994</c:v>
                </c:pt>
                <c:pt idx="807">
                  <c:v>70.7</c:v>
                </c:pt>
                <c:pt idx="808">
                  <c:v>70.8</c:v>
                </c:pt>
                <c:pt idx="809">
                  <c:v>70.900000000000006</c:v>
                </c:pt>
                <c:pt idx="810">
                  <c:v>71</c:v>
                </c:pt>
                <c:pt idx="811">
                  <c:v>71.099999999999994</c:v>
                </c:pt>
                <c:pt idx="812">
                  <c:v>71.2</c:v>
                </c:pt>
                <c:pt idx="813">
                  <c:v>71.3</c:v>
                </c:pt>
                <c:pt idx="814">
                  <c:v>71.400000000000006</c:v>
                </c:pt>
                <c:pt idx="815">
                  <c:v>71.5</c:v>
                </c:pt>
                <c:pt idx="816">
                  <c:v>71.599999999999994</c:v>
                </c:pt>
                <c:pt idx="817">
                  <c:v>71.7</c:v>
                </c:pt>
                <c:pt idx="818">
                  <c:v>71.8</c:v>
                </c:pt>
                <c:pt idx="819">
                  <c:v>71.900000000000006</c:v>
                </c:pt>
                <c:pt idx="820">
                  <c:v>72</c:v>
                </c:pt>
                <c:pt idx="821">
                  <c:v>72.099999999999994</c:v>
                </c:pt>
                <c:pt idx="822">
                  <c:v>72.2</c:v>
                </c:pt>
                <c:pt idx="823">
                  <c:v>72.3</c:v>
                </c:pt>
                <c:pt idx="824">
                  <c:v>72.400000000000006</c:v>
                </c:pt>
                <c:pt idx="825">
                  <c:v>72.5</c:v>
                </c:pt>
                <c:pt idx="826">
                  <c:v>72.599999999999994</c:v>
                </c:pt>
                <c:pt idx="827">
                  <c:v>72.7</c:v>
                </c:pt>
                <c:pt idx="828">
                  <c:v>72.8</c:v>
                </c:pt>
                <c:pt idx="829">
                  <c:v>72.900000000000006</c:v>
                </c:pt>
                <c:pt idx="830">
                  <c:v>73</c:v>
                </c:pt>
                <c:pt idx="831">
                  <c:v>73.099999999999994</c:v>
                </c:pt>
                <c:pt idx="832">
                  <c:v>73.2</c:v>
                </c:pt>
                <c:pt idx="833">
                  <c:v>73.3</c:v>
                </c:pt>
                <c:pt idx="834">
                  <c:v>73.400000000000006</c:v>
                </c:pt>
                <c:pt idx="835">
                  <c:v>73.5</c:v>
                </c:pt>
                <c:pt idx="836">
                  <c:v>73.599999999999994</c:v>
                </c:pt>
                <c:pt idx="837">
                  <c:v>73.7</c:v>
                </c:pt>
                <c:pt idx="838">
                  <c:v>73.8</c:v>
                </c:pt>
                <c:pt idx="839">
                  <c:v>73.900000000000006</c:v>
                </c:pt>
                <c:pt idx="840">
                  <c:v>74</c:v>
                </c:pt>
                <c:pt idx="841">
                  <c:v>74.099999999999994</c:v>
                </c:pt>
                <c:pt idx="842">
                  <c:v>74.2</c:v>
                </c:pt>
                <c:pt idx="843">
                  <c:v>74.3</c:v>
                </c:pt>
                <c:pt idx="844">
                  <c:v>74.400000000000006</c:v>
                </c:pt>
                <c:pt idx="845">
                  <c:v>74.5</c:v>
                </c:pt>
                <c:pt idx="846">
                  <c:v>74.599999999999994</c:v>
                </c:pt>
                <c:pt idx="847">
                  <c:v>74.7</c:v>
                </c:pt>
                <c:pt idx="848">
                  <c:v>74.8</c:v>
                </c:pt>
                <c:pt idx="849">
                  <c:v>74.900000000000006</c:v>
                </c:pt>
                <c:pt idx="850">
                  <c:v>75</c:v>
                </c:pt>
                <c:pt idx="851">
                  <c:v>75.099999999999994</c:v>
                </c:pt>
                <c:pt idx="852">
                  <c:v>75.2</c:v>
                </c:pt>
                <c:pt idx="853">
                  <c:v>75.3</c:v>
                </c:pt>
                <c:pt idx="854">
                  <c:v>75.400000000000006</c:v>
                </c:pt>
                <c:pt idx="855">
                  <c:v>75.5</c:v>
                </c:pt>
                <c:pt idx="856">
                  <c:v>75.599999999999994</c:v>
                </c:pt>
                <c:pt idx="857">
                  <c:v>75.7</c:v>
                </c:pt>
                <c:pt idx="858">
                  <c:v>75.8</c:v>
                </c:pt>
                <c:pt idx="859">
                  <c:v>75.900000000000006</c:v>
                </c:pt>
                <c:pt idx="860">
                  <c:v>76</c:v>
                </c:pt>
                <c:pt idx="861">
                  <c:v>76.099999999999994</c:v>
                </c:pt>
                <c:pt idx="862">
                  <c:v>76.2</c:v>
                </c:pt>
                <c:pt idx="863">
                  <c:v>76.3</c:v>
                </c:pt>
                <c:pt idx="864">
                  <c:v>76.400000000000006</c:v>
                </c:pt>
                <c:pt idx="865">
                  <c:v>76.5</c:v>
                </c:pt>
                <c:pt idx="866">
                  <c:v>76.599999999999994</c:v>
                </c:pt>
                <c:pt idx="867">
                  <c:v>76.7</c:v>
                </c:pt>
                <c:pt idx="868">
                  <c:v>76.8</c:v>
                </c:pt>
                <c:pt idx="869">
                  <c:v>76.900000000000006</c:v>
                </c:pt>
                <c:pt idx="870">
                  <c:v>77</c:v>
                </c:pt>
                <c:pt idx="871">
                  <c:v>77.099999999999994</c:v>
                </c:pt>
                <c:pt idx="872">
                  <c:v>77.2</c:v>
                </c:pt>
                <c:pt idx="873">
                  <c:v>77.3</c:v>
                </c:pt>
                <c:pt idx="874">
                  <c:v>77.400000000000006</c:v>
                </c:pt>
                <c:pt idx="875">
                  <c:v>77.5</c:v>
                </c:pt>
                <c:pt idx="876">
                  <c:v>77.599999999999994</c:v>
                </c:pt>
                <c:pt idx="877">
                  <c:v>77.7</c:v>
                </c:pt>
                <c:pt idx="878">
                  <c:v>77.8</c:v>
                </c:pt>
                <c:pt idx="879">
                  <c:v>77.900000000000006</c:v>
                </c:pt>
                <c:pt idx="880">
                  <c:v>78</c:v>
                </c:pt>
                <c:pt idx="881">
                  <c:v>78.099999999999994</c:v>
                </c:pt>
                <c:pt idx="882">
                  <c:v>78.2</c:v>
                </c:pt>
                <c:pt idx="883">
                  <c:v>78.3</c:v>
                </c:pt>
                <c:pt idx="884">
                  <c:v>78.400000000000006</c:v>
                </c:pt>
                <c:pt idx="885">
                  <c:v>78.5</c:v>
                </c:pt>
                <c:pt idx="886">
                  <c:v>78.599999999999994</c:v>
                </c:pt>
                <c:pt idx="887">
                  <c:v>78.7</c:v>
                </c:pt>
                <c:pt idx="888">
                  <c:v>78.8</c:v>
                </c:pt>
                <c:pt idx="889">
                  <c:v>78.900000000000006</c:v>
                </c:pt>
                <c:pt idx="890">
                  <c:v>79</c:v>
                </c:pt>
                <c:pt idx="891">
                  <c:v>79.099999999999994</c:v>
                </c:pt>
                <c:pt idx="892">
                  <c:v>79.2</c:v>
                </c:pt>
                <c:pt idx="893">
                  <c:v>79.3</c:v>
                </c:pt>
                <c:pt idx="894">
                  <c:v>79.400000000000006</c:v>
                </c:pt>
                <c:pt idx="895">
                  <c:v>79.5</c:v>
                </c:pt>
                <c:pt idx="896">
                  <c:v>79.599999999999994</c:v>
                </c:pt>
                <c:pt idx="897">
                  <c:v>79.7</c:v>
                </c:pt>
                <c:pt idx="898">
                  <c:v>79.8</c:v>
                </c:pt>
                <c:pt idx="899">
                  <c:v>79.900000000000006</c:v>
                </c:pt>
                <c:pt idx="900">
                  <c:v>80</c:v>
                </c:pt>
                <c:pt idx="901">
                  <c:v>80.099999999999994</c:v>
                </c:pt>
                <c:pt idx="902">
                  <c:v>80.2</c:v>
                </c:pt>
                <c:pt idx="903">
                  <c:v>80.3</c:v>
                </c:pt>
                <c:pt idx="904">
                  <c:v>80.400000000000006</c:v>
                </c:pt>
                <c:pt idx="905">
                  <c:v>80.5</c:v>
                </c:pt>
                <c:pt idx="906">
                  <c:v>80.599999999999994</c:v>
                </c:pt>
                <c:pt idx="907">
                  <c:v>80.7</c:v>
                </c:pt>
                <c:pt idx="908">
                  <c:v>80.8</c:v>
                </c:pt>
                <c:pt idx="909">
                  <c:v>80.900000000000006</c:v>
                </c:pt>
                <c:pt idx="910">
                  <c:v>81</c:v>
                </c:pt>
                <c:pt idx="911">
                  <c:v>81.099999999999994</c:v>
                </c:pt>
                <c:pt idx="912">
                  <c:v>81.2</c:v>
                </c:pt>
                <c:pt idx="913">
                  <c:v>81.3</c:v>
                </c:pt>
                <c:pt idx="914">
                  <c:v>81.400000000000006</c:v>
                </c:pt>
                <c:pt idx="915">
                  <c:v>81.5</c:v>
                </c:pt>
                <c:pt idx="916">
                  <c:v>81.599999999999994</c:v>
                </c:pt>
                <c:pt idx="917">
                  <c:v>81.7</c:v>
                </c:pt>
                <c:pt idx="918">
                  <c:v>81.8</c:v>
                </c:pt>
                <c:pt idx="919">
                  <c:v>81.900000000000006</c:v>
                </c:pt>
                <c:pt idx="920">
                  <c:v>82</c:v>
                </c:pt>
                <c:pt idx="921">
                  <c:v>82.1</c:v>
                </c:pt>
                <c:pt idx="922">
                  <c:v>82.2</c:v>
                </c:pt>
                <c:pt idx="923">
                  <c:v>82.3</c:v>
                </c:pt>
                <c:pt idx="924">
                  <c:v>82.4</c:v>
                </c:pt>
                <c:pt idx="925">
                  <c:v>82.5</c:v>
                </c:pt>
                <c:pt idx="926">
                  <c:v>82.6</c:v>
                </c:pt>
                <c:pt idx="927">
                  <c:v>82.7</c:v>
                </c:pt>
                <c:pt idx="928">
                  <c:v>82.8</c:v>
                </c:pt>
                <c:pt idx="929">
                  <c:v>82.9</c:v>
                </c:pt>
                <c:pt idx="930">
                  <c:v>83</c:v>
                </c:pt>
                <c:pt idx="931">
                  <c:v>83.1</c:v>
                </c:pt>
                <c:pt idx="932">
                  <c:v>83.2</c:v>
                </c:pt>
                <c:pt idx="933">
                  <c:v>83.3</c:v>
                </c:pt>
                <c:pt idx="934">
                  <c:v>83.4</c:v>
                </c:pt>
                <c:pt idx="935">
                  <c:v>83.5</c:v>
                </c:pt>
                <c:pt idx="936">
                  <c:v>83.6</c:v>
                </c:pt>
                <c:pt idx="937">
                  <c:v>83.7</c:v>
                </c:pt>
                <c:pt idx="938">
                  <c:v>83.8</c:v>
                </c:pt>
                <c:pt idx="939">
                  <c:v>83.9</c:v>
                </c:pt>
                <c:pt idx="940">
                  <c:v>84</c:v>
                </c:pt>
                <c:pt idx="941">
                  <c:v>84.1</c:v>
                </c:pt>
                <c:pt idx="942">
                  <c:v>84.2</c:v>
                </c:pt>
                <c:pt idx="943">
                  <c:v>84.3</c:v>
                </c:pt>
                <c:pt idx="944">
                  <c:v>84.4</c:v>
                </c:pt>
                <c:pt idx="945">
                  <c:v>84.5</c:v>
                </c:pt>
                <c:pt idx="946">
                  <c:v>84.6</c:v>
                </c:pt>
                <c:pt idx="947">
                  <c:v>84.7</c:v>
                </c:pt>
                <c:pt idx="948">
                  <c:v>84.8</c:v>
                </c:pt>
                <c:pt idx="949">
                  <c:v>84.9</c:v>
                </c:pt>
                <c:pt idx="950">
                  <c:v>85</c:v>
                </c:pt>
                <c:pt idx="951">
                  <c:v>85.1</c:v>
                </c:pt>
                <c:pt idx="952">
                  <c:v>85.2</c:v>
                </c:pt>
                <c:pt idx="953">
                  <c:v>85.3</c:v>
                </c:pt>
                <c:pt idx="954">
                  <c:v>85.4</c:v>
                </c:pt>
                <c:pt idx="955">
                  <c:v>85.5</c:v>
                </c:pt>
                <c:pt idx="956">
                  <c:v>85.6</c:v>
                </c:pt>
                <c:pt idx="957">
                  <c:v>85.7</c:v>
                </c:pt>
                <c:pt idx="958">
                  <c:v>85.8</c:v>
                </c:pt>
                <c:pt idx="959">
                  <c:v>85.9</c:v>
                </c:pt>
                <c:pt idx="960">
                  <c:v>86</c:v>
                </c:pt>
                <c:pt idx="961">
                  <c:v>86.1</c:v>
                </c:pt>
                <c:pt idx="962">
                  <c:v>86.2</c:v>
                </c:pt>
                <c:pt idx="963">
                  <c:v>86.3</c:v>
                </c:pt>
                <c:pt idx="964">
                  <c:v>86.4</c:v>
                </c:pt>
                <c:pt idx="965">
                  <c:v>86.5</c:v>
                </c:pt>
                <c:pt idx="966">
                  <c:v>86.6</c:v>
                </c:pt>
                <c:pt idx="967">
                  <c:v>86.7</c:v>
                </c:pt>
                <c:pt idx="968">
                  <c:v>86.8</c:v>
                </c:pt>
                <c:pt idx="969">
                  <c:v>86.9</c:v>
                </c:pt>
                <c:pt idx="970">
                  <c:v>87</c:v>
                </c:pt>
                <c:pt idx="971">
                  <c:v>87.1</c:v>
                </c:pt>
                <c:pt idx="972">
                  <c:v>87.2</c:v>
                </c:pt>
                <c:pt idx="973">
                  <c:v>87.3</c:v>
                </c:pt>
                <c:pt idx="974">
                  <c:v>87.4</c:v>
                </c:pt>
                <c:pt idx="975">
                  <c:v>87.5</c:v>
                </c:pt>
                <c:pt idx="976">
                  <c:v>87.6</c:v>
                </c:pt>
                <c:pt idx="977">
                  <c:v>87.7</c:v>
                </c:pt>
                <c:pt idx="978">
                  <c:v>87.8</c:v>
                </c:pt>
                <c:pt idx="979">
                  <c:v>87.9</c:v>
                </c:pt>
                <c:pt idx="980">
                  <c:v>88</c:v>
                </c:pt>
                <c:pt idx="981">
                  <c:v>88.1</c:v>
                </c:pt>
                <c:pt idx="982">
                  <c:v>88.2</c:v>
                </c:pt>
                <c:pt idx="983">
                  <c:v>88.3</c:v>
                </c:pt>
                <c:pt idx="984">
                  <c:v>88.4</c:v>
                </c:pt>
                <c:pt idx="985">
                  <c:v>88.5</c:v>
                </c:pt>
                <c:pt idx="986">
                  <c:v>88.6</c:v>
                </c:pt>
                <c:pt idx="987">
                  <c:v>88.7</c:v>
                </c:pt>
                <c:pt idx="988">
                  <c:v>88.8</c:v>
                </c:pt>
                <c:pt idx="989">
                  <c:v>88.9</c:v>
                </c:pt>
                <c:pt idx="990">
                  <c:v>89</c:v>
                </c:pt>
                <c:pt idx="991">
                  <c:v>89.1</c:v>
                </c:pt>
                <c:pt idx="992">
                  <c:v>89.2</c:v>
                </c:pt>
                <c:pt idx="993">
                  <c:v>89.3</c:v>
                </c:pt>
                <c:pt idx="994">
                  <c:v>89.4</c:v>
                </c:pt>
                <c:pt idx="995">
                  <c:v>89.5</c:v>
                </c:pt>
                <c:pt idx="996">
                  <c:v>89.6</c:v>
                </c:pt>
                <c:pt idx="997">
                  <c:v>89.7</c:v>
                </c:pt>
                <c:pt idx="998">
                  <c:v>89.8</c:v>
                </c:pt>
                <c:pt idx="999">
                  <c:v>89.9</c:v>
                </c:pt>
                <c:pt idx="1000">
                  <c:v>90</c:v>
                </c:pt>
                <c:pt idx="1001">
                  <c:v>90.1</c:v>
                </c:pt>
                <c:pt idx="1002">
                  <c:v>90.2</c:v>
                </c:pt>
                <c:pt idx="1003">
                  <c:v>90.3</c:v>
                </c:pt>
                <c:pt idx="1004">
                  <c:v>90.4</c:v>
                </c:pt>
                <c:pt idx="1005">
                  <c:v>90.5</c:v>
                </c:pt>
                <c:pt idx="1006">
                  <c:v>90.6</c:v>
                </c:pt>
                <c:pt idx="1007">
                  <c:v>90.7</c:v>
                </c:pt>
                <c:pt idx="1008">
                  <c:v>90.8</c:v>
                </c:pt>
                <c:pt idx="1009">
                  <c:v>90.9</c:v>
                </c:pt>
                <c:pt idx="1010">
                  <c:v>91</c:v>
                </c:pt>
                <c:pt idx="1011">
                  <c:v>91.1</c:v>
                </c:pt>
                <c:pt idx="1012">
                  <c:v>91.2</c:v>
                </c:pt>
                <c:pt idx="1013">
                  <c:v>91.3</c:v>
                </c:pt>
                <c:pt idx="1014">
                  <c:v>91.4</c:v>
                </c:pt>
                <c:pt idx="1015">
                  <c:v>91.5</c:v>
                </c:pt>
                <c:pt idx="1016">
                  <c:v>91.6</c:v>
                </c:pt>
                <c:pt idx="1017">
                  <c:v>91.7</c:v>
                </c:pt>
                <c:pt idx="1018">
                  <c:v>91.8</c:v>
                </c:pt>
                <c:pt idx="1019">
                  <c:v>91.9</c:v>
                </c:pt>
                <c:pt idx="1020">
                  <c:v>92</c:v>
                </c:pt>
                <c:pt idx="1021">
                  <c:v>92.1</c:v>
                </c:pt>
                <c:pt idx="1022">
                  <c:v>92.2</c:v>
                </c:pt>
                <c:pt idx="1023">
                  <c:v>92.3</c:v>
                </c:pt>
                <c:pt idx="1024">
                  <c:v>92.4</c:v>
                </c:pt>
                <c:pt idx="1025">
                  <c:v>92.5</c:v>
                </c:pt>
                <c:pt idx="1026">
                  <c:v>92.6</c:v>
                </c:pt>
                <c:pt idx="1027">
                  <c:v>92.7</c:v>
                </c:pt>
                <c:pt idx="1028">
                  <c:v>92.8</c:v>
                </c:pt>
                <c:pt idx="1029">
                  <c:v>92.9</c:v>
                </c:pt>
                <c:pt idx="1030">
                  <c:v>93</c:v>
                </c:pt>
                <c:pt idx="1031">
                  <c:v>93.1</c:v>
                </c:pt>
                <c:pt idx="1032">
                  <c:v>93.2</c:v>
                </c:pt>
                <c:pt idx="1033">
                  <c:v>93.3</c:v>
                </c:pt>
                <c:pt idx="1034">
                  <c:v>93.4</c:v>
                </c:pt>
                <c:pt idx="1035">
                  <c:v>93.5</c:v>
                </c:pt>
                <c:pt idx="1036">
                  <c:v>93.6</c:v>
                </c:pt>
                <c:pt idx="1037">
                  <c:v>93.7</c:v>
                </c:pt>
                <c:pt idx="1038">
                  <c:v>93.8</c:v>
                </c:pt>
                <c:pt idx="1039">
                  <c:v>93.9</c:v>
                </c:pt>
                <c:pt idx="1040">
                  <c:v>94</c:v>
                </c:pt>
                <c:pt idx="1041">
                  <c:v>94.1</c:v>
                </c:pt>
                <c:pt idx="1042">
                  <c:v>94.2</c:v>
                </c:pt>
                <c:pt idx="1043">
                  <c:v>94.3</c:v>
                </c:pt>
                <c:pt idx="1044">
                  <c:v>94.4</c:v>
                </c:pt>
                <c:pt idx="1045">
                  <c:v>94.5</c:v>
                </c:pt>
                <c:pt idx="1046">
                  <c:v>94.6</c:v>
                </c:pt>
                <c:pt idx="1047">
                  <c:v>94.7</c:v>
                </c:pt>
                <c:pt idx="1048">
                  <c:v>94.8</c:v>
                </c:pt>
                <c:pt idx="1049">
                  <c:v>94.9</c:v>
                </c:pt>
                <c:pt idx="1050">
                  <c:v>95</c:v>
                </c:pt>
                <c:pt idx="1051">
                  <c:v>95.1</c:v>
                </c:pt>
                <c:pt idx="1052">
                  <c:v>95.2</c:v>
                </c:pt>
                <c:pt idx="1053">
                  <c:v>95.3</c:v>
                </c:pt>
                <c:pt idx="1054">
                  <c:v>95.4</c:v>
                </c:pt>
                <c:pt idx="1055">
                  <c:v>95.5</c:v>
                </c:pt>
                <c:pt idx="1056">
                  <c:v>95.6</c:v>
                </c:pt>
                <c:pt idx="1057">
                  <c:v>95.7</c:v>
                </c:pt>
                <c:pt idx="1058">
                  <c:v>95.8</c:v>
                </c:pt>
                <c:pt idx="1059">
                  <c:v>95.9</c:v>
                </c:pt>
                <c:pt idx="1060">
                  <c:v>96</c:v>
                </c:pt>
                <c:pt idx="1061">
                  <c:v>96.1</c:v>
                </c:pt>
                <c:pt idx="1062">
                  <c:v>96.2</c:v>
                </c:pt>
                <c:pt idx="1063">
                  <c:v>96.3</c:v>
                </c:pt>
                <c:pt idx="1064">
                  <c:v>96.4</c:v>
                </c:pt>
                <c:pt idx="1065">
                  <c:v>96.5</c:v>
                </c:pt>
                <c:pt idx="1066">
                  <c:v>96.6</c:v>
                </c:pt>
                <c:pt idx="1067">
                  <c:v>96.7</c:v>
                </c:pt>
                <c:pt idx="1068">
                  <c:v>96.8</c:v>
                </c:pt>
                <c:pt idx="1069">
                  <c:v>96.9</c:v>
                </c:pt>
                <c:pt idx="1070">
                  <c:v>97</c:v>
                </c:pt>
                <c:pt idx="1071">
                  <c:v>97.1</c:v>
                </c:pt>
                <c:pt idx="1072">
                  <c:v>97.2</c:v>
                </c:pt>
                <c:pt idx="1073">
                  <c:v>97.3</c:v>
                </c:pt>
                <c:pt idx="1074">
                  <c:v>97.4</c:v>
                </c:pt>
                <c:pt idx="1075">
                  <c:v>97.5</c:v>
                </c:pt>
                <c:pt idx="1076">
                  <c:v>97.6</c:v>
                </c:pt>
                <c:pt idx="1077">
                  <c:v>97.7</c:v>
                </c:pt>
                <c:pt idx="1078">
                  <c:v>97.8</c:v>
                </c:pt>
                <c:pt idx="1079">
                  <c:v>97.9</c:v>
                </c:pt>
                <c:pt idx="1080">
                  <c:v>98</c:v>
                </c:pt>
                <c:pt idx="1081">
                  <c:v>98.1</c:v>
                </c:pt>
                <c:pt idx="1082">
                  <c:v>98.2</c:v>
                </c:pt>
                <c:pt idx="1083">
                  <c:v>98.3</c:v>
                </c:pt>
                <c:pt idx="1084">
                  <c:v>98.4</c:v>
                </c:pt>
                <c:pt idx="1085">
                  <c:v>98.5</c:v>
                </c:pt>
                <c:pt idx="1086">
                  <c:v>98.6</c:v>
                </c:pt>
                <c:pt idx="1087">
                  <c:v>98.7</c:v>
                </c:pt>
                <c:pt idx="1088">
                  <c:v>98.8</c:v>
                </c:pt>
                <c:pt idx="1089">
                  <c:v>98.9</c:v>
                </c:pt>
                <c:pt idx="1090">
                  <c:v>99</c:v>
                </c:pt>
                <c:pt idx="1091">
                  <c:v>99.1</c:v>
                </c:pt>
                <c:pt idx="1092">
                  <c:v>99.2</c:v>
                </c:pt>
                <c:pt idx="1093">
                  <c:v>99.3</c:v>
                </c:pt>
                <c:pt idx="1094">
                  <c:v>99.4</c:v>
                </c:pt>
                <c:pt idx="1095">
                  <c:v>99.5</c:v>
                </c:pt>
                <c:pt idx="1096">
                  <c:v>99.6</c:v>
                </c:pt>
                <c:pt idx="1097">
                  <c:v>99.7</c:v>
                </c:pt>
                <c:pt idx="1098">
                  <c:v>99.8</c:v>
                </c:pt>
                <c:pt idx="1099">
                  <c:v>99.9</c:v>
                </c:pt>
                <c:pt idx="1100">
                  <c:v>100</c:v>
                </c:pt>
              </c:numCache>
            </c:numRef>
          </c:cat>
          <c:val>
            <c:numRef>
              <c:f>Sheet9!$F$2:$F$1102</c:f>
              <c:numCache>
                <c:formatCode>0.00E+00</c:formatCode>
                <c:ptCount val="1101"/>
                <c:pt idx="0">
                  <c:v>6569110000</c:v>
                </c:pt>
                <c:pt idx="1">
                  <c:v>6569110000</c:v>
                </c:pt>
                <c:pt idx="2">
                  <c:v>6569110000</c:v>
                </c:pt>
                <c:pt idx="3">
                  <c:v>6569110000</c:v>
                </c:pt>
                <c:pt idx="4">
                  <c:v>6569110000</c:v>
                </c:pt>
                <c:pt idx="5">
                  <c:v>6569110000</c:v>
                </c:pt>
                <c:pt idx="6">
                  <c:v>6569110000</c:v>
                </c:pt>
                <c:pt idx="7">
                  <c:v>6569110000</c:v>
                </c:pt>
                <c:pt idx="8">
                  <c:v>6569110000</c:v>
                </c:pt>
                <c:pt idx="9">
                  <c:v>6569110000</c:v>
                </c:pt>
                <c:pt idx="10">
                  <c:v>6569110000</c:v>
                </c:pt>
                <c:pt idx="11">
                  <c:v>6569110000</c:v>
                </c:pt>
                <c:pt idx="12">
                  <c:v>6569110000</c:v>
                </c:pt>
                <c:pt idx="13">
                  <c:v>6569110000</c:v>
                </c:pt>
                <c:pt idx="14">
                  <c:v>6569110000</c:v>
                </c:pt>
                <c:pt idx="15">
                  <c:v>6569110000</c:v>
                </c:pt>
                <c:pt idx="16">
                  <c:v>6569110000</c:v>
                </c:pt>
                <c:pt idx="17">
                  <c:v>6569110000</c:v>
                </c:pt>
                <c:pt idx="18">
                  <c:v>6569110000</c:v>
                </c:pt>
                <c:pt idx="19">
                  <c:v>6569110000</c:v>
                </c:pt>
                <c:pt idx="20">
                  <c:v>6569110000</c:v>
                </c:pt>
                <c:pt idx="21">
                  <c:v>6569110000</c:v>
                </c:pt>
                <c:pt idx="22">
                  <c:v>6569110000</c:v>
                </c:pt>
                <c:pt idx="23">
                  <c:v>6569110000</c:v>
                </c:pt>
                <c:pt idx="24">
                  <c:v>6569110000</c:v>
                </c:pt>
                <c:pt idx="25">
                  <c:v>6569110000</c:v>
                </c:pt>
                <c:pt idx="26">
                  <c:v>6569110000</c:v>
                </c:pt>
                <c:pt idx="27">
                  <c:v>6569110000</c:v>
                </c:pt>
                <c:pt idx="28">
                  <c:v>6569110000</c:v>
                </c:pt>
                <c:pt idx="29">
                  <c:v>6569110000</c:v>
                </c:pt>
                <c:pt idx="30">
                  <c:v>6569110000</c:v>
                </c:pt>
                <c:pt idx="31">
                  <c:v>6569110000</c:v>
                </c:pt>
                <c:pt idx="32">
                  <c:v>6569110000</c:v>
                </c:pt>
                <c:pt idx="33">
                  <c:v>6569110000</c:v>
                </c:pt>
                <c:pt idx="34">
                  <c:v>6569110000</c:v>
                </c:pt>
                <c:pt idx="35">
                  <c:v>6569110000</c:v>
                </c:pt>
                <c:pt idx="36">
                  <c:v>6569110000</c:v>
                </c:pt>
                <c:pt idx="37">
                  <c:v>6569110000</c:v>
                </c:pt>
                <c:pt idx="38">
                  <c:v>6569110000</c:v>
                </c:pt>
                <c:pt idx="39">
                  <c:v>6569110000</c:v>
                </c:pt>
                <c:pt idx="40">
                  <c:v>6569110000</c:v>
                </c:pt>
                <c:pt idx="41">
                  <c:v>6569110000</c:v>
                </c:pt>
                <c:pt idx="42">
                  <c:v>6569110000</c:v>
                </c:pt>
                <c:pt idx="43">
                  <c:v>6569110000</c:v>
                </c:pt>
                <c:pt idx="44">
                  <c:v>6569110000</c:v>
                </c:pt>
                <c:pt idx="45">
                  <c:v>6569110000</c:v>
                </c:pt>
                <c:pt idx="46">
                  <c:v>6569110000</c:v>
                </c:pt>
                <c:pt idx="47">
                  <c:v>6569110000</c:v>
                </c:pt>
                <c:pt idx="48">
                  <c:v>6569110000</c:v>
                </c:pt>
                <c:pt idx="49">
                  <c:v>6569110000</c:v>
                </c:pt>
                <c:pt idx="50">
                  <c:v>6569110000</c:v>
                </c:pt>
                <c:pt idx="51">
                  <c:v>6569110000</c:v>
                </c:pt>
                <c:pt idx="52">
                  <c:v>6569110000</c:v>
                </c:pt>
                <c:pt idx="53">
                  <c:v>6569110000</c:v>
                </c:pt>
                <c:pt idx="54">
                  <c:v>6569110000</c:v>
                </c:pt>
                <c:pt idx="55">
                  <c:v>6569110000</c:v>
                </c:pt>
                <c:pt idx="56">
                  <c:v>6569110000</c:v>
                </c:pt>
                <c:pt idx="57">
                  <c:v>6569110000</c:v>
                </c:pt>
                <c:pt idx="58">
                  <c:v>6569110000</c:v>
                </c:pt>
                <c:pt idx="59">
                  <c:v>6569110000</c:v>
                </c:pt>
                <c:pt idx="60">
                  <c:v>6569110000</c:v>
                </c:pt>
                <c:pt idx="61">
                  <c:v>6569110000</c:v>
                </c:pt>
                <c:pt idx="62">
                  <c:v>6569110000</c:v>
                </c:pt>
                <c:pt idx="63">
                  <c:v>6569110000</c:v>
                </c:pt>
                <c:pt idx="64">
                  <c:v>6569110000</c:v>
                </c:pt>
                <c:pt idx="65">
                  <c:v>6569110000</c:v>
                </c:pt>
                <c:pt idx="66">
                  <c:v>6569110000</c:v>
                </c:pt>
                <c:pt idx="67">
                  <c:v>6569110000</c:v>
                </c:pt>
                <c:pt idx="68">
                  <c:v>6569110000</c:v>
                </c:pt>
                <c:pt idx="69">
                  <c:v>6569110000</c:v>
                </c:pt>
                <c:pt idx="70">
                  <c:v>6569110000</c:v>
                </c:pt>
                <c:pt idx="71">
                  <c:v>6569110000</c:v>
                </c:pt>
                <c:pt idx="72">
                  <c:v>6569110000</c:v>
                </c:pt>
                <c:pt idx="73">
                  <c:v>6569110000</c:v>
                </c:pt>
                <c:pt idx="74">
                  <c:v>6569110000</c:v>
                </c:pt>
                <c:pt idx="75">
                  <c:v>6569110000</c:v>
                </c:pt>
                <c:pt idx="76">
                  <c:v>6569110000</c:v>
                </c:pt>
                <c:pt idx="77">
                  <c:v>6569110000</c:v>
                </c:pt>
                <c:pt idx="78">
                  <c:v>6569110000</c:v>
                </c:pt>
                <c:pt idx="79">
                  <c:v>6569110000</c:v>
                </c:pt>
                <c:pt idx="80">
                  <c:v>6569110000</c:v>
                </c:pt>
                <c:pt idx="81">
                  <c:v>6569110000</c:v>
                </c:pt>
                <c:pt idx="82">
                  <c:v>6569110000</c:v>
                </c:pt>
                <c:pt idx="83">
                  <c:v>6569110000</c:v>
                </c:pt>
                <c:pt idx="84">
                  <c:v>6569110000</c:v>
                </c:pt>
                <c:pt idx="85">
                  <c:v>6569110000</c:v>
                </c:pt>
                <c:pt idx="86">
                  <c:v>6569110000</c:v>
                </c:pt>
                <c:pt idx="87">
                  <c:v>6569110000</c:v>
                </c:pt>
                <c:pt idx="88">
                  <c:v>6569110000</c:v>
                </c:pt>
                <c:pt idx="89">
                  <c:v>6569110000</c:v>
                </c:pt>
                <c:pt idx="90">
                  <c:v>6569110000</c:v>
                </c:pt>
                <c:pt idx="91">
                  <c:v>6569110000</c:v>
                </c:pt>
                <c:pt idx="92">
                  <c:v>6569110000</c:v>
                </c:pt>
                <c:pt idx="93">
                  <c:v>6569110000</c:v>
                </c:pt>
                <c:pt idx="94">
                  <c:v>6569110000</c:v>
                </c:pt>
                <c:pt idx="95">
                  <c:v>6569110000</c:v>
                </c:pt>
                <c:pt idx="96">
                  <c:v>6569110000</c:v>
                </c:pt>
                <c:pt idx="97">
                  <c:v>6569110000</c:v>
                </c:pt>
                <c:pt idx="98">
                  <c:v>6569110000</c:v>
                </c:pt>
                <c:pt idx="99">
                  <c:v>6569110000</c:v>
                </c:pt>
                <c:pt idx="100">
                  <c:v>6569110000</c:v>
                </c:pt>
                <c:pt idx="101">
                  <c:v>6569110000</c:v>
                </c:pt>
                <c:pt idx="102">
                  <c:v>6569110000</c:v>
                </c:pt>
                <c:pt idx="103">
                  <c:v>6569110000</c:v>
                </c:pt>
                <c:pt idx="104">
                  <c:v>6569110000</c:v>
                </c:pt>
                <c:pt idx="105">
                  <c:v>6569110000</c:v>
                </c:pt>
                <c:pt idx="106">
                  <c:v>6569110000</c:v>
                </c:pt>
                <c:pt idx="107">
                  <c:v>6569110000</c:v>
                </c:pt>
                <c:pt idx="108">
                  <c:v>6569110000</c:v>
                </c:pt>
                <c:pt idx="109">
                  <c:v>6569110000</c:v>
                </c:pt>
                <c:pt idx="110">
                  <c:v>6569110000</c:v>
                </c:pt>
                <c:pt idx="111">
                  <c:v>6569110000</c:v>
                </c:pt>
                <c:pt idx="112">
                  <c:v>6569110000</c:v>
                </c:pt>
                <c:pt idx="113">
                  <c:v>6569110000</c:v>
                </c:pt>
                <c:pt idx="114">
                  <c:v>6569110000</c:v>
                </c:pt>
                <c:pt idx="115">
                  <c:v>6569110000</c:v>
                </c:pt>
                <c:pt idx="116">
                  <c:v>6569110000</c:v>
                </c:pt>
                <c:pt idx="117">
                  <c:v>6569110000</c:v>
                </c:pt>
                <c:pt idx="118">
                  <c:v>6569110000</c:v>
                </c:pt>
                <c:pt idx="119">
                  <c:v>6569110000</c:v>
                </c:pt>
                <c:pt idx="120">
                  <c:v>6569110000</c:v>
                </c:pt>
                <c:pt idx="121">
                  <c:v>6569110000</c:v>
                </c:pt>
                <c:pt idx="122">
                  <c:v>6569110000</c:v>
                </c:pt>
                <c:pt idx="123">
                  <c:v>6569110000</c:v>
                </c:pt>
                <c:pt idx="124">
                  <c:v>6569110000</c:v>
                </c:pt>
                <c:pt idx="125">
                  <c:v>6569110000</c:v>
                </c:pt>
                <c:pt idx="126">
                  <c:v>6569110000</c:v>
                </c:pt>
                <c:pt idx="127">
                  <c:v>6569110000</c:v>
                </c:pt>
                <c:pt idx="128">
                  <c:v>6569110000</c:v>
                </c:pt>
                <c:pt idx="129">
                  <c:v>6569110000</c:v>
                </c:pt>
                <c:pt idx="130">
                  <c:v>6569110000</c:v>
                </c:pt>
                <c:pt idx="131">
                  <c:v>6569110000</c:v>
                </c:pt>
                <c:pt idx="132">
                  <c:v>6569110000</c:v>
                </c:pt>
                <c:pt idx="133">
                  <c:v>6569110000</c:v>
                </c:pt>
                <c:pt idx="134">
                  <c:v>6569110000</c:v>
                </c:pt>
                <c:pt idx="135">
                  <c:v>6569110000</c:v>
                </c:pt>
                <c:pt idx="136">
                  <c:v>6569110000</c:v>
                </c:pt>
                <c:pt idx="137">
                  <c:v>6569110000</c:v>
                </c:pt>
                <c:pt idx="138">
                  <c:v>6569110000</c:v>
                </c:pt>
                <c:pt idx="139">
                  <c:v>6569110000</c:v>
                </c:pt>
                <c:pt idx="140">
                  <c:v>6569110000</c:v>
                </c:pt>
                <c:pt idx="141">
                  <c:v>6569110000</c:v>
                </c:pt>
                <c:pt idx="142">
                  <c:v>6569110000</c:v>
                </c:pt>
                <c:pt idx="143">
                  <c:v>6569110000</c:v>
                </c:pt>
                <c:pt idx="144">
                  <c:v>6569110000</c:v>
                </c:pt>
                <c:pt idx="145">
                  <c:v>6569110000</c:v>
                </c:pt>
                <c:pt idx="146">
                  <c:v>6569110000</c:v>
                </c:pt>
                <c:pt idx="147">
                  <c:v>6569110000</c:v>
                </c:pt>
                <c:pt idx="148">
                  <c:v>6569110000</c:v>
                </c:pt>
                <c:pt idx="149">
                  <c:v>6569110000</c:v>
                </c:pt>
                <c:pt idx="150">
                  <c:v>6569110000</c:v>
                </c:pt>
                <c:pt idx="151">
                  <c:v>6569110000</c:v>
                </c:pt>
                <c:pt idx="152">
                  <c:v>6569110000</c:v>
                </c:pt>
                <c:pt idx="153">
                  <c:v>6569110000</c:v>
                </c:pt>
                <c:pt idx="154">
                  <c:v>6569110000</c:v>
                </c:pt>
                <c:pt idx="155">
                  <c:v>6569110000</c:v>
                </c:pt>
                <c:pt idx="156">
                  <c:v>6569110000</c:v>
                </c:pt>
                <c:pt idx="157">
                  <c:v>6569110000</c:v>
                </c:pt>
                <c:pt idx="158">
                  <c:v>6569110000</c:v>
                </c:pt>
                <c:pt idx="159">
                  <c:v>6569110000</c:v>
                </c:pt>
                <c:pt idx="160">
                  <c:v>6569110000</c:v>
                </c:pt>
                <c:pt idx="161">
                  <c:v>6569110000</c:v>
                </c:pt>
                <c:pt idx="162">
                  <c:v>6569110000</c:v>
                </c:pt>
                <c:pt idx="163">
                  <c:v>6569110000</c:v>
                </c:pt>
                <c:pt idx="164">
                  <c:v>6569110000</c:v>
                </c:pt>
                <c:pt idx="165">
                  <c:v>6569110000</c:v>
                </c:pt>
                <c:pt idx="166">
                  <c:v>6569110000</c:v>
                </c:pt>
                <c:pt idx="167">
                  <c:v>6569110000</c:v>
                </c:pt>
                <c:pt idx="168">
                  <c:v>6569110000</c:v>
                </c:pt>
                <c:pt idx="169">
                  <c:v>6569110000</c:v>
                </c:pt>
                <c:pt idx="170">
                  <c:v>6569110000</c:v>
                </c:pt>
                <c:pt idx="171">
                  <c:v>6569110000</c:v>
                </c:pt>
                <c:pt idx="172">
                  <c:v>6569110000</c:v>
                </c:pt>
                <c:pt idx="173">
                  <c:v>6569110000</c:v>
                </c:pt>
                <c:pt idx="174">
                  <c:v>6569110000</c:v>
                </c:pt>
                <c:pt idx="175">
                  <c:v>6569110000</c:v>
                </c:pt>
                <c:pt idx="176">
                  <c:v>6569110000</c:v>
                </c:pt>
                <c:pt idx="177">
                  <c:v>6569110000</c:v>
                </c:pt>
                <c:pt idx="178">
                  <c:v>6569110000</c:v>
                </c:pt>
                <c:pt idx="179">
                  <c:v>6569110000</c:v>
                </c:pt>
                <c:pt idx="180">
                  <c:v>6569110000</c:v>
                </c:pt>
                <c:pt idx="181">
                  <c:v>6569110000</c:v>
                </c:pt>
                <c:pt idx="182">
                  <c:v>6569110000</c:v>
                </c:pt>
                <c:pt idx="183">
                  <c:v>6569110000</c:v>
                </c:pt>
                <c:pt idx="184">
                  <c:v>6569110000</c:v>
                </c:pt>
                <c:pt idx="185">
                  <c:v>6569110000</c:v>
                </c:pt>
                <c:pt idx="186">
                  <c:v>6569110000</c:v>
                </c:pt>
                <c:pt idx="187">
                  <c:v>6569110000</c:v>
                </c:pt>
                <c:pt idx="188">
                  <c:v>6569110000</c:v>
                </c:pt>
                <c:pt idx="189">
                  <c:v>6569110000</c:v>
                </c:pt>
                <c:pt idx="190">
                  <c:v>6569110000</c:v>
                </c:pt>
                <c:pt idx="191">
                  <c:v>6569110000</c:v>
                </c:pt>
                <c:pt idx="192">
                  <c:v>6569110000</c:v>
                </c:pt>
                <c:pt idx="193">
                  <c:v>6569110000</c:v>
                </c:pt>
                <c:pt idx="194">
                  <c:v>6569120000</c:v>
                </c:pt>
                <c:pt idx="195">
                  <c:v>6569110000</c:v>
                </c:pt>
                <c:pt idx="196">
                  <c:v>6569110000</c:v>
                </c:pt>
                <c:pt idx="197">
                  <c:v>6569120000</c:v>
                </c:pt>
                <c:pt idx="198">
                  <c:v>6569120000</c:v>
                </c:pt>
                <c:pt idx="199">
                  <c:v>6569110000</c:v>
                </c:pt>
                <c:pt idx="200">
                  <c:v>6569120000</c:v>
                </c:pt>
                <c:pt idx="201">
                  <c:v>6569120000</c:v>
                </c:pt>
                <c:pt idx="202">
                  <c:v>6569120000</c:v>
                </c:pt>
                <c:pt idx="203">
                  <c:v>6569120000</c:v>
                </c:pt>
                <c:pt idx="204">
                  <c:v>6569120000</c:v>
                </c:pt>
                <c:pt idx="205">
                  <c:v>6569120000</c:v>
                </c:pt>
                <c:pt idx="206">
                  <c:v>6569120000</c:v>
                </c:pt>
                <c:pt idx="207">
                  <c:v>6569120000</c:v>
                </c:pt>
                <c:pt idx="208">
                  <c:v>6569120000</c:v>
                </c:pt>
                <c:pt idx="209">
                  <c:v>6569120000</c:v>
                </c:pt>
                <c:pt idx="210">
                  <c:v>6569120000</c:v>
                </c:pt>
                <c:pt idx="211">
                  <c:v>6569120000</c:v>
                </c:pt>
                <c:pt idx="212">
                  <c:v>6569120000</c:v>
                </c:pt>
                <c:pt idx="213">
                  <c:v>6569120000</c:v>
                </c:pt>
                <c:pt idx="214">
                  <c:v>6569120000</c:v>
                </c:pt>
                <c:pt idx="215">
                  <c:v>6569120000</c:v>
                </c:pt>
                <c:pt idx="216">
                  <c:v>6569120000</c:v>
                </c:pt>
                <c:pt idx="217">
                  <c:v>6569120000</c:v>
                </c:pt>
                <c:pt idx="218">
                  <c:v>6569120000</c:v>
                </c:pt>
                <c:pt idx="219">
                  <c:v>6569120000</c:v>
                </c:pt>
                <c:pt idx="220">
                  <c:v>6569120000</c:v>
                </c:pt>
                <c:pt idx="221">
                  <c:v>6569120000</c:v>
                </c:pt>
                <c:pt idx="222">
                  <c:v>6569120000</c:v>
                </c:pt>
                <c:pt idx="223">
                  <c:v>6569120000</c:v>
                </c:pt>
                <c:pt idx="224">
                  <c:v>6569120000</c:v>
                </c:pt>
                <c:pt idx="225">
                  <c:v>6569120000</c:v>
                </c:pt>
                <c:pt idx="226">
                  <c:v>6569120000</c:v>
                </c:pt>
                <c:pt idx="227">
                  <c:v>6569120000</c:v>
                </c:pt>
                <c:pt idx="228">
                  <c:v>6569120000</c:v>
                </c:pt>
                <c:pt idx="229">
                  <c:v>6569120000</c:v>
                </c:pt>
                <c:pt idx="230">
                  <c:v>6569120000</c:v>
                </c:pt>
                <c:pt idx="231">
                  <c:v>6569120000</c:v>
                </c:pt>
                <c:pt idx="232">
                  <c:v>6569120000</c:v>
                </c:pt>
                <c:pt idx="233">
                  <c:v>6569120000</c:v>
                </c:pt>
                <c:pt idx="234">
                  <c:v>6569120000</c:v>
                </c:pt>
                <c:pt idx="235">
                  <c:v>6569120000</c:v>
                </c:pt>
                <c:pt idx="236">
                  <c:v>6569120000</c:v>
                </c:pt>
                <c:pt idx="237">
                  <c:v>6569120000</c:v>
                </c:pt>
                <c:pt idx="238">
                  <c:v>6569120000</c:v>
                </c:pt>
                <c:pt idx="239">
                  <c:v>6569120000</c:v>
                </c:pt>
                <c:pt idx="240">
                  <c:v>6569120000</c:v>
                </c:pt>
                <c:pt idx="241">
                  <c:v>6569120000</c:v>
                </c:pt>
                <c:pt idx="242">
                  <c:v>6569120000</c:v>
                </c:pt>
                <c:pt idx="243">
                  <c:v>6569120000</c:v>
                </c:pt>
                <c:pt idx="244">
                  <c:v>6569130000</c:v>
                </c:pt>
                <c:pt idx="245">
                  <c:v>6569130000</c:v>
                </c:pt>
                <c:pt idx="246">
                  <c:v>6569130000</c:v>
                </c:pt>
                <c:pt idx="247">
                  <c:v>6569130000</c:v>
                </c:pt>
                <c:pt idx="248">
                  <c:v>6569130000</c:v>
                </c:pt>
                <c:pt idx="249">
                  <c:v>6569130000</c:v>
                </c:pt>
                <c:pt idx="250">
                  <c:v>6569130000</c:v>
                </c:pt>
                <c:pt idx="251">
                  <c:v>6569130000</c:v>
                </c:pt>
                <c:pt idx="252">
                  <c:v>6569130000</c:v>
                </c:pt>
                <c:pt idx="253">
                  <c:v>6569130000</c:v>
                </c:pt>
                <c:pt idx="254">
                  <c:v>6569130000</c:v>
                </c:pt>
                <c:pt idx="255">
                  <c:v>6569130000</c:v>
                </c:pt>
                <c:pt idx="256">
                  <c:v>6569130000</c:v>
                </c:pt>
                <c:pt idx="257">
                  <c:v>6569130000</c:v>
                </c:pt>
                <c:pt idx="258">
                  <c:v>6569130000</c:v>
                </c:pt>
                <c:pt idx="259">
                  <c:v>6569130000</c:v>
                </c:pt>
                <c:pt idx="260">
                  <c:v>6569130000</c:v>
                </c:pt>
                <c:pt idx="261">
                  <c:v>6569130000</c:v>
                </c:pt>
                <c:pt idx="262">
                  <c:v>6569130000</c:v>
                </c:pt>
                <c:pt idx="263">
                  <c:v>6569130000</c:v>
                </c:pt>
                <c:pt idx="264">
                  <c:v>6569130000</c:v>
                </c:pt>
                <c:pt idx="265">
                  <c:v>6569130000</c:v>
                </c:pt>
                <c:pt idx="266">
                  <c:v>6569130000</c:v>
                </c:pt>
                <c:pt idx="267">
                  <c:v>6569130000</c:v>
                </c:pt>
                <c:pt idx="268">
                  <c:v>6569130000</c:v>
                </c:pt>
                <c:pt idx="269">
                  <c:v>6569130000</c:v>
                </c:pt>
                <c:pt idx="270">
                  <c:v>6569130000</c:v>
                </c:pt>
                <c:pt idx="271">
                  <c:v>6569130000</c:v>
                </c:pt>
                <c:pt idx="272">
                  <c:v>6569130000</c:v>
                </c:pt>
                <c:pt idx="273">
                  <c:v>6569130000</c:v>
                </c:pt>
                <c:pt idx="274">
                  <c:v>6569130000</c:v>
                </c:pt>
                <c:pt idx="275">
                  <c:v>6569130000</c:v>
                </c:pt>
                <c:pt idx="276">
                  <c:v>6569130000</c:v>
                </c:pt>
                <c:pt idx="277">
                  <c:v>6569130000</c:v>
                </c:pt>
                <c:pt idx="278">
                  <c:v>6569130000</c:v>
                </c:pt>
                <c:pt idx="279">
                  <c:v>6569130000</c:v>
                </c:pt>
                <c:pt idx="280">
                  <c:v>6569130000</c:v>
                </c:pt>
                <c:pt idx="281">
                  <c:v>6569130000</c:v>
                </c:pt>
                <c:pt idx="282">
                  <c:v>6569130000</c:v>
                </c:pt>
                <c:pt idx="283">
                  <c:v>6569130000</c:v>
                </c:pt>
                <c:pt idx="284">
                  <c:v>6569130000</c:v>
                </c:pt>
                <c:pt idx="285">
                  <c:v>6569130000</c:v>
                </c:pt>
                <c:pt idx="286">
                  <c:v>6569130000</c:v>
                </c:pt>
                <c:pt idx="287">
                  <c:v>6569130000</c:v>
                </c:pt>
                <c:pt idx="288">
                  <c:v>6569130000</c:v>
                </c:pt>
                <c:pt idx="289">
                  <c:v>6569130000</c:v>
                </c:pt>
                <c:pt idx="290">
                  <c:v>6569130000</c:v>
                </c:pt>
                <c:pt idx="291">
                  <c:v>6569130000</c:v>
                </c:pt>
                <c:pt idx="292">
                  <c:v>6569130000</c:v>
                </c:pt>
                <c:pt idx="293">
                  <c:v>6569130000</c:v>
                </c:pt>
                <c:pt idx="294">
                  <c:v>6569130000</c:v>
                </c:pt>
                <c:pt idx="295">
                  <c:v>6569130000</c:v>
                </c:pt>
                <c:pt idx="296">
                  <c:v>6569130000</c:v>
                </c:pt>
                <c:pt idx="297">
                  <c:v>6569130000</c:v>
                </c:pt>
                <c:pt idx="298">
                  <c:v>6569130000</c:v>
                </c:pt>
                <c:pt idx="299">
                  <c:v>6569130000</c:v>
                </c:pt>
                <c:pt idx="300">
                  <c:v>6569130000</c:v>
                </c:pt>
                <c:pt idx="301">
                  <c:v>6569130000</c:v>
                </c:pt>
                <c:pt idx="302">
                  <c:v>6569130000</c:v>
                </c:pt>
                <c:pt idx="303">
                  <c:v>6569130000</c:v>
                </c:pt>
                <c:pt idx="304">
                  <c:v>6569130000</c:v>
                </c:pt>
                <c:pt idx="305">
                  <c:v>6569130000</c:v>
                </c:pt>
                <c:pt idx="306">
                  <c:v>6569130000</c:v>
                </c:pt>
                <c:pt idx="307">
                  <c:v>6569130000</c:v>
                </c:pt>
                <c:pt idx="308">
                  <c:v>6569130000</c:v>
                </c:pt>
                <c:pt idx="309">
                  <c:v>6569130000</c:v>
                </c:pt>
                <c:pt idx="310">
                  <c:v>6569130000</c:v>
                </c:pt>
                <c:pt idx="311">
                  <c:v>6569130000</c:v>
                </c:pt>
                <c:pt idx="312">
                  <c:v>6569130000</c:v>
                </c:pt>
                <c:pt idx="313">
                  <c:v>6569130000</c:v>
                </c:pt>
                <c:pt idx="314">
                  <c:v>6569130000</c:v>
                </c:pt>
                <c:pt idx="315">
                  <c:v>6569130000</c:v>
                </c:pt>
                <c:pt idx="316">
                  <c:v>6569130000</c:v>
                </c:pt>
                <c:pt idx="317">
                  <c:v>6569130000</c:v>
                </c:pt>
                <c:pt idx="318">
                  <c:v>6569130000</c:v>
                </c:pt>
                <c:pt idx="319">
                  <c:v>6569130000</c:v>
                </c:pt>
                <c:pt idx="320">
                  <c:v>6569120000</c:v>
                </c:pt>
                <c:pt idx="321">
                  <c:v>6569120000</c:v>
                </c:pt>
                <c:pt idx="322">
                  <c:v>6569120000</c:v>
                </c:pt>
                <c:pt idx="323">
                  <c:v>6569120000</c:v>
                </c:pt>
                <c:pt idx="324">
                  <c:v>6569120000</c:v>
                </c:pt>
                <c:pt idx="325">
                  <c:v>6569120000</c:v>
                </c:pt>
                <c:pt idx="326">
                  <c:v>6569120000</c:v>
                </c:pt>
                <c:pt idx="327">
                  <c:v>6569120000</c:v>
                </c:pt>
                <c:pt idx="328">
                  <c:v>6569120000</c:v>
                </c:pt>
                <c:pt idx="329">
                  <c:v>6569120000</c:v>
                </c:pt>
                <c:pt idx="330">
                  <c:v>6569120000</c:v>
                </c:pt>
                <c:pt idx="331">
                  <c:v>6569120000</c:v>
                </c:pt>
                <c:pt idx="332">
                  <c:v>6569120000</c:v>
                </c:pt>
                <c:pt idx="333">
                  <c:v>6569120000</c:v>
                </c:pt>
                <c:pt idx="334">
                  <c:v>6569120000</c:v>
                </c:pt>
                <c:pt idx="335">
                  <c:v>6569120000</c:v>
                </c:pt>
                <c:pt idx="336">
                  <c:v>6569120000</c:v>
                </c:pt>
                <c:pt idx="337">
                  <c:v>6569120000</c:v>
                </c:pt>
                <c:pt idx="338">
                  <c:v>6569120000</c:v>
                </c:pt>
                <c:pt idx="339">
                  <c:v>6569110000</c:v>
                </c:pt>
                <c:pt idx="340">
                  <c:v>6569110000</c:v>
                </c:pt>
                <c:pt idx="341">
                  <c:v>6569110000</c:v>
                </c:pt>
                <c:pt idx="342">
                  <c:v>6569110000</c:v>
                </c:pt>
                <c:pt idx="343">
                  <c:v>6569110000</c:v>
                </c:pt>
                <c:pt idx="344">
                  <c:v>6569110000</c:v>
                </c:pt>
                <c:pt idx="345">
                  <c:v>6569110000</c:v>
                </c:pt>
                <c:pt idx="346">
                  <c:v>6569110000</c:v>
                </c:pt>
                <c:pt idx="347">
                  <c:v>6569110000</c:v>
                </c:pt>
                <c:pt idx="348">
                  <c:v>6569110000</c:v>
                </c:pt>
                <c:pt idx="349">
                  <c:v>6569110000</c:v>
                </c:pt>
                <c:pt idx="350">
                  <c:v>6569100000</c:v>
                </c:pt>
                <c:pt idx="351">
                  <c:v>6569100000</c:v>
                </c:pt>
                <c:pt idx="352">
                  <c:v>6569110000</c:v>
                </c:pt>
                <c:pt idx="353">
                  <c:v>6569110000</c:v>
                </c:pt>
                <c:pt idx="354">
                  <c:v>6569110000</c:v>
                </c:pt>
                <c:pt idx="355">
                  <c:v>6569100000</c:v>
                </c:pt>
                <c:pt idx="356">
                  <c:v>6569100000</c:v>
                </c:pt>
                <c:pt idx="357">
                  <c:v>6569100000</c:v>
                </c:pt>
                <c:pt idx="358">
                  <c:v>6569100000</c:v>
                </c:pt>
                <c:pt idx="359">
                  <c:v>6569100000</c:v>
                </c:pt>
                <c:pt idx="360">
                  <c:v>6569100000</c:v>
                </c:pt>
                <c:pt idx="361">
                  <c:v>6569100000</c:v>
                </c:pt>
                <c:pt idx="362">
                  <c:v>6569100000</c:v>
                </c:pt>
                <c:pt idx="363">
                  <c:v>6569090000</c:v>
                </c:pt>
                <c:pt idx="364">
                  <c:v>6569090000</c:v>
                </c:pt>
                <c:pt idx="365">
                  <c:v>6569090000</c:v>
                </c:pt>
                <c:pt idx="366">
                  <c:v>6569090000</c:v>
                </c:pt>
                <c:pt idx="367">
                  <c:v>6569090000</c:v>
                </c:pt>
                <c:pt idx="368">
                  <c:v>6569080000</c:v>
                </c:pt>
                <c:pt idx="369">
                  <c:v>6569090000</c:v>
                </c:pt>
                <c:pt idx="370">
                  <c:v>6569090000</c:v>
                </c:pt>
                <c:pt idx="371">
                  <c:v>6569090000</c:v>
                </c:pt>
                <c:pt idx="372">
                  <c:v>6569080000</c:v>
                </c:pt>
                <c:pt idx="373">
                  <c:v>6569080000</c:v>
                </c:pt>
                <c:pt idx="374">
                  <c:v>6569080000</c:v>
                </c:pt>
                <c:pt idx="375">
                  <c:v>6569080000</c:v>
                </c:pt>
                <c:pt idx="376">
                  <c:v>6569080000</c:v>
                </c:pt>
                <c:pt idx="377">
                  <c:v>6569080000</c:v>
                </c:pt>
                <c:pt idx="378">
                  <c:v>6569080000</c:v>
                </c:pt>
                <c:pt idx="379">
                  <c:v>6569070000</c:v>
                </c:pt>
                <c:pt idx="380">
                  <c:v>6569070000</c:v>
                </c:pt>
                <c:pt idx="381">
                  <c:v>6569060000</c:v>
                </c:pt>
                <c:pt idx="382">
                  <c:v>6569060000</c:v>
                </c:pt>
                <c:pt idx="383">
                  <c:v>6569070000</c:v>
                </c:pt>
                <c:pt idx="384">
                  <c:v>6569060000</c:v>
                </c:pt>
                <c:pt idx="385">
                  <c:v>6569060000</c:v>
                </c:pt>
                <c:pt idx="386">
                  <c:v>6569050000</c:v>
                </c:pt>
                <c:pt idx="387">
                  <c:v>6569060000</c:v>
                </c:pt>
                <c:pt idx="388">
                  <c:v>6569050000</c:v>
                </c:pt>
                <c:pt idx="389">
                  <c:v>6569040000</c:v>
                </c:pt>
                <c:pt idx="390">
                  <c:v>6569040000</c:v>
                </c:pt>
                <c:pt idx="391">
                  <c:v>6569040000</c:v>
                </c:pt>
                <c:pt idx="392">
                  <c:v>6569030000</c:v>
                </c:pt>
                <c:pt idx="393">
                  <c:v>6569030000</c:v>
                </c:pt>
                <c:pt idx="394">
                  <c:v>6569030000</c:v>
                </c:pt>
                <c:pt idx="395">
                  <c:v>6569030000</c:v>
                </c:pt>
                <c:pt idx="396">
                  <c:v>6569020000</c:v>
                </c:pt>
                <c:pt idx="397">
                  <c:v>6569020000</c:v>
                </c:pt>
                <c:pt idx="398">
                  <c:v>6569020000</c:v>
                </c:pt>
                <c:pt idx="399">
                  <c:v>6569010000</c:v>
                </c:pt>
                <c:pt idx="400">
                  <c:v>6569010000</c:v>
                </c:pt>
                <c:pt idx="401">
                  <c:v>6569020000</c:v>
                </c:pt>
                <c:pt idx="402">
                  <c:v>6569010000</c:v>
                </c:pt>
                <c:pt idx="403">
                  <c:v>6569000000</c:v>
                </c:pt>
                <c:pt idx="404">
                  <c:v>6568990000</c:v>
                </c:pt>
                <c:pt idx="405">
                  <c:v>6568990000</c:v>
                </c:pt>
                <c:pt idx="406">
                  <c:v>6568980000</c:v>
                </c:pt>
                <c:pt idx="407">
                  <c:v>6568980000</c:v>
                </c:pt>
                <c:pt idx="408">
                  <c:v>6568980000</c:v>
                </c:pt>
                <c:pt idx="409">
                  <c:v>6568970000</c:v>
                </c:pt>
                <c:pt idx="410">
                  <c:v>6568970000</c:v>
                </c:pt>
                <c:pt idx="411">
                  <c:v>6568960000</c:v>
                </c:pt>
                <c:pt idx="412">
                  <c:v>6568950000</c:v>
                </c:pt>
                <c:pt idx="413">
                  <c:v>6568940000</c:v>
                </c:pt>
                <c:pt idx="414">
                  <c:v>6568940000</c:v>
                </c:pt>
                <c:pt idx="415">
                  <c:v>6568930000</c:v>
                </c:pt>
                <c:pt idx="416">
                  <c:v>6568920000</c:v>
                </c:pt>
                <c:pt idx="417">
                  <c:v>6568910000</c:v>
                </c:pt>
                <c:pt idx="418">
                  <c:v>6568900000</c:v>
                </c:pt>
                <c:pt idx="419">
                  <c:v>6568900000</c:v>
                </c:pt>
                <c:pt idx="420">
                  <c:v>6568890000</c:v>
                </c:pt>
                <c:pt idx="421">
                  <c:v>6568890000</c:v>
                </c:pt>
                <c:pt idx="422">
                  <c:v>6568880000</c:v>
                </c:pt>
                <c:pt idx="423">
                  <c:v>6568870000</c:v>
                </c:pt>
                <c:pt idx="424">
                  <c:v>6568870000</c:v>
                </c:pt>
                <c:pt idx="425">
                  <c:v>6568860000</c:v>
                </c:pt>
                <c:pt idx="426">
                  <c:v>6568840000</c:v>
                </c:pt>
                <c:pt idx="427">
                  <c:v>6568830000</c:v>
                </c:pt>
                <c:pt idx="428">
                  <c:v>6568820000</c:v>
                </c:pt>
                <c:pt idx="429">
                  <c:v>6568820000</c:v>
                </c:pt>
                <c:pt idx="430">
                  <c:v>6568800000</c:v>
                </c:pt>
                <c:pt idx="431">
                  <c:v>6568790000</c:v>
                </c:pt>
                <c:pt idx="432">
                  <c:v>6568780000</c:v>
                </c:pt>
                <c:pt idx="433">
                  <c:v>6568770000</c:v>
                </c:pt>
                <c:pt idx="434">
                  <c:v>6568760000</c:v>
                </c:pt>
                <c:pt idx="435">
                  <c:v>6568760000</c:v>
                </c:pt>
                <c:pt idx="436">
                  <c:v>6568750000</c:v>
                </c:pt>
                <c:pt idx="437">
                  <c:v>6568730000</c:v>
                </c:pt>
                <c:pt idx="438">
                  <c:v>6568710000</c:v>
                </c:pt>
                <c:pt idx="439">
                  <c:v>6568710000</c:v>
                </c:pt>
                <c:pt idx="440">
                  <c:v>6568700000</c:v>
                </c:pt>
                <c:pt idx="441">
                  <c:v>6568670000</c:v>
                </c:pt>
                <c:pt idx="442">
                  <c:v>6568670000</c:v>
                </c:pt>
                <c:pt idx="443">
                  <c:v>6568660000</c:v>
                </c:pt>
                <c:pt idx="444">
                  <c:v>6568640000</c:v>
                </c:pt>
                <c:pt idx="445">
                  <c:v>6568630000</c:v>
                </c:pt>
                <c:pt idx="446">
                  <c:v>6568620000</c:v>
                </c:pt>
                <c:pt idx="447">
                  <c:v>6568610000</c:v>
                </c:pt>
                <c:pt idx="448">
                  <c:v>6568590000</c:v>
                </c:pt>
                <c:pt idx="449">
                  <c:v>6568580000</c:v>
                </c:pt>
                <c:pt idx="450">
                  <c:v>6568560000</c:v>
                </c:pt>
                <c:pt idx="451">
                  <c:v>6568540000</c:v>
                </c:pt>
                <c:pt idx="452">
                  <c:v>6568530000</c:v>
                </c:pt>
                <c:pt idx="453">
                  <c:v>6568510000</c:v>
                </c:pt>
                <c:pt idx="454">
                  <c:v>6568500000</c:v>
                </c:pt>
                <c:pt idx="455">
                  <c:v>6568500000</c:v>
                </c:pt>
                <c:pt idx="456">
                  <c:v>6568480000</c:v>
                </c:pt>
                <c:pt idx="457">
                  <c:v>6568460000</c:v>
                </c:pt>
                <c:pt idx="458">
                  <c:v>6568440000</c:v>
                </c:pt>
                <c:pt idx="459">
                  <c:v>6568440000</c:v>
                </c:pt>
                <c:pt idx="460">
                  <c:v>6568400000</c:v>
                </c:pt>
                <c:pt idx="461">
                  <c:v>6568390000</c:v>
                </c:pt>
                <c:pt idx="462">
                  <c:v>6568360000</c:v>
                </c:pt>
                <c:pt idx="463">
                  <c:v>6568350000</c:v>
                </c:pt>
                <c:pt idx="464">
                  <c:v>6568330000</c:v>
                </c:pt>
                <c:pt idx="465">
                  <c:v>6568310000</c:v>
                </c:pt>
                <c:pt idx="466">
                  <c:v>6568290000</c:v>
                </c:pt>
                <c:pt idx="467">
                  <c:v>6568260000</c:v>
                </c:pt>
                <c:pt idx="468">
                  <c:v>6568240000</c:v>
                </c:pt>
                <c:pt idx="469">
                  <c:v>6568210000</c:v>
                </c:pt>
                <c:pt idx="470">
                  <c:v>6568180000</c:v>
                </c:pt>
                <c:pt idx="471">
                  <c:v>6568170000</c:v>
                </c:pt>
                <c:pt idx="472">
                  <c:v>6568140000</c:v>
                </c:pt>
                <c:pt idx="473">
                  <c:v>6568120000</c:v>
                </c:pt>
                <c:pt idx="474">
                  <c:v>6568090000</c:v>
                </c:pt>
                <c:pt idx="475">
                  <c:v>6568070000</c:v>
                </c:pt>
                <c:pt idx="476">
                  <c:v>6568040000</c:v>
                </c:pt>
                <c:pt idx="477">
                  <c:v>6568000000</c:v>
                </c:pt>
                <c:pt idx="478">
                  <c:v>6567970000</c:v>
                </c:pt>
                <c:pt idx="479">
                  <c:v>6567950000</c:v>
                </c:pt>
                <c:pt idx="480">
                  <c:v>6567920000</c:v>
                </c:pt>
                <c:pt idx="481">
                  <c:v>6567900000</c:v>
                </c:pt>
                <c:pt idx="482">
                  <c:v>6567860000</c:v>
                </c:pt>
                <c:pt idx="483">
                  <c:v>6567830000</c:v>
                </c:pt>
                <c:pt idx="484">
                  <c:v>6567800000</c:v>
                </c:pt>
                <c:pt idx="485">
                  <c:v>6567770000</c:v>
                </c:pt>
                <c:pt idx="486">
                  <c:v>6567730000</c:v>
                </c:pt>
                <c:pt idx="487">
                  <c:v>6567680000</c:v>
                </c:pt>
                <c:pt idx="488">
                  <c:v>6567640000</c:v>
                </c:pt>
                <c:pt idx="489">
                  <c:v>6567610000</c:v>
                </c:pt>
                <c:pt idx="490">
                  <c:v>6567570000</c:v>
                </c:pt>
                <c:pt idx="491">
                  <c:v>6567540000</c:v>
                </c:pt>
                <c:pt idx="492">
                  <c:v>6567490000</c:v>
                </c:pt>
                <c:pt idx="493">
                  <c:v>6567450000</c:v>
                </c:pt>
                <c:pt idx="494">
                  <c:v>6567400000</c:v>
                </c:pt>
                <c:pt idx="495">
                  <c:v>6567370000</c:v>
                </c:pt>
                <c:pt idx="496">
                  <c:v>6567320000</c:v>
                </c:pt>
                <c:pt idx="497">
                  <c:v>6567260000</c:v>
                </c:pt>
                <c:pt idx="498">
                  <c:v>6567210000</c:v>
                </c:pt>
                <c:pt idx="499">
                  <c:v>6567170000</c:v>
                </c:pt>
                <c:pt idx="500">
                  <c:v>6567140000</c:v>
                </c:pt>
                <c:pt idx="501">
                  <c:v>6567090000</c:v>
                </c:pt>
                <c:pt idx="502">
                  <c:v>6567040000</c:v>
                </c:pt>
                <c:pt idx="503">
                  <c:v>6566990000</c:v>
                </c:pt>
                <c:pt idx="504">
                  <c:v>6566930000</c:v>
                </c:pt>
                <c:pt idx="505">
                  <c:v>6566880000</c:v>
                </c:pt>
                <c:pt idx="506">
                  <c:v>6566820000</c:v>
                </c:pt>
                <c:pt idx="507">
                  <c:v>6566770000</c:v>
                </c:pt>
                <c:pt idx="508">
                  <c:v>6566700000</c:v>
                </c:pt>
                <c:pt idx="509">
                  <c:v>6566630000</c:v>
                </c:pt>
                <c:pt idx="510">
                  <c:v>6566580000</c:v>
                </c:pt>
                <c:pt idx="511">
                  <c:v>6566510000</c:v>
                </c:pt>
                <c:pt idx="512">
                  <c:v>6566450000</c:v>
                </c:pt>
                <c:pt idx="513">
                  <c:v>6566370000</c:v>
                </c:pt>
                <c:pt idx="514">
                  <c:v>6566300000</c:v>
                </c:pt>
                <c:pt idx="515">
                  <c:v>6566240000</c:v>
                </c:pt>
                <c:pt idx="516">
                  <c:v>6566140000</c:v>
                </c:pt>
                <c:pt idx="517">
                  <c:v>6566090000</c:v>
                </c:pt>
                <c:pt idx="518">
                  <c:v>6566010000</c:v>
                </c:pt>
                <c:pt idx="519">
                  <c:v>6565950000</c:v>
                </c:pt>
                <c:pt idx="520">
                  <c:v>6565860000</c:v>
                </c:pt>
                <c:pt idx="521">
                  <c:v>6565770000</c:v>
                </c:pt>
                <c:pt idx="522">
                  <c:v>6565690000</c:v>
                </c:pt>
                <c:pt idx="523">
                  <c:v>6565630000</c:v>
                </c:pt>
                <c:pt idx="524">
                  <c:v>6565580000</c:v>
                </c:pt>
                <c:pt idx="525">
                  <c:v>6565480000</c:v>
                </c:pt>
                <c:pt idx="526">
                  <c:v>6565400000</c:v>
                </c:pt>
                <c:pt idx="527">
                  <c:v>6565320000</c:v>
                </c:pt>
                <c:pt idx="528">
                  <c:v>6565220000</c:v>
                </c:pt>
                <c:pt idx="529">
                  <c:v>6565170000</c:v>
                </c:pt>
                <c:pt idx="530">
                  <c:v>6565040000</c:v>
                </c:pt>
                <c:pt idx="531">
                  <c:v>6564980000</c:v>
                </c:pt>
                <c:pt idx="532">
                  <c:v>6564870000</c:v>
                </c:pt>
                <c:pt idx="533">
                  <c:v>6564760000</c:v>
                </c:pt>
                <c:pt idx="534">
                  <c:v>6564630000</c:v>
                </c:pt>
                <c:pt idx="535">
                  <c:v>6564530000</c:v>
                </c:pt>
                <c:pt idx="536">
                  <c:v>6564470000</c:v>
                </c:pt>
                <c:pt idx="537">
                  <c:v>6564330000</c:v>
                </c:pt>
                <c:pt idx="538">
                  <c:v>6564230000</c:v>
                </c:pt>
                <c:pt idx="539">
                  <c:v>6564120000</c:v>
                </c:pt>
                <c:pt idx="540">
                  <c:v>6564010000</c:v>
                </c:pt>
                <c:pt idx="541">
                  <c:v>6563900000</c:v>
                </c:pt>
                <c:pt idx="542">
                  <c:v>6563790000</c:v>
                </c:pt>
                <c:pt idx="543">
                  <c:v>6563670000</c:v>
                </c:pt>
                <c:pt idx="544">
                  <c:v>6563580000</c:v>
                </c:pt>
                <c:pt idx="545">
                  <c:v>6563430000</c:v>
                </c:pt>
                <c:pt idx="546">
                  <c:v>6563300000</c:v>
                </c:pt>
                <c:pt idx="547">
                  <c:v>6563190000</c:v>
                </c:pt>
                <c:pt idx="548">
                  <c:v>6563050000</c:v>
                </c:pt>
                <c:pt idx="549">
                  <c:v>6563000000</c:v>
                </c:pt>
                <c:pt idx="550">
                  <c:v>6562850000</c:v>
                </c:pt>
                <c:pt idx="551">
                  <c:v>6562730000</c:v>
                </c:pt>
                <c:pt idx="552">
                  <c:v>6562610000</c:v>
                </c:pt>
                <c:pt idx="553">
                  <c:v>6562540000</c:v>
                </c:pt>
                <c:pt idx="554">
                  <c:v>6562400000</c:v>
                </c:pt>
                <c:pt idx="555">
                  <c:v>6562210000</c:v>
                </c:pt>
                <c:pt idx="556">
                  <c:v>6562070000</c:v>
                </c:pt>
                <c:pt idx="557">
                  <c:v>6561900000</c:v>
                </c:pt>
                <c:pt idx="558">
                  <c:v>6561720000</c:v>
                </c:pt>
                <c:pt idx="559">
                  <c:v>6561600000</c:v>
                </c:pt>
                <c:pt idx="560">
                  <c:v>6561450000</c:v>
                </c:pt>
                <c:pt idx="561">
                  <c:v>6561310000</c:v>
                </c:pt>
                <c:pt idx="562">
                  <c:v>6561150000</c:v>
                </c:pt>
                <c:pt idx="563">
                  <c:v>6561040000</c:v>
                </c:pt>
                <c:pt idx="564">
                  <c:v>6560890000</c:v>
                </c:pt>
                <c:pt idx="565">
                  <c:v>6560720000</c:v>
                </c:pt>
                <c:pt idx="566">
                  <c:v>6560520000</c:v>
                </c:pt>
                <c:pt idx="567">
                  <c:v>6560320000</c:v>
                </c:pt>
                <c:pt idx="568">
                  <c:v>6560150000</c:v>
                </c:pt>
                <c:pt idx="569">
                  <c:v>6559980000</c:v>
                </c:pt>
                <c:pt idx="570">
                  <c:v>6559820000</c:v>
                </c:pt>
                <c:pt idx="571">
                  <c:v>6559590000</c:v>
                </c:pt>
                <c:pt idx="572">
                  <c:v>6559450000</c:v>
                </c:pt>
                <c:pt idx="573">
                  <c:v>6559260000</c:v>
                </c:pt>
                <c:pt idx="574">
                  <c:v>6559150000</c:v>
                </c:pt>
                <c:pt idx="575">
                  <c:v>6558950000</c:v>
                </c:pt>
                <c:pt idx="576">
                  <c:v>6558780000</c:v>
                </c:pt>
                <c:pt idx="577">
                  <c:v>6558520000</c:v>
                </c:pt>
                <c:pt idx="578">
                  <c:v>6558360000</c:v>
                </c:pt>
                <c:pt idx="579">
                  <c:v>6558140000</c:v>
                </c:pt>
                <c:pt idx="580">
                  <c:v>6557940000</c:v>
                </c:pt>
                <c:pt idx="581">
                  <c:v>6557740000</c:v>
                </c:pt>
                <c:pt idx="582">
                  <c:v>6557510000</c:v>
                </c:pt>
                <c:pt idx="583">
                  <c:v>6557310000</c:v>
                </c:pt>
                <c:pt idx="584">
                  <c:v>6557090000</c:v>
                </c:pt>
                <c:pt idx="585">
                  <c:v>6556890000</c:v>
                </c:pt>
                <c:pt idx="586">
                  <c:v>6556670000</c:v>
                </c:pt>
                <c:pt idx="587">
                  <c:v>6556460000</c:v>
                </c:pt>
                <c:pt idx="588">
                  <c:v>6556290000</c:v>
                </c:pt>
                <c:pt idx="589">
                  <c:v>6556070000</c:v>
                </c:pt>
                <c:pt idx="590">
                  <c:v>6555800000</c:v>
                </c:pt>
                <c:pt idx="591">
                  <c:v>6555530000</c:v>
                </c:pt>
                <c:pt idx="592">
                  <c:v>6555300000</c:v>
                </c:pt>
                <c:pt idx="593">
                  <c:v>6555030000</c:v>
                </c:pt>
                <c:pt idx="594">
                  <c:v>6554810000</c:v>
                </c:pt>
                <c:pt idx="595">
                  <c:v>6554470000</c:v>
                </c:pt>
                <c:pt idx="596">
                  <c:v>6554240000</c:v>
                </c:pt>
                <c:pt idx="597">
                  <c:v>6554000000</c:v>
                </c:pt>
                <c:pt idx="598">
                  <c:v>6553800000</c:v>
                </c:pt>
                <c:pt idx="599">
                  <c:v>6553490000</c:v>
                </c:pt>
                <c:pt idx="600">
                  <c:v>6553250000</c:v>
                </c:pt>
                <c:pt idx="601">
                  <c:v>6552990000</c:v>
                </c:pt>
                <c:pt idx="602">
                  <c:v>6552750000</c:v>
                </c:pt>
                <c:pt idx="603">
                  <c:v>6552520000</c:v>
                </c:pt>
                <c:pt idx="604">
                  <c:v>6552330000</c:v>
                </c:pt>
                <c:pt idx="605">
                  <c:v>6552060000</c:v>
                </c:pt>
                <c:pt idx="606">
                  <c:v>6551920000</c:v>
                </c:pt>
                <c:pt idx="607">
                  <c:v>6551640000</c:v>
                </c:pt>
                <c:pt idx="608">
                  <c:v>6551430000</c:v>
                </c:pt>
                <c:pt idx="609">
                  <c:v>6551160000</c:v>
                </c:pt>
                <c:pt idx="610">
                  <c:v>6550900000</c:v>
                </c:pt>
                <c:pt idx="611">
                  <c:v>6550710000</c:v>
                </c:pt>
                <c:pt idx="612">
                  <c:v>6550490000</c:v>
                </c:pt>
                <c:pt idx="613">
                  <c:v>6550340000</c:v>
                </c:pt>
                <c:pt idx="614">
                  <c:v>6550000000</c:v>
                </c:pt>
                <c:pt idx="615">
                  <c:v>6549730000</c:v>
                </c:pt>
                <c:pt idx="616">
                  <c:v>6549350000</c:v>
                </c:pt>
                <c:pt idx="617">
                  <c:v>6549120000</c:v>
                </c:pt>
                <c:pt idx="618">
                  <c:v>6548900000</c:v>
                </c:pt>
                <c:pt idx="619">
                  <c:v>6548510000</c:v>
                </c:pt>
                <c:pt idx="620">
                  <c:v>6548100000</c:v>
                </c:pt>
                <c:pt idx="621">
                  <c:v>6547880000</c:v>
                </c:pt>
                <c:pt idx="622">
                  <c:v>6547780000</c:v>
                </c:pt>
                <c:pt idx="623">
                  <c:v>6547520000</c:v>
                </c:pt>
                <c:pt idx="624">
                  <c:v>6547300000</c:v>
                </c:pt>
                <c:pt idx="625">
                  <c:v>6547080000</c:v>
                </c:pt>
                <c:pt idx="626">
                  <c:v>6546830000</c:v>
                </c:pt>
                <c:pt idx="627">
                  <c:v>6546410000</c:v>
                </c:pt>
                <c:pt idx="628">
                  <c:v>6546140000</c:v>
                </c:pt>
                <c:pt idx="629">
                  <c:v>6545860000</c:v>
                </c:pt>
                <c:pt idx="630">
                  <c:v>6545380000</c:v>
                </c:pt>
                <c:pt idx="631">
                  <c:v>6545280000</c:v>
                </c:pt>
                <c:pt idx="632">
                  <c:v>6544890000</c:v>
                </c:pt>
                <c:pt idx="633">
                  <c:v>6544950000</c:v>
                </c:pt>
                <c:pt idx="634">
                  <c:v>6544790000</c:v>
                </c:pt>
                <c:pt idx="635">
                  <c:v>6544440000</c:v>
                </c:pt>
                <c:pt idx="636">
                  <c:v>6543900000</c:v>
                </c:pt>
                <c:pt idx="637">
                  <c:v>6543870000</c:v>
                </c:pt>
                <c:pt idx="638">
                  <c:v>6543560000</c:v>
                </c:pt>
                <c:pt idx="639">
                  <c:v>6543300000</c:v>
                </c:pt>
                <c:pt idx="640">
                  <c:v>6543020000</c:v>
                </c:pt>
                <c:pt idx="641">
                  <c:v>6542800000</c:v>
                </c:pt>
                <c:pt idx="642">
                  <c:v>6542520000</c:v>
                </c:pt>
                <c:pt idx="643">
                  <c:v>6542270000</c:v>
                </c:pt>
                <c:pt idx="644">
                  <c:v>6542010000</c:v>
                </c:pt>
                <c:pt idx="645">
                  <c:v>6541590000</c:v>
                </c:pt>
                <c:pt idx="646">
                  <c:v>6541490000</c:v>
                </c:pt>
                <c:pt idx="647">
                  <c:v>6541240000</c:v>
                </c:pt>
                <c:pt idx="648">
                  <c:v>6540940000</c:v>
                </c:pt>
                <c:pt idx="649">
                  <c:v>6540680000</c:v>
                </c:pt>
                <c:pt idx="650">
                  <c:v>6540590000</c:v>
                </c:pt>
                <c:pt idx="651">
                  <c:v>6540270000</c:v>
                </c:pt>
                <c:pt idx="652">
                  <c:v>6539970000</c:v>
                </c:pt>
                <c:pt idx="653">
                  <c:v>6539770000</c:v>
                </c:pt>
                <c:pt idx="654">
                  <c:v>6539360000</c:v>
                </c:pt>
                <c:pt idx="655">
                  <c:v>6539130000</c:v>
                </c:pt>
                <c:pt idx="656">
                  <c:v>6538750000</c:v>
                </c:pt>
                <c:pt idx="657">
                  <c:v>6538440000</c:v>
                </c:pt>
                <c:pt idx="658">
                  <c:v>6538260000</c:v>
                </c:pt>
                <c:pt idx="659">
                  <c:v>6538050000</c:v>
                </c:pt>
                <c:pt idx="660">
                  <c:v>6537860000</c:v>
                </c:pt>
                <c:pt idx="661">
                  <c:v>6537950000</c:v>
                </c:pt>
                <c:pt idx="662">
                  <c:v>6537680000</c:v>
                </c:pt>
                <c:pt idx="663">
                  <c:v>6537450000</c:v>
                </c:pt>
                <c:pt idx="664">
                  <c:v>6537340000</c:v>
                </c:pt>
                <c:pt idx="665">
                  <c:v>6537110000</c:v>
                </c:pt>
                <c:pt idx="666">
                  <c:v>6537040000</c:v>
                </c:pt>
                <c:pt idx="667">
                  <c:v>6536730000</c:v>
                </c:pt>
                <c:pt idx="668">
                  <c:v>6536590000</c:v>
                </c:pt>
                <c:pt idx="669">
                  <c:v>6536350000</c:v>
                </c:pt>
                <c:pt idx="670">
                  <c:v>6536120000</c:v>
                </c:pt>
                <c:pt idx="671">
                  <c:v>6536110000</c:v>
                </c:pt>
                <c:pt idx="672">
                  <c:v>6535800000</c:v>
                </c:pt>
                <c:pt idx="673">
                  <c:v>6535530000</c:v>
                </c:pt>
                <c:pt idx="674">
                  <c:v>6535450000</c:v>
                </c:pt>
                <c:pt idx="675">
                  <c:v>6535220000</c:v>
                </c:pt>
                <c:pt idx="676">
                  <c:v>6535020000</c:v>
                </c:pt>
                <c:pt idx="677">
                  <c:v>6534870000</c:v>
                </c:pt>
                <c:pt idx="678">
                  <c:v>6534590000</c:v>
                </c:pt>
                <c:pt idx="679">
                  <c:v>6534530000</c:v>
                </c:pt>
                <c:pt idx="680">
                  <c:v>6534180000</c:v>
                </c:pt>
                <c:pt idx="681">
                  <c:v>6534060000</c:v>
                </c:pt>
                <c:pt idx="682">
                  <c:v>6533880000</c:v>
                </c:pt>
                <c:pt idx="683">
                  <c:v>6533920000</c:v>
                </c:pt>
                <c:pt idx="684">
                  <c:v>6533500000</c:v>
                </c:pt>
                <c:pt idx="685">
                  <c:v>6533230000</c:v>
                </c:pt>
                <c:pt idx="686">
                  <c:v>6533100000</c:v>
                </c:pt>
                <c:pt idx="687">
                  <c:v>6533020000</c:v>
                </c:pt>
                <c:pt idx="688">
                  <c:v>6532680000</c:v>
                </c:pt>
                <c:pt idx="689">
                  <c:v>6532500000</c:v>
                </c:pt>
                <c:pt idx="690">
                  <c:v>6532360000</c:v>
                </c:pt>
                <c:pt idx="691">
                  <c:v>6532330000</c:v>
                </c:pt>
                <c:pt idx="692">
                  <c:v>6532080000</c:v>
                </c:pt>
                <c:pt idx="693">
                  <c:v>6532050000</c:v>
                </c:pt>
                <c:pt idx="694">
                  <c:v>6531830000</c:v>
                </c:pt>
                <c:pt idx="695">
                  <c:v>6531820000</c:v>
                </c:pt>
                <c:pt idx="696">
                  <c:v>6531470000</c:v>
                </c:pt>
                <c:pt idx="697">
                  <c:v>6531390000</c:v>
                </c:pt>
                <c:pt idx="698">
                  <c:v>6531170000</c:v>
                </c:pt>
                <c:pt idx="699">
                  <c:v>6531160000</c:v>
                </c:pt>
                <c:pt idx="700">
                  <c:v>6530850000</c:v>
                </c:pt>
                <c:pt idx="701">
                  <c:v>6530650000</c:v>
                </c:pt>
                <c:pt idx="702">
                  <c:v>6530780000</c:v>
                </c:pt>
                <c:pt idx="703">
                  <c:v>6530660000</c:v>
                </c:pt>
                <c:pt idx="704">
                  <c:v>6530400000</c:v>
                </c:pt>
                <c:pt idx="705">
                  <c:v>6530390000</c:v>
                </c:pt>
                <c:pt idx="706">
                  <c:v>6530110000</c:v>
                </c:pt>
                <c:pt idx="707">
                  <c:v>6530110000</c:v>
                </c:pt>
                <c:pt idx="708">
                  <c:v>6529880000</c:v>
                </c:pt>
                <c:pt idx="709">
                  <c:v>6529640000</c:v>
                </c:pt>
                <c:pt idx="710">
                  <c:v>6529680000</c:v>
                </c:pt>
                <c:pt idx="711">
                  <c:v>6529550000</c:v>
                </c:pt>
                <c:pt idx="712">
                  <c:v>6529590000</c:v>
                </c:pt>
                <c:pt idx="713">
                  <c:v>6529300000</c:v>
                </c:pt>
                <c:pt idx="714">
                  <c:v>6529210000</c:v>
                </c:pt>
                <c:pt idx="715">
                  <c:v>6529060000</c:v>
                </c:pt>
                <c:pt idx="716">
                  <c:v>6528860000</c:v>
                </c:pt>
                <c:pt idx="717">
                  <c:v>6528940000</c:v>
                </c:pt>
                <c:pt idx="718">
                  <c:v>6528880000</c:v>
                </c:pt>
                <c:pt idx="719">
                  <c:v>6528830000</c:v>
                </c:pt>
                <c:pt idx="720">
                  <c:v>6528650000</c:v>
                </c:pt>
                <c:pt idx="721">
                  <c:v>6528610000</c:v>
                </c:pt>
                <c:pt idx="722">
                  <c:v>6528540000</c:v>
                </c:pt>
                <c:pt idx="723">
                  <c:v>6528450000</c:v>
                </c:pt>
                <c:pt idx="724">
                  <c:v>6528420000</c:v>
                </c:pt>
                <c:pt idx="725">
                  <c:v>6528320000</c:v>
                </c:pt>
                <c:pt idx="726">
                  <c:v>6528260000</c:v>
                </c:pt>
                <c:pt idx="727">
                  <c:v>6528260000</c:v>
                </c:pt>
                <c:pt idx="728">
                  <c:v>6528140000</c:v>
                </c:pt>
                <c:pt idx="729">
                  <c:v>6528140000</c:v>
                </c:pt>
                <c:pt idx="730">
                  <c:v>6528140000</c:v>
                </c:pt>
                <c:pt idx="731">
                  <c:v>6527940000</c:v>
                </c:pt>
                <c:pt idx="732">
                  <c:v>6528060000</c:v>
                </c:pt>
                <c:pt idx="733">
                  <c:v>6527910000</c:v>
                </c:pt>
                <c:pt idx="734">
                  <c:v>6527980000</c:v>
                </c:pt>
                <c:pt idx="735">
                  <c:v>6527940000</c:v>
                </c:pt>
                <c:pt idx="736">
                  <c:v>6527750000</c:v>
                </c:pt>
                <c:pt idx="737">
                  <c:v>6527710000</c:v>
                </c:pt>
                <c:pt idx="738">
                  <c:v>6527650000</c:v>
                </c:pt>
                <c:pt idx="739">
                  <c:v>6527620000</c:v>
                </c:pt>
                <c:pt idx="740">
                  <c:v>6527340000</c:v>
                </c:pt>
                <c:pt idx="741">
                  <c:v>6527540000</c:v>
                </c:pt>
                <c:pt idx="742">
                  <c:v>6527540000</c:v>
                </c:pt>
                <c:pt idx="743">
                  <c:v>6527340000</c:v>
                </c:pt>
                <c:pt idx="744">
                  <c:v>6527460000</c:v>
                </c:pt>
                <c:pt idx="745">
                  <c:v>6527460000</c:v>
                </c:pt>
                <c:pt idx="746">
                  <c:v>6527340000</c:v>
                </c:pt>
                <c:pt idx="747">
                  <c:v>6527370000</c:v>
                </c:pt>
                <c:pt idx="748">
                  <c:v>6527080000</c:v>
                </c:pt>
                <c:pt idx="749">
                  <c:v>6527210000</c:v>
                </c:pt>
                <c:pt idx="750">
                  <c:v>6527230000</c:v>
                </c:pt>
                <c:pt idx="751">
                  <c:v>6527160000</c:v>
                </c:pt>
                <c:pt idx="752">
                  <c:v>6527070000</c:v>
                </c:pt>
                <c:pt idx="753">
                  <c:v>6526980000</c:v>
                </c:pt>
                <c:pt idx="754">
                  <c:v>6526980000</c:v>
                </c:pt>
                <c:pt idx="755">
                  <c:v>6526980000</c:v>
                </c:pt>
                <c:pt idx="756">
                  <c:v>6526940000</c:v>
                </c:pt>
                <c:pt idx="757">
                  <c:v>6526870000</c:v>
                </c:pt>
                <c:pt idx="758">
                  <c:v>6526990000</c:v>
                </c:pt>
                <c:pt idx="759">
                  <c:v>6526830000</c:v>
                </c:pt>
                <c:pt idx="760">
                  <c:v>6526810000</c:v>
                </c:pt>
                <c:pt idx="761">
                  <c:v>6526840000</c:v>
                </c:pt>
                <c:pt idx="762">
                  <c:v>6526890000</c:v>
                </c:pt>
                <c:pt idx="763">
                  <c:v>6526960000</c:v>
                </c:pt>
                <c:pt idx="764">
                  <c:v>6526970000</c:v>
                </c:pt>
                <c:pt idx="765">
                  <c:v>6526860000</c:v>
                </c:pt>
                <c:pt idx="766">
                  <c:v>6526850000</c:v>
                </c:pt>
                <c:pt idx="767">
                  <c:v>6526820000</c:v>
                </c:pt>
                <c:pt idx="768">
                  <c:v>6526880000</c:v>
                </c:pt>
                <c:pt idx="769">
                  <c:v>6526880000</c:v>
                </c:pt>
                <c:pt idx="770">
                  <c:v>6526890000</c:v>
                </c:pt>
                <c:pt idx="771">
                  <c:v>6526900000</c:v>
                </c:pt>
                <c:pt idx="772">
                  <c:v>6526800000</c:v>
                </c:pt>
                <c:pt idx="773">
                  <c:v>6526830000</c:v>
                </c:pt>
                <c:pt idx="774">
                  <c:v>6526630000</c:v>
                </c:pt>
                <c:pt idx="775">
                  <c:v>6526790000</c:v>
                </c:pt>
                <c:pt idx="776">
                  <c:v>6526780000</c:v>
                </c:pt>
                <c:pt idx="777">
                  <c:v>6526880000</c:v>
                </c:pt>
                <c:pt idx="778">
                  <c:v>6526880000</c:v>
                </c:pt>
                <c:pt idx="779">
                  <c:v>6526770000</c:v>
                </c:pt>
                <c:pt idx="780">
                  <c:v>6526790000</c:v>
                </c:pt>
                <c:pt idx="781">
                  <c:v>6526670000</c:v>
                </c:pt>
                <c:pt idx="782">
                  <c:v>6526690000</c:v>
                </c:pt>
                <c:pt idx="783">
                  <c:v>6526770000</c:v>
                </c:pt>
                <c:pt idx="784">
                  <c:v>6526660000</c:v>
                </c:pt>
                <c:pt idx="785">
                  <c:v>6526660000</c:v>
                </c:pt>
                <c:pt idx="786">
                  <c:v>6526760000</c:v>
                </c:pt>
                <c:pt idx="787">
                  <c:v>6526630000</c:v>
                </c:pt>
                <c:pt idx="788">
                  <c:v>6526570000</c:v>
                </c:pt>
                <c:pt idx="789">
                  <c:v>6526660000</c:v>
                </c:pt>
                <c:pt idx="790">
                  <c:v>6526800000</c:v>
                </c:pt>
                <c:pt idx="791">
                  <c:v>6526830000</c:v>
                </c:pt>
                <c:pt idx="792">
                  <c:v>6526670000</c:v>
                </c:pt>
                <c:pt idx="793">
                  <c:v>6526740000</c:v>
                </c:pt>
                <c:pt idx="794">
                  <c:v>6526940000</c:v>
                </c:pt>
                <c:pt idx="795">
                  <c:v>6526810000</c:v>
                </c:pt>
                <c:pt idx="796">
                  <c:v>6526950000</c:v>
                </c:pt>
                <c:pt idx="797">
                  <c:v>6526840000</c:v>
                </c:pt>
                <c:pt idx="798">
                  <c:v>6526860000</c:v>
                </c:pt>
                <c:pt idx="799">
                  <c:v>6526940000</c:v>
                </c:pt>
                <c:pt idx="800">
                  <c:v>6527010000</c:v>
                </c:pt>
                <c:pt idx="801">
                  <c:v>6527000000</c:v>
                </c:pt>
                <c:pt idx="802">
                  <c:v>6527070000</c:v>
                </c:pt>
                <c:pt idx="803">
                  <c:v>6526970000</c:v>
                </c:pt>
                <c:pt idx="804">
                  <c:v>6527100000</c:v>
                </c:pt>
                <c:pt idx="805">
                  <c:v>6527080000</c:v>
                </c:pt>
                <c:pt idx="806">
                  <c:v>6527090000</c:v>
                </c:pt>
                <c:pt idx="807">
                  <c:v>6527190000</c:v>
                </c:pt>
                <c:pt idx="808">
                  <c:v>6527100000</c:v>
                </c:pt>
                <c:pt idx="809">
                  <c:v>6527100000</c:v>
                </c:pt>
                <c:pt idx="810">
                  <c:v>6527080000</c:v>
                </c:pt>
                <c:pt idx="811">
                  <c:v>6526910000</c:v>
                </c:pt>
                <c:pt idx="812">
                  <c:v>6526930000</c:v>
                </c:pt>
                <c:pt idx="813">
                  <c:v>6527060000</c:v>
                </c:pt>
                <c:pt idx="814">
                  <c:v>6527110000</c:v>
                </c:pt>
                <c:pt idx="815">
                  <c:v>6527240000</c:v>
                </c:pt>
                <c:pt idx="816">
                  <c:v>6527150000</c:v>
                </c:pt>
                <c:pt idx="817">
                  <c:v>6527060000</c:v>
                </c:pt>
                <c:pt idx="818">
                  <c:v>6527270000</c:v>
                </c:pt>
                <c:pt idx="819">
                  <c:v>6527280000</c:v>
                </c:pt>
                <c:pt idx="820">
                  <c:v>6527360000</c:v>
                </c:pt>
                <c:pt idx="821">
                  <c:v>6527340000</c:v>
                </c:pt>
                <c:pt idx="822">
                  <c:v>6527390000</c:v>
                </c:pt>
                <c:pt idx="823">
                  <c:v>6527470000</c:v>
                </c:pt>
                <c:pt idx="824">
                  <c:v>6527600000</c:v>
                </c:pt>
                <c:pt idx="825">
                  <c:v>6527640000</c:v>
                </c:pt>
                <c:pt idx="826">
                  <c:v>6527660000</c:v>
                </c:pt>
                <c:pt idx="827">
                  <c:v>6527650000</c:v>
                </c:pt>
                <c:pt idx="828">
                  <c:v>6527660000</c:v>
                </c:pt>
                <c:pt idx="829">
                  <c:v>6527880000</c:v>
                </c:pt>
                <c:pt idx="830">
                  <c:v>6527840000</c:v>
                </c:pt>
                <c:pt idx="831">
                  <c:v>6527850000</c:v>
                </c:pt>
                <c:pt idx="832">
                  <c:v>6527780000</c:v>
                </c:pt>
                <c:pt idx="833">
                  <c:v>6527890000</c:v>
                </c:pt>
                <c:pt idx="834">
                  <c:v>6527870000</c:v>
                </c:pt>
                <c:pt idx="835">
                  <c:v>6527990000</c:v>
                </c:pt>
                <c:pt idx="836">
                  <c:v>6527910000</c:v>
                </c:pt>
                <c:pt idx="837">
                  <c:v>6527870000</c:v>
                </c:pt>
                <c:pt idx="838">
                  <c:v>6528060000</c:v>
                </c:pt>
                <c:pt idx="839">
                  <c:v>6528030000</c:v>
                </c:pt>
                <c:pt idx="840">
                  <c:v>6528160000</c:v>
                </c:pt>
                <c:pt idx="841">
                  <c:v>6528140000</c:v>
                </c:pt>
                <c:pt idx="842">
                  <c:v>6528030000</c:v>
                </c:pt>
                <c:pt idx="843">
                  <c:v>6528200000</c:v>
                </c:pt>
                <c:pt idx="844">
                  <c:v>6528370000</c:v>
                </c:pt>
                <c:pt idx="845">
                  <c:v>6528250000</c:v>
                </c:pt>
                <c:pt idx="846">
                  <c:v>6528230000</c:v>
                </c:pt>
                <c:pt idx="847">
                  <c:v>6528390000</c:v>
                </c:pt>
                <c:pt idx="848">
                  <c:v>6528400000</c:v>
                </c:pt>
                <c:pt idx="849">
                  <c:v>6528590000</c:v>
                </c:pt>
                <c:pt idx="850">
                  <c:v>6528600000</c:v>
                </c:pt>
                <c:pt idx="851">
                  <c:v>6528680000</c:v>
                </c:pt>
                <c:pt idx="852">
                  <c:v>6528630000</c:v>
                </c:pt>
                <c:pt idx="853">
                  <c:v>6528670000</c:v>
                </c:pt>
                <c:pt idx="854">
                  <c:v>6528640000</c:v>
                </c:pt>
                <c:pt idx="855">
                  <c:v>6528550000</c:v>
                </c:pt>
                <c:pt idx="856">
                  <c:v>6528730000</c:v>
                </c:pt>
                <c:pt idx="857">
                  <c:v>6528500000</c:v>
                </c:pt>
                <c:pt idx="858">
                  <c:v>6528410000</c:v>
                </c:pt>
                <c:pt idx="859">
                  <c:v>6528750000</c:v>
                </c:pt>
                <c:pt idx="860">
                  <c:v>6528680000</c:v>
                </c:pt>
                <c:pt idx="861">
                  <c:v>6528670000</c:v>
                </c:pt>
                <c:pt idx="862">
                  <c:v>6528670000</c:v>
                </c:pt>
                <c:pt idx="863">
                  <c:v>6528780000</c:v>
                </c:pt>
                <c:pt idx="864">
                  <c:v>6528750000</c:v>
                </c:pt>
                <c:pt idx="865">
                  <c:v>6528890000</c:v>
                </c:pt>
                <c:pt idx="866">
                  <c:v>6529130000</c:v>
                </c:pt>
                <c:pt idx="867">
                  <c:v>6529170000</c:v>
                </c:pt>
                <c:pt idx="868">
                  <c:v>6529110000</c:v>
                </c:pt>
                <c:pt idx="869">
                  <c:v>6529260000</c:v>
                </c:pt>
                <c:pt idx="870">
                  <c:v>6529590000</c:v>
                </c:pt>
                <c:pt idx="871">
                  <c:v>6529470000</c:v>
                </c:pt>
                <c:pt idx="872">
                  <c:v>6529410000</c:v>
                </c:pt>
                <c:pt idx="873">
                  <c:v>6529520000</c:v>
                </c:pt>
                <c:pt idx="874">
                  <c:v>6529590000</c:v>
                </c:pt>
                <c:pt idx="875">
                  <c:v>6529530000</c:v>
                </c:pt>
                <c:pt idx="876">
                  <c:v>6529600000</c:v>
                </c:pt>
                <c:pt idx="877">
                  <c:v>6529840000</c:v>
                </c:pt>
                <c:pt idx="878">
                  <c:v>6529880000</c:v>
                </c:pt>
                <c:pt idx="879">
                  <c:v>6529950000</c:v>
                </c:pt>
                <c:pt idx="880">
                  <c:v>6529970000</c:v>
                </c:pt>
                <c:pt idx="881">
                  <c:v>6530140000</c:v>
                </c:pt>
                <c:pt idx="882">
                  <c:v>6530140000</c:v>
                </c:pt>
                <c:pt idx="883">
                  <c:v>6530230000</c:v>
                </c:pt>
                <c:pt idx="884">
                  <c:v>6530270000</c:v>
                </c:pt>
                <c:pt idx="885">
                  <c:v>6530610000</c:v>
                </c:pt>
                <c:pt idx="886">
                  <c:v>6530630000</c:v>
                </c:pt>
                <c:pt idx="887">
                  <c:v>6530560000</c:v>
                </c:pt>
                <c:pt idx="888">
                  <c:v>6530660000</c:v>
                </c:pt>
                <c:pt idx="889">
                  <c:v>6530900000</c:v>
                </c:pt>
                <c:pt idx="890">
                  <c:v>6530930000</c:v>
                </c:pt>
                <c:pt idx="891">
                  <c:v>6530950000</c:v>
                </c:pt>
                <c:pt idx="892">
                  <c:v>6530840000</c:v>
                </c:pt>
                <c:pt idx="893">
                  <c:v>6530980000</c:v>
                </c:pt>
                <c:pt idx="894">
                  <c:v>6531260000</c:v>
                </c:pt>
                <c:pt idx="895">
                  <c:v>6531330000</c:v>
                </c:pt>
                <c:pt idx="896">
                  <c:v>6531400000</c:v>
                </c:pt>
                <c:pt idx="897">
                  <c:v>6531450000</c:v>
                </c:pt>
                <c:pt idx="898">
                  <c:v>6531500000</c:v>
                </c:pt>
                <c:pt idx="899">
                  <c:v>6531700000</c:v>
                </c:pt>
                <c:pt idx="900">
                  <c:v>6531950000</c:v>
                </c:pt>
                <c:pt idx="901">
                  <c:v>6531830000</c:v>
                </c:pt>
                <c:pt idx="902">
                  <c:v>6531880000</c:v>
                </c:pt>
                <c:pt idx="903">
                  <c:v>6532070000</c:v>
                </c:pt>
                <c:pt idx="904">
                  <c:v>6532570000</c:v>
                </c:pt>
                <c:pt idx="905">
                  <c:v>6532600000</c:v>
                </c:pt>
                <c:pt idx="906">
                  <c:v>6532520000</c:v>
                </c:pt>
                <c:pt idx="907">
                  <c:v>6532550000</c:v>
                </c:pt>
                <c:pt idx="908">
                  <c:v>6532430000</c:v>
                </c:pt>
                <c:pt idx="909">
                  <c:v>6532710000</c:v>
                </c:pt>
                <c:pt idx="910">
                  <c:v>6532730000</c:v>
                </c:pt>
                <c:pt idx="911">
                  <c:v>6532880000</c:v>
                </c:pt>
                <c:pt idx="912">
                  <c:v>6533020000</c:v>
                </c:pt>
                <c:pt idx="913">
                  <c:v>6533300000</c:v>
                </c:pt>
                <c:pt idx="914">
                  <c:v>6533470000</c:v>
                </c:pt>
                <c:pt idx="915">
                  <c:v>6533570000</c:v>
                </c:pt>
                <c:pt idx="916">
                  <c:v>6533540000</c:v>
                </c:pt>
                <c:pt idx="917">
                  <c:v>6533920000</c:v>
                </c:pt>
                <c:pt idx="918">
                  <c:v>6534150000</c:v>
                </c:pt>
                <c:pt idx="919">
                  <c:v>6534070000</c:v>
                </c:pt>
                <c:pt idx="920">
                  <c:v>6534200000</c:v>
                </c:pt>
                <c:pt idx="921">
                  <c:v>6534370000</c:v>
                </c:pt>
                <c:pt idx="922">
                  <c:v>6534490000</c:v>
                </c:pt>
                <c:pt idx="923">
                  <c:v>6534650000</c:v>
                </c:pt>
                <c:pt idx="924">
                  <c:v>6534850000</c:v>
                </c:pt>
                <c:pt idx="925">
                  <c:v>6534840000</c:v>
                </c:pt>
                <c:pt idx="926">
                  <c:v>6534980000</c:v>
                </c:pt>
                <c:pt idx="927">
                  <c:v>6535380000</c:v>
                </c:pt>
                <c:pt idx="928">
                  <c:v>6535200000</c:v>
                </c:pt>
                <c:pt idx="929">
                  <c:v>6535490000</c:v>
                </c:pt>
                <c:pt idx="930">
                  <c:v>6535680000</c:v>
                </c:pt>
                <c:pt idx="931">
                  <c:v>6535810000</c:v>
                </c:pt>
                <c:pt idx="932">
                  <c:v>6535850000</c:v>
                </c:pt>
                <c:pt idx="933">
                  <c:v>6535960000</c:v>
                </c:pt>
                <c:pt idx="934">
                  <c:v>6536010000</c:v>
                </c:pt>
                <c:pt idx="935">
                  <c:v>6536170000</c:v>
                </c:pt>
                <c:pt idx="936">
                  <c:v>6536610000</c:v>
                </c:pt>
                <c:pt idx="937">
                  <c:v>6536520000</c:v>
                </c:pt>
                <c:pt idx="938">
                  <c:v>6536610000</c:v>
                </c:pt>
                <c:pt idx="939">
                  <c:v>6536640000</c:v>
                </c:pt>
                <c:pt idx="940">
                  <c:v>6537000000</c:v>
                </c:pt>
                <c:pt idx="941">
                  <c:v>6537080000</c:v>
                </c:pt>
                <c:pt idx="942">
                  <c:v>6537290000</c:v>
                </c:pt>
                <c:pt idx="943">
                  <c:v>6537430000</c:v>
                </c:pt>
                <c:pt idx="944">
                  <c:v>6537550000</c:v>
                </c:pt>
                <c:pt idx="945">
                  <c:v>6537880000</c:v>
                </c:pt>
                <c:pt idx="946">
                  <c:v>6538110000</c:v>
                </c:pt>
                <c:pt idx="947">
                  <c:v>6538140000</c:v>
                </c:pt>
                <c:pt idx="948">
                  <c:v>6538070000</c:v>
                </c:pt>
                <c:pt idx="949">
                  <c:v>6538640000</c:v>
                </c:pt>
                <c:pt idx="950">
                  <c:v>6538600000</c:v>
                </c:pt>
                <c:pt idx="951">
                  <c:v>6538690000</c:v>
                </c:pt>
                <c:pt idx="952">
                  <c:v>6538860000</c:v>
                </c:pt>
                <c:pt idx="953">
                  <c:v>6538930000</c:v>
                </c:pt>
                <c:pt idx="954">
                  <c:v>6539220000</c:v>
                </c:pt>
                <c:pt idx="955">
                  <c:v>6539270000</c:v>
                </c:pt>
                <c:pt idx="956">
                  <c:v>6539720000</c:v>
                </c:pt>
                <c:pt idx="957">
                  <c:v>6539810000</c:v>
                </c:pt>
                <c:pt idx="958">
                  <c:v>6539940000</c:v>
                </c:pt>
                <c:pt idx="959">
                  <c:v>6540160000</c:v>
                </c:pt>
                <c:pt idx="960">
                  <c:v>6540390000</c:v>
                </c:pt>
                <c:pt idx="961">
                  <c:v>6540530000</c:v>
                </c:pt>
                <c:pt idx="962">
                  <c:v>6540740000</c:v>
                </c:pt>
                <c:pt idx="963">
                  <c:v>6540920000</c:v>
                </c:pt>
                <c:pt idx="964">
                  <c:v>6541240000</c:v>
                </c:pt>
                <c:pt idx="965">
                  <c:v>6541270000</c:v>
                </c:pt>
                <c:pt idx="966">
                  <c:v>6541390000</c:v>
                </c:pt>
                <c:pt idx="967">
                  <c:v>6541790000</c:v>
                </c:pt>
                <c:pt idx="968">
                  <c:v>6541740000</c:v>
                </c:pt>
                <c:pt idx="969">
                  <c:v>6541950000</c:v>
                </c:pt>
                <c:pt idx="970">
                  <c:v>6542300000</c:v>
                </c:pt>
                <c:pt idx="971">
                  <c:v>6542530000</c:v>
                </c:pt>
                <c:pt idx="972">
                  <c:v>6542860000</c:v>
                </c:pt>
                <c:pt idx="973">
                  <c:v>6542910000</c:v>
                </c:pt>
                <c:pt idx="974">
                  <c:v>6543240000</c:v>
                </c:pt>
                <c:pt idx="975">
                  <c:v>6543600000</c:v>
                </c:pt>
                <c:pt idx="976">
                  <c:v>6543910000</c:v>
                </c:pt>
                <c:pt idx="977">
                  <c:v>6544170000</c:v>
                </c:pt>
                <c:pt idx="978">
                  <c:v>6544630000</c:v>
                </c:pt>
                <c:pt idx="979">
                  <c:v>6544480000</c:v>
                </c:pt>
                <c:pt idx="980">
                  <c:v>6544890000</c:v>
                </c:pt>
                <c:pt idx="981">
                  <c:v>6544950000</c:v>
                </c:pt>
                <c:pt idx="982">
                  <c:v>6545100000</c:v>
                </c:pt>
                <c:pt idx="983">
                  <c:v>6545460000</c:v>
                </c:pt>
                <c:pt idx="984">
                  <c:v>6545670000</c:v>
                </c:pt>
                <c:pt idx="985">
                  <c:v>6546000000</c:v>
                </c:pt>
                <c:pt idx="986">
                  <c:v>6546070000</c:v>
                </c:pt>
                <c:pt idx="987">
                  <c:v>6546470000</c:v>
                </c:pt>
                <c:pt idx="988">
                  <c:v>6546910000</c:v>
                </c:pt>
                <c:pt idx="989">
                  <c:v>6546850000</c:v>
                </c:pt>
                <c:pt idx="990">
                  <c:v>6547140000</c:v>
                </c:pt>
                <c:pt idx="991">
                  <c:v>6547440000</c:v>
                </c:pt>
                <c:pt idx="992">
                  <c:v>6548050000</c:v>
                </c:pt>
                <c:pt idx="993">
                  <c:v>6548200000</c:v>
                </c:pt>
                <c:pt idx="994">
                  <c:v>6548130000</c:v>
                </c:pt>
                <c:pt idx="995">
                  <c:v>6548690000</c:v>
                </c:pt>
                <c:pt idx="996">
                  <c:v>6548860000</c:v>
                </c:pt>
                <c:pt idx="997">
                  <c:v>6549530000</c:v>
                </c:pt>
                <c:pt idx="998">
                  <c:v>6549570000</c:v>
                </c:pt>
                <c:pt idx="999">
                  <c:v>6549870000</c:v>
                </c:pt>
                <c:pt idx="1000">
                  <c:v>6550020000</c:v>
                </c:pt>
                <c:pt idx="1001">
                  <c:v>6550190000</c:v>
                </c:pt>
                <c:pt idx="1002">
                  <c:v>6550600000</c:v>
                </c:pt>
                <c:pt idx="1003">
                  <c:v>6551170000</c:v>
                </c:pt>
                <c:pt idx="1004">
                  <c:v>6550950000</c:v>
                </c:pt>
                <c:pt idx="1005">
                  <c:v>6551650000</c:v>
                </c:pt>
                <c:pt idx="1006">
                  <c:v>6551540000</c:v>
                </c:pt>
                <c:pt idx="1007">
                  <c:v>6551790000</c:v>
                </c:pt>
                <c:pt idx="1008">
                  <c:v>6552340000</c:v>
                </c:pt>
                <c:pt idx="1009">
                  <c:v>6552560000</c:v>
                </c:pt>
                <c:pt idx="1010">
                  <c:v>6553230000</c:v>
                </c:pt>
                <c:pt idx="1011">
                  <c:v>6553330000</c:v>
                </c:pt>
                <c:pt idx="1012">
                  <c:v>6553500000</c:v>
                </c:pt>
                <c:pt idx="1013">
                  <c:v>6554100000</c:v>
                </c:pt>
                <c:pt idx="1014">
                  <c:v>6554240000</c:v>
                </c:pt>
                <c:pt idx="1015">
                  <c:v>6554630000</c:v>
                </c:pt>
                <c:pt idx="1016">
                  <c:v>6554990000</c:v>
                </c:pt>
                <c:pt idx="1017">
                  <c:v>6555580000</c:v>
                </c:pt>
                <c:pt idx="1018">
                  <c:v>6556120000</c:v>
                </c:pt>
                <c:pt idx="1019">
                  <c:v>6556080000</c:v>
                </c:pt>
                <c:pt idx="1020">
                  <c:v>6556780000</c:v>
                </c:pt>
                <c:pt idx="1021">
                  <c:v>6557110000</c:v>
                </c:pt>
                <c:pt idx="1022">
                  <c:v>6557770000</c:v>
                </c:pt>
                <c:pt idx="1023">
                  <c:v>6558280000</c:v>
                </c:pt>
                <c:pt idx="1024">
                  <c:v>6558410000</c:v>
                </c:pt>
                <c:pt idx="1025">
                  <c:v>6558670000</c:v>
                </c:pt>
                <c:pt idx="1026">
                  <c:v>6559090000</c:v>
                </c:pt>
                <c:pt idx="1027">
                  <c:v>6559780000</c:v>
                </c:pt>
                <c:pt idx="1028">
                  <c:v>6560250000</c:v>
                </c:pt>
                <c:pt idx="1029">
                  <c:v>6560600000</c:v>
                </c:pt>
                <c:pt idx="1030">
                  <c:v>6560850000</c:v>
                </c:pt>
                <c:pt idx="1031">
                  <c:v>6561530000</c:v>
                </c:pt>
                <c:pt idx="1032">
                  <c:v>6561650000</c:v>
                </c:pt>
                <c:pt idx="1033">
                  <c:v>6562360000</c:v>
                </c:pt>
                <c:pt idx="1034">
                  <c:v>6562800000</c:v>
                </c:pt>
                <c:pt idx="1035">
                  <c:v>6563510000</c:v>
                </c:pt>
                <c:pt idx="1036">
                  <c:v>6563780000</c:v>
                </c:pt>
                <c:pt idx="1037">
                  <c:v>6564090000</c:v>
                </c:pt>
                <c:pt idx="1038">
                  <c:v>6564620000</c:v>
                </c:pt>
                <c:pt idx="1039">
                  <c:v>6565160000</c:v>
                </c:pt>
                <c:pt idx="1040">
                  <c:v>6565560000</c:v>
                </c:pt>
                <c:pt idx="1041">
                  <c:v>6565870000</c:v>
                </c:pt>
                <c:pt idx="1042">
                  <c:v>6566380000</c:v>
                </c:pt>
                <c:pt idx="1043">
                  <c:v>6566980000</c:v>
                </c:pt>
                <c:pt idx="1044">
                  <c:v>6567270000</c:v>
                </c:pt>
                <c:pt idx="1045">
                  <c:v>6567700000</c:v>
                </c:pt>
                <c:pt idx="1046">
                  <c:v>6568460000</c:v>
                </c:pt>
                <c:pt idx="1047">
                  <c:v>6568860000</c:v>
                </c:pt>
                <c:pt idx="1048">
                  <c:v>6568890000</c:v>
                </c:pt>
                <c:pt idx="1049">
                  <c:v>6569390000</c:v>
                </c:pt>
                <c:pt idx="1050">
                  <c:v>6569830000</c:v>
                </c:pt>
                <c:pt idx="1051">
                  <c:v>6570880000</c:v>
                </c:pt>
                <c:pt idx="1052">
                  <c:v>6571050000</c:v>
                </c:pt>
                <c:pt idx="1053">
                  <c:v>6571960000</c:v>
                </c:pt>
                <c:pt idx="1054">
                  <c:v>6572410000</c:v>
                </c:pt>
                <c:pt idx="1055">
                  <c:v>6572640000</c:v>
                </c:pt>
                <c:pt idx="1056">
                  <c:v>6573450000</c:v>
                </c:pt>
                <c:pt idx="1057">
                  <c:v>6573950000</c:v>
                </c:pt>
                <c:pt idx="1058">
                  <c:v>6574670000</c:v>
                </c:pt>
                <c:pt idx="1059">
                  <c:v>6574950000</c:v>
                </c:pt>
                <c:pt idx="1060">
                  <c:v>6575370000</c:v>
                </c:pt>
                <c:pt idx="1061">
                  <c:v>6576340000</c:v>
                </c:pt>
                <c:pt idx="1062">
                  <c:v>6576900000</c:v>
                </c:pt>
                <c:pt idx="1063">
                  <c:v>6577660000</c:v>
                </c:pt>
                <c:pt idx="1064">
                  <c:v>6578380000</c:v>
                </c:pt>
                <c:pt idx="1065">
                  <c:v>6578760000</c:v>
                </c:pt>
                <c:pt idx="1066">
                  <c:v>6579420000</c:v>
                </c:pt>
                <c:pt idx="1067">
                  <c:v>6579920000</c:v>
                </c:pt>
                <c:pt idx="1068">
                  <c:v>6580860000</c:v>
                </c:pt>
                <c:pt idx="1069">
                  <c:v>6581050000</c:v>
                </c:pt>
                <c:pt idx="1070">
                  <c:v>6581750000</c:v>
                </c:pt>
                <c:pt idx="1071">
                  <c:v>6582180000</c:v>
                </c:pt>
                <c:pt idx="1072">
                  <c:v>6583220000</c:v>
                </c:pt>
                <c:pt idx="1073">
                  <c:v>6583720000</c:v>
                </c:pt>
                <c:pt idx="1074">
                  <c:v>6584610000</c:v>
                </c:pt>
                <c:pt idx="1075">
                  <c:v>6585310000</c:v>
                </c:pt>
                <c:pt idx="1076">
                  <c:v>6585820000</c:v>
                </c:pt>
                <c:pt idx="1077">
                  <c:v>6586530000</c:v>
                </c:pt>
                <c:pt idx="1078">
                  <c:v>6587260000</c:v>
                </c:pt>
                <c:pt idx="1079">
                  <c:v>6588010000</c:v>
                </c:pt>
                <c:pt idx="1080">
                  <c:v>6588710000</c:v>
                </c:pt>
                <c:pt idx="1081">
                  <c:v>6589290000</c:v>
                </c:pt>
                <c:pt idx="1082">
                  <c:v>6589950000</c:v>
                </c:pt>
                <c:pt idx="1083">
                  <c:v>6590480000</c:v>
                </c:pt>
                <c:pt idx="1084">
                  <c:v>6591520000</c:v>
                </c:pt>
                <c:pt idx="1085">
                  <c:v>6592160000</c:v>
                </c:pt>
                <c:pt idx="1086">
                  <c:v>6592890000</c:v>
                </c:pt>
                <c:pt idx="1087">
                  <c:v>6593740000</c:v>
                </c:pt>
                <c:pt idx="1088">
                  <c:v>6594540000</c:v>
                </c:pt>
                <c:pt idx="1089">
                  <c:v>6595190000</c:v>
                </c:pt>
                <c:pt idx="1090">
                  <c:v>6595830000</c:v>
                </c:pt>
                <c:pt idx="1091">
                  <c:v>6596430000</c:v>
                </c:pt>
                <c:pt idx="1092">
                  <c:v>6597150000</c:v>
                </c:pt>
                <c:pt idx="1093">
                  <c:v>6597990000</c:v>
                </c:pt>
                <c:pt idx="1094">
                  <c:v>6599080000</c:v>
                </c:pt>
                <c:pt idx="1095">
                  <c:v>6599650000</c:v>
                </c:pt>
                <c:pt idx="1096">
                  <c:v>6600510000</c:v>
                </c:pt>
                <c:pt idx="1097">
                  <c:v>6601430000</c:v>
                </c:pt>
                <c:pt idx="1098">
                  <c:v>6602310000</c:v>
                </c:pt>
                <c:pt idx="1099">
                  <c:v>6603200000</c:v>
                </c:pt>
                <c:pt idx="1100">
                  <c:v>6603960000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633-4122-94A6-B620CBEC37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40031752"/>
        <c:axId val="540034104"/>
      </c:lineChart>
      <c:catAx>
        <c:axId val="5400317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TOff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0034104"/>
        <c:crosses val="autoZero"/>
        <c:auto val="1"/>
        <c:lblAlgn val="ctr"/>
        <c:lblOffset val="100"/>
        <c:noMultiLvlLbl val="0"/>
      </c:catAx>
      <c:valAx>
        <c:axId val="540034104"/>
        <c:scaling>
          <c:orientation val="minMax"/>
          <c:max val="6580000000"/>
          <c:min val="64400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0031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5-06T17:55:10.3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17339 5256 80 0,'0'-9'33'0,"0"6"-26"0,4 3-26 0,-4 0-14 16,0 3 16-16,0 0 8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5-06T17:29:57.8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1429 2989 80 0,'-4'-12'30'0,"1"2"-24"0,6-5-7 0,-3 15-7 16,0-7 4-16,0 4 1 15</inkml:trace>
  <inkml:trace contextRef="#ctx0" brushRef="#br0" timeOffset="236.25">1439 2810 148 0,'0'-15'55'15,"0"12"-43"-15,0-4 16 0,0 4 5 0,0 0-12 0,0 0-4 16,0 3-10-16,4-6-5 0,-1 3-1 16,1-4 7-16,-1 4 7 0,1-9 4 15,0 5 1-15,-1-2-7 16,4 6-3-1,0-3-5-15,0 2-4 0,0 4-11 0,0 4-4 16,4 11-55 0,-4 7-24-16,-4 13 48 15</inkml:trace>
  <inkml:trace contextRef="#ctx0" brushRef="#br0" timeOffset="141741.5">27069 13662 124 0,'-7'0'49'0,"0"0"-38"0,-4 0 6 0,4 0-1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B0CA21C-B112-4BD8-B9E9-462888A52112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A80BC8A-3D2D-4399-A152-F8F7638B0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34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To motivate the problem, consider the following simple exercise. You want to develop a thermostat to control the temperature of a house.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The house is a physical system that behaves according to a set of equations that determine how the temperature evolves when the heater is on or off.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The thermostat, in turn, is a simple piece of code that keeps two thresholds; one to determine when to turn the heater on, and one to determine when to turn it off. 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The code is very simple, but determining the correct constants is far from trivial; for example, if </a:t>
            </a:r>
            <a:r>
              <a:rPr lang="en-US" baseline="0" dirty="0" err="1"/>
              <a:t>tOn</a:t>
            </a:r>
            <a:r>
              <a:rPr lang="en-US" baseline="0" dirty="0"/>
              <a:t> is too close to the target temperature, then by the time the next reading comes in, you will have overshot the target by too much. 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So the challenge is to find the most effective parameters to keep the house comfortable.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DBE56-3C47-3B46-BE83-DC7D8776CFB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16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simple approach to this</a:t>
            </a:r>
            <a:r>
              <a:rPr lang="en-US" baseline="0" dirty="0"/>
              <a:t> problem is to write a program that takes </a:t>
            </a:r>
            <a:r>
              <a:rPr lang="en-US" baseline="0" dirty="0" err="1"/>
              <a:t>tOn</a:t>
            </a:r>
            <a:r>
              <a:rPr lang="en-US" baseline="0" dirty="0"/>
              <a:t>, </a:t>
            </a:r>
            <a:r>
              <a:rPr lang="en-US" baseline="0" dirty="0" err="1"/>
              <a:t>tOff</a:t>
            </a:r>
            <a:r>
              <a:rPr lang="en-US" baseline="0" dirty="0"/>
              <a:t> and h as parameters and simulates the behavior of the house and the thermostat. </a:t>
            </a:r>
          </a:p>
          <a:p>
            <a:r>
              <a:rPr lang="en-US" baseline="0" dirty="0"/>
              <a:t>The output of this program is a series of temperature readings. </a:t>
            </a:r>
          </a:p>
          <a:p>
            <a:r>
              <a:rPr lang="en-US" baseline="0" dirty="0"/>
              <a:t>Our goal is to keep the house at a pleasant 75deg, we can write an error function that gives us a measure of how close our temperature readings are to the desired temperature. </a:t>
            </a:r>
          </a:p>
          <a:p>
            <a:r>
              <a:rPr lang="en-US" baseline="0" dirty="0"/>
              <a:t>This error function is also our program, and our goal, is to find values that minimize its output. </a:t>
            </a:r>
          </a:p>
          <a:p>
            <a:endParaRPr lang="en-US" baseline="0" dirty="0"/>
          </a:p>
          <a:p>
            <a:r>
              <a:rPr lang="en-US" baseline="0" dirty="0"/>
              <a:t>At this point, the problem is no longer a parameter synthesis problem; it’s a problem of how to find values that minimize the output of a complicated program.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DBE56-3C47-3B46-BE83-DC7D8776CFB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61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DBE56-3C47-3B46-BE83-DC7D8776CFB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97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minimization has long been a problem of interest for numerical analysis,</a:t>
            </a:r>
            <a:r>
              <a:rPr lang="en-US" baseline="0" dirty="0"/>
              <a:t> so one intriguing idea is to use a standard numerical minimization technique to minimize the Error function. </a:t>
            </a:r>
          </a:p>
          <a:p>
            <a:endParaRPr lang="en-US" dirty="0"/>
          </a:p>
          <a:p>
            <a:r>
              <a:rPr lang="en-US" dirty="0"/>
              <a:t>For example, could we use simple gradient descent algorithm to</a:t>
            </a:r>
            <a:r>
              <a:rPr lang="en-US" baseline="0" dirty="0"/>
              <a:t> find a minimum for our function. The problem is that our Error function is not a particularly well behaved function; specifically, the function is full of plateaus and </a:t>
            </a:r>
            <a:r>
              <a:rPr lang="en-US" baseline="0" dirty="0" err="1"/>
              <a:t>discountinuities</a:t>
            </a:r>
            <a:r>
              <a:rPr lang="en-US" baseline="0" dirty="0"/>
              <a:t> as a result of the discrete control flow inside the function. </a:t>
            </a:r>
          </a:p>
          <a:p>
            <a:endParaRPr lang="en-US" baseline="0" dirty="0"/>
          </a:p>
          <a:p>
            <a:r>
              <a:rPr lang="en-US" baseline="0" dirty="0"/>
              <a:t>This is a problem for gradient descent, because for all practical purposes, there is no gradient. In fact, it is a problem for many of the most effective minimization algorithms because they all rely on some kind of continuity and even differentiability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DBE56-3C47-3B46-BE83-DC7D8776CFB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33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 this approach seems like a dead end, but it raises the</a:t>
            </a:r>
            <a:r>
              <a:rPr lang="en-US" baseline="0" dirty="0"/>
              <a:t> question: is it possible to approximate the program with a continuous function, one that works well with these numerical methods? </a:t>
            </a:r>
          </a:p>
          <a:p>
            <a:r>
              <a:rPr lang="en-US" baseline="0" dirty="0"/>
              <a:t>Because if we can do that, we could use these optimization methods for a whole range of program analysis problems, not just parameter synthesis, but potentially even bug finding.</a:t>
            </a:r>
          </a:p>
          <a:p>
            <a:endParaRPr lang="en-US" baseline="0" dirty="0"/>
          </a:p>
          <a:p>
            <a:r>
              <a:rPr lang="en-US" baseline="0" dirty="0"/>
              <a:t>This is really the big idea of this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DBE56-3C47-3B46-BE83-DC7D8776CFB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780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4C47DD-BE46-9642-8B64-51C93246906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52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DBE56-3C47-3B46-BE83-DC7D8776CFB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067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 numerically,</a:t>
            </a:r>
            <a:r>
              <a:rPr lang="en-US" baseline="0" dirty="0"/>
              <a:t> as it would require us to </a:t>
            </a:r>
            <a:r>
              <a:rPr lang="en-US" baseline="0" dirty="0" err="1"/>
              <a:t>discretize</a:t>
            </a:r>
            <a:r>
              <a:rPr lang="en-US" baseline="0" dirty="0"/>
              <a:t>. This would miss important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DBE56-3C47-3B46-BE83-DC7D8776CFB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184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were motivated by a class of optimal control</a:t>
            </a:r>
            <a:r>
              <a:rPr lang="en-US" baseline="0" dirty="0"/>
              <a:t> problems. Parameter synthesis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4C47DD-BE46-9642-8B64-51C932469067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37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were motivated by a class of optimal control</a:t>
            </a:r>
            <a:r>
              <a:rPr lang="en-US" baseline="0" dirty="0"/>
              <a:t> problems. Parameter synthesis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4C47DD-BE46-9642-8B64-51C932469067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44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were motivated by a class of optimal control</a:t>
            </a:r>
            <a:r>
              <a:rPr lang="en-US" baseline="0" dirty="0"/>
              <a:t> problems. Parameter synthesis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4C47DD-BE46-9642-8B64-51C932469067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856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were motivated by a class of optimal control</a:t>
            </a:r>
            <a:r>
              <a:rPr lang="en-US" baseline="0" dirty="0"/>
              <a:t> problems. Parameter synthesis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4C47DD-BE46-9642-8B64-51C932469067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8990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4C47DD-BE46-9642-8B64-51C932469067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998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Cost-to-go and notation.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second idea is that instead of generating a single instruction, to generate a set of possible next instructions. This leads to a search tree that now needs to be explored to find the correct</a:t>
            </a:r>
            <a:r>
              <a:rPr lang="en-US" baseline="0" dirty="0"/>
              <a:t> program. In order to do this, we borrow an idea from </a:t>
            </a:r>
            <a:r>
              <a:rPr lang="en-US" baseline="0" dirty="0" err="1"/>
              <a:t>AlphaGo</a:t>
            </a:r>
            <a:r>
              <a:rPr lang="en-US" baseline="0" dirty="0"/>
              <a:t> (the system that learned to play go) and train a separate neural network to score the states to decide which one is most promising and use that to guide the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3997B5-9A53-3B4E-AEEE-82CDB3758146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514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4F742-B5A9-F247-9DB4-EFBFEE42578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437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4F742-B5A9-F247-9DB4-EFBFEE42578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17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4F742-B5A9-F247-9DB4-EFBFEE42578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623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4F742-B5A9-F247-9DB4-EFBFEE42578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859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4F742-B5A9-F247-9DB4-EFBFEE42578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062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4F742-B5A9-F247-9DB4-EFBFEE425787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346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57284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8604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29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6869903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4351338"/>
          </a:xfrm>
        </p:spPr>
        <p:txBody>
          <a:bodyPr/>
          <a:lstStyle>
            <a:lvl1pPr>
              <a:buClr>
                <a:schemeClr val="bg1"/>
              </a:buClr>
              <a:buSzPct val="25000"/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7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10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0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50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25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4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3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88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0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4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6B1FC-33B3-4A41-B046-2D6AAAB3391B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3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8" r:id="rId3"/>
    <p:sldLayoutId id="2147483675" r:id="rId4"/>
    <p:sldLayoutId id="2147483676" r:id="rId5"/>
    <p:sldLayoutId id="2147483677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52.png"/><Relationship Id="rId18" Type="http://schemas.openxmlformats.org/officeDocument/2006/relationships/image" Target="../media/image25.png"/><Relationship Id="rId26" Type="http://schemas.openxmlformats.org/officeDocument/2006/relationships/image" Target="../media/image56.png"/><Relationship Id="rId3" Type="http://schemas.openxmlformats.org/officeDocument/2006/relationships/image" Target="../media/image101.png"/><Relationship Id="rId21" Type="http://schemas.openxmlformats.org/officeDocument/2006/relationships/image" Target="../media/image27.png"/><Relationship Id="rId34" Type="http://schemas.openxmlformats.org/officeDocument/2006/relationships/image" Target="../media/image8.png"/><Relationship Id="rId7" Type="http://schemas.openxmlformats.org/officeDocument/2006/relationships/image" Target="../media/image48.png"/><Relationship Id="rId12" Type="http://schemas.openxmlformats.org/officeDocument/2006/relationships/image" Target="../media/image51.png"/><Relationship Id="rId17" Type="http://schemas.openxmlformats.org/officeDocument/2006/relationships/image" Target="../media/image240.png"/><Relationship Id="rId25" Type="http://schemas.openxmlformats.org/officeDocument/2006/relationships/image" Target="../media/image55.png"/><Relationship Id="rId33" Type="http://schemas.openxmlformats.org/officeDocument/2006/relationships/image" Target="../media/image7.png"/><Relationship Id="rId2" Type="http://schemas.openxmlformats.org/officeDocument/2006/relationships/image" Target="../media/image1.png"/><Relationship Id="rId16" Type="http://schemas.openxmlformats.org/officeDocument/2006/relationships/image" Target="../media/image23.png"/><Relationship Id="rId29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50.png"/><Relationship Id="rId24" Type="http://schemas.openxmlformats.org/officeDocument/2006/relationships/image" Target="../media/image300.png"/><Relationship Id="rId32" Type="http://schemas.openxmlformats.org/officeDocument/2006/relationships/image" Target="../media/image6.png"/><Relationship Id="rId5" Type="http://schemas.openxmlformats.org/officeDocument/2006/relationships/image" Target="../media/image121.png"/><Relationship Id="rId23" Type="http://schemas.openxmlformats.org/officeDocument/2006/relationships/image" Target="../media/image290.png"/><Relationship Id="rId28" Type="http://schemas.openxmlformats.org/officeDocument/2006/relationships/image" Target="../media/image58.png"/><Relationship Id="rId10" Type="http://schemas.openxmlformats.org/officeDocument/2006/relationships/image" Target="../media/image49.png"/><Relationship Id="rId31" Type="http://schemas.openxmlformats.org/officeDocument/2006/relationships/image" Target="../media/image61.png"/><Relationship Id="rId4" Type="http://schemas.openxmlformats.org/officeDocument/2006/relationships/image" Target="../media/image111.png"/><Relationship Id="rId9" Type="http://schemas.openxmlformats.org/officeDocument/2006/relationships/image" Target="../media/image160.png"/><Relationship Id="rId14" Type="http://schemas.openxmlformats.org/officeDocument/2006/relationships/image" Target="../media/image3.png"/><Relationship Id="rId22" Type="http://schemas.openxmlformats.org/officeDocument/2006/relationships/image" Target="../media/image4.png"/><Relationship Id="rId27" Type="http://schemas.openxmlformats.org/officeDocument/2006/relationships/image" Target="../media/image57.png"/><Relationship Id="rId30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21.png"/><Relationship Id="rId4" Type="http://schemas.openxmlformats.org/officeDocument/2006/relationships/image" Target="../media/image1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69.png"/><Relationship Id="rId3" Type="http://schemas.openxmlformats.org/officeDocument/2006/relationships/image" Target="../media/image2.png"/><Relationship Id="rId12" Type="http://schemas.openxmlformats.org/officeDocument/2006/relationships/image" Target="../media/image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7.png"/><Relationship Id="rId10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16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74.png"/><Relationship Id="rId3" Type="http://schemas.openxmlformats.org/officeDocument/2006/relationships/image" Target="../media/image2.png"/><Relationship Id="rId12" Type="http://schemas.openxmlformats.org/officeDocument/2006/relationships/image" Target="../media/image7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2.png"/><Relationship Id="rId10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160.png"/></Relationships>
</file>

<file path=ppt/slides/_rels/slide6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5.png"/><Relationship Id="rId21" Type="http://schemas.openxmlformats.org/officeDocument/2006/relationships/image" Target="../media/image27.png"/><Relationship Id="rId17" Type="http://schemas.openxmlformats.org/officeDocument/2006/relationships/image" Target="../media/image240.png"/><Relationship Id="rId2" Type="http://schemas.openxmlformats.org/officeDocument/2006/relationships/image" Target="../media/image3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300.png"/><Relationship Id="rId23" Type="http://schemas.openxmlformats.org/officeDocument/2006/relationships/image" Target="../media/image290.png"/><Relationship Id="rId2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2" Type="http://schemas.openxmlformats.org/officeDocument/2006/relationships/image" Target="../media/image11.pdf"/><Relationship Id="rId17" Type="http://schemas.openxmlformats.org/officeDocument/2006/relationships/image" Target="../media/image12.png"/><Relationship Id="rId2" Type="http://schemas.openxmlformats.org/officeDocument/2006/relationships/image" Target="../media/image9.jpeg"/><Relationship Id="rId16" Type="http://schemas.openxmlformats.org/officeDocument/2006/relationships/image" Target="../media/image15.pdf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11.png"/><Relationship Id="rId14" Type="http://schemas.openxmlformats.org/officeDocument/2006/relationships/image" Target="../media/image13.pd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9.jpeg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2.jpe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df"/><Relationship Id="rId7" Type="http://schemas.openxmlformats.org/officeDocument/2006/relationships/image" Target="../media/image3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.pdf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media" Target="file:///C:\Users\Armando\Documents\suckyparallelParking.avi" TargetMode="External"/><Relationship Id="rId7" Type="http://schemas.openxmlformats.org/officeDocument/2006/relationships/image" Target="../media/image90.png"/><Relationship Id="rId2" Type="http://schemas.openxmlformats.org/officeDocument/2006/relationships/video" Target="file:///C:\Users\Armando\Documents\goodparallelParking.avi" TargetMode="External"/><Relationship Id="rId1" Type="http://schemas.microsoft.com/office/2007/relationships/media" Target="file:///C:\Users\Armando\Documents\goodparallelParking.avi" TargetMode="Externa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3.xml"/><Relationship Id="rId4" Type="http://schemas.openxmlformats.org/officeDocument/2006/relationships/video" Target="file:///C:\Users\Armando\Documents\suckyparallelParking.avi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1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5" Type="http://schemas.openxmlformats.org/officeDocument/2006/relationships/image" Target="../media/image390.png"/><Relationship Id="rId4" Type="http://schemas.openxmlformats.org/officeDocument/2006/relationships/image" Target="../media/image38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3" Type="http://schemas.openxmlformats.org/officeDocument/2006/relationships/image" Target="../media/image98.png"/><Relationship Id="rId7" Type="http://schemas.openxmlformats.org/officeDocument/2006/relationships/image" Target="../media/image97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emf"/><Relationship Id="rId5" Type="http://schemas.openxmlformats.org/officeDocument/2006/relationships/image" Target="../media/image95.tiff"/><Relationship Id="rId10" Type="http://schemas.openxmlformats.org/officeDocument/2006/relationships/image" Target="../media/image741.png"/><Relationship Id="rId4" Type="http://schemas.openxmlformats.org/officeDocument/2006/relationships/image" Target="../media/image94.png"/><Relationship Id="rId9" Type="http://schemas.openxmlformats.org/officeDocument/2006/relationships/image" Target="../media/image99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100.png"/></Relationships>
</file>

<file path=ppt/slides/_rels/slide58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40.png"/><Relationship Id="rId3" Type="http://schemas.openxmlformats.org/officeDocument/2006/relationships/image" Target="../media/image421.png"/><Relationship Id="rId7" Type="http://schemas.openxmlformats.org/officeDocument/2006/relationships/image" Target="../media/image99.emf"/><Relationship Id="rId17" Type="http://schemas.openxmlformats.org/officeDocument/2006/relationships/image" Target="../media/image430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emf"/><Relationship Id="rId5" Type="http://schemas.openxmlformats.org/officeDocument/2006/relationships/image" Target="../media/image97.emf"/><Relationship Id="rId15" Type="http://schemas.openxmlformats.org/officeDocument/2006/relationships/image" Target="../media/image102.png"/><Relationship Id="rId10" Type="http://schemas.openxmlformats.org/officeDocument/2006/relationships/image" Target="NULL"/><Relationship Id="rId4" Type="http://schemas.openxmlformats.org/officeDocument/2006/relationships/image" Target="../media/image96.emf"/><Relationship Id="rId14" Type="http://schemas.openxmlformats.org/officeDocument/2006/relationships/image" Target="NUL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3" Type="http://schemas.openxmlformats.org/officeDocument/2006/relationships/image" Target="../media/image98.png"/><Relationship Id="rId7" Type="http://schemas.openxmlformats.org/officeDocument/2006/relationships/image" Target="../media/image97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emf"/><Relationship Id="rId5" Type="http://schemas.openxmlformats.org/officeDocument/2006/relationships/image" Target="../media/image95.tiff"/><Relationship Id="rId10" Type="http://schemas.openxmlformats.org/officeDocument/2006/relationships/image" Target="../media/image741.png"/><Relationship Id="rId4" Type="http://schemas.openxmlformats.org/officeDocument/2006/relationships/image" Target="../media/image94.png"/><Relationship Id="rId9" Type="http://schemas.openxmlformats.org/officeDocument/2006/relationships/image" Target="../media/image9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 24</a:t>
            </a:r>
            <a:br>
              <a:rPr lang="en-US" dirty="0"/>
            </a:br>
            <a:r>
              <a:rPr lang="en-US" dirty="0" err="1"/>
              <a:t>Neurosymbolic</a:t>
            </a:r>
            <a:r>
              <a:rPr lang="en-US" dirty="0"/>
              <a:t> Synthesis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1587826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Armando Solar-Lezama with slides from Swarat Chaudhuri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210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8457439" cy="1325563"/>
          </a:xfrm>
        </p:spPr>
        <p:txBody>
          <a:bodyPr/>
          <a:lstStyle/>
          <a:p>
            <a:r>
              <a:rPr lang="en-US" dirty="0" err="1"/>
              <a:t>Neurosymbolic</a:t>
            </a:r>
            <a:r>
              <a:rPr lang="en-US" dirty="0"/>
              <a:t> program 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01" y="1490128"/>
            <a:ext cx="24917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Neural Guided Search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208253" y="2108814"/>
            <a:ext cx="1919087" cy="3998835"/>
            <a:chOff x="264239" y="2108814"/>
            <a:chExt cx="1919087" cy="399883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22" t="36200" r="10198"/>
            <a:stretch/>
          </p:blipFill>
          <p:spPr>
            <a:xfrm rot="5400000">
              <a:off x="1071567" y="2925986"/>
              <a:ext cx="960315" cy="78019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1357600" y="2209842"/>
                  <a:ext cx="3882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7600" y="2209842"/>
                  <a:ext cx="38824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1047418" y="3949599"/>
                  <a:ext cx="100860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0" dirty="0"/>
                    <a:t>map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□</m:t>
                      </m:r>
                    </m:oMath>
                  </a14:m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□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418" y="3949599"/>
                  <a:ext cx="100860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5455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22" t="36200" r="10198"/>
            <a:stretch/>
          </p:blipFill>
          <p:spPr>
            <a:xfrm rot="5400000">
              <a:off x="1081076" y="4655469"/>
              <a:ext cx="960315" cy="78019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939139" y="5738317"/>
                  <a:ext cx="12441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0" dirty="0"/>
                    <a:t>map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</m:oMath>
                  </a14:m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□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139" y="5738317"/>
                  <a:ext cx="1244187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3922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/>
            <p:cNvCxnSpPr>
              <a:stCxn id="5" idx="2"/>
              <a:endCxn id="4" idx="1"/>
            </p:cNvCxnSpPr>
            <p:nvPr/>
          </p:nvCxnSpPr>
          <p:spPr>
            <a:xfrm>
              <a:off x="1551724" y="2579174"/>
              <a:ext cx="0" cy="2567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1551722" y="3796240"/>
              <a:ext cx="0" cy="2567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1551722" y="4308657"/>
              <a:ext cx="0" cy="2567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1551722" y="5565529"/>
              <a:ext cx="0" cy="2567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/>
            <p:cNvGrpSpPr/>
            <p:nvPr/>
          </p:nvGrpSpPr>
          <p:grpSpPr>
            <a:xfrm>
              <a:off x="264239" y="2108814"/>
              <a:ext cx="615874" cy="849490"/>
              <a:chOff x="622805" y="2946750"/>
              <a:chExt cx="615874" cy="849490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622805" y="2946750"/>
                <a:ext cx="615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Goal</a:t>
                </a:r>
              </a:p>
            </p:txBody>
          </p:sp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6749" y="3316082"/>
                <a:ext cx="443721" cy="480158"/>
              </a:xfrm>
              <a:prstGeom prst="rect">
                <a:avLst/>
              </a:prstGeom>
            </p:spPr>
          </p:pic>
        </p:grp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>
              <a:off x="734166" y="2640773"/>
              <a:ext cx="456900" cy="2507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cxnSpLocks/>
            </p:cNvCxnSpPr>
            <p:nvPr/>
          </p:nvCxnSpPr>
          <p:spPr>
            <a:xfrm>
              <a:off x="893888" y="4318931"/>
              <a:ext cx="277731" cy="2056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cxnSpLocks/>
            </p:cNvCxnSpPr>
            <p:nvPr/>
          </p:nvCxnSpPr>
          <p:spPr>
            <a:xfrm flipH="1">
              <a:off x="893888" y="2743200"/>
              <a:ext cx="45251" cy="16208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6259795" y="1495382"/>
            <a:ext cx="1335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Distillation</a:t>
            </a:r>
          </a:p>
        </p:txBody>
      </p:sp>
      <p:grpSp>
        <p:nvGrpSpPr>
          <p:cNvPr id="81" name="Group 80"/>
          <p:cNvGrpSpPr/>
          <p:nvPr/>
        </p:nvGrpSpPr>
        <p:grpSpPr>
          <a:xfrm>
            <a:off x="5669052" y="2085954"/>
            <a:ext cx="2470183" cy="2831875"/>
            <a:chOff x="6357032" y="2398374"/>
            <a:chExt cx="2470183" cy="2831875"/>
          </a:xfrm>
        </p:grpSpPr>
        <p:pic>
          <p:nvPicPr>
            <p:cNvPr id="29" name="Picture 28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22" t="36200" r="10198"/>
            <a:stretch/>
          </p:blipFill>
          <p:spPr>
            <a:xfrm>
              <a:off x="7061353" y="3527320"/>
              <a:ext cx="960315" cy="780193"/>
            </a:xfrm>
            <a:prstGeom prst="rect">
              <a:avLst/>
            </a:prstGeom>
          </p:spPr>
        </p:pic>
        <p:grpSp>
          <p:nvGrpSpPr>
            <p:cNvPr id="30" name="Group 29"/>
            <p:cNvGrpSpPr/>
            <p:nvPr/>
          </p:nvGrpSpPr>
          <p:grpSpPr>
            <a:xfrm>
              <a:off x="7194693" y="2398374"/>
              <a:ext cx="615874" cy="843669"/>
              <a:chOff x="369869" y="3236310"/>
              <a:chExt cx="615874" cy="843669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369869" y="3236310"/>
                <a:ext cx="615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Goal</a:t>
                </a:r>
              </a:p>
            </p:txBody>
          </p:sp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5945" y="3599821"/>
                <a:ext cx="443721" cy="480158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7264257" y="3157689"/>
                  <a:ext cx="43473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⇓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4257" y="3157689"/>
                  <a:ext cx="434734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/>
            <p:cNvCxnSpPr>
              <a:endCxn id="29" idx="1"/>
            </p:cNvCxnSpPr>
            <p:nvPr/>
          </p:nvCxnSpPr>
          <p:spPr>
            <a:xfrm>
              <a:off x="6834197" y="3917416"/>
              <a:ext cx="2271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8021668" y="3879745"/>
              <a:ext cx="2271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6357032" y="3732750"/>
                  <a:ext cx="4483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7032" y="3732750"/>
                  <a:ext cx="44832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8236156" y="3695079"/>
                  <a:ext cx="5910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156" y="3695079"/>
                  <a:ext cx="59105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7264257" y="4228840"/>
                  <a:ext cx="43473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⇓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4257" y="4228840"/>
                  <a:ext cx="434734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7194141" y="4522363"/>
                  <a:ext cx="57496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4141" y="4522363"/>
                  <a:ext cx="574966" cy="70788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Arrow Connector 40"/>
            <p:cNvCxnSpPr/>
            <p:nvPr/>
          </p:nvCxnSpPr>
          <p:spPr>
            <a:xfrm>
              <a:off x="6834197" y="4826230"/>
              <a:ext cx="2271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8021668" y="4788559"/>
              <a:ext cx="2271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357032" y="4641564"/>
                  <a:ext cx="4483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7032" y="4641564"/>
                  <a:ext cx="448328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8236156" y="4603893"/>
                  <a:ext cx="5910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156" y="4603893"/>
                  <a:ext cx="59105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" name="TextBox 58"/>
          <p:cNvSpPr txBox="1"/>
          <p:nvPr/>
        </p:nvSpPr>
        <p:spPr>
          <a:xfrm>
            <a:off x="2754733" y="1504569"/>
            <a:ext cx="22969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Symbolic Guided DL</a:t>
            </a:r>
          </a:p>
        </p:txBody>
      </p:sp>
      <p:cxnSp>
        <p:nvCxnSpPr>
          <p:cNvPr id="77" name="Straight Connector 76"/>
          <p:cNvCxnSpPr/>
          <p:nvPr/>
        </p:nvCxnSpPr>
        <p:spPr>
          <a:xfrm flipH="1">
            <a:off x="2476498" y="2072434"/>
            <a:ext cx="0" cy="432542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  <a:effectLst>
            <a:outerShdw blurRad="50800" dist="127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cxnSpLocks/>
          </p:cNvCxnSpPr>
          <p:nvPr/>
        </p:nvCxnSpPr>
        <p:spPr>
          <a:xfrm>
            <a:off x="8372557" y="2072434"/>
            <a:ext cx="0" cy="292608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  <a:effectLst>
            <a:outerShdw blurRad="50800" dist="127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D4AC5DAF-EB67-3B17-243F-7C9926D6CD4D}"/>
              </a:ext>
            </a:extLst>
          </p:cNvPr>
          <p:cNvGrpSpPr/>
          <p:nvPr/>
        </p:nvGrpSpPr>
        <p:grpSpPr>
          <a:xfrm>
            <a:off x="8615333" y="2216343"/>
            <a:ext cx="2470183" cy="2248800"/>
            <a:chOff x="2606427" y="2216343"/>
            <a:chExt cx="2470183" cy="2248800"/>
          </a:xfrm>
        </p:grpSpPr>
        <p:grpSp>
          <p:nvGrpSpPr>
            <p:cNvPr id="82" name="Group 81"/>
            <p:cNvGrpSpPr/>
            <p:nvPr/>
          </p:nvGrpSpPr>
          <p:grpSpPr>
            <a:xfrm>
              <a:off x="2606427" y="3154534"/>
              <a:ext cx="2442863" cy="1310609"/>
              <a:chOff x="9425144" y="2912797"/>
              <a:chExt cx="2442863" cy="1310609"/>
            </a:xfrm>
          </p:grpSpPr>
          <p:pic>
            <p:nvPicPr>
              <p:cNvPr id="66" name="Picture 65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529140" y="2912797"/>
                <a:ext cx="443721" cy="480158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/>
                  <p:cNvSpPr txBox="1"/>
                  <p:nvPr/>
                </p:nvSpPr>
                <p:spPr>
                  <a:xfrm>
                    <a:off x="10064658" y="3515520"/>
                    <a:ext cx="574966" cy="707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oMath>
                      </m:oMathPara>
                    </a14:m>
                    <a:endParaRPr lang="en-US" sz="4000" dirty="0"/>
                  </a:p>
                </p:txBody>
              </p:sp>
            </mc:Choice>
            <mc:Fallback xmlns="">
              <p:sp>
                <p:nvSpPr>
                  <p:cNvPr id="68" name="TextBox 6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64658" y="3515520"/>
                    <a:ext cx="574966" cy="707886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70" name="Picture 69"/>
              <p:cNvPicPr>
                <a:picLocks noChangeAspect="1"/>
              </p:cNvPicPr>
              <p:nvPr/>
            </p:nvPicPr>
            <p:blipFill rotWithShape="1"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75" t="9397" r="43498" b="32748"/>
              <a:stretch/>
            </p:blipFill>
            <p:spPr>
              <a:xfrm rot="5400000">
                <a:off x="10489314" y="3715441"/>
                <a:ext cx="535535" cy="377273"/>
              </a:xfrm>
              <a:prstGeom prst="rect">
                <a:avLst/>
              </a:prstGeom>
            </p:spPr>
          </p:pic>
          <p:cxnSp>
            <p:nvCxnSpPr>
              <p:cNvPr id="71" name="Straight Arrow Connector 70"/>
              <p:cNvCxnSpPr/>
              <p:nvPr/>
            </p:nvCxnSpPr>
            <p:spPr>
              <a:xfrm>
                <a:off x="9902309" y="3868325"/>
                <a:ext cx="227156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/>
                  <p:cNvSpPr txBox="1"/>
                  <p:nvPr/>
                </p:nvSpPr>
                <p:spPr>
                  <a:xfrm>
                    <a:off x="9425144" y="3683659"/>
                    <a:ext cx="4483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25144" y="3683659"/>
                    <a:ext cx="448328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3" name="Straight Arrow Connector 72"/>
              <p:cNvCxnSpPr/>
              <p:nvPr/>
            </p:nvCxnSpPr>
            <p:spPr>
              <a:xfrm>
                <a:off x="11062460" y="3879745"/>
                <a:ext cx="227156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/>
                  <p:cNvSpPr txBox="1"/>
                  <p:nvPr/>
                </p:nvSpPr>
                <p:spPr>
                  <a:xfrm>
                    <a:off x="11276948" y="3695079"/>
                    <a:ext cx="59105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76948" y="3695079"/>
                    <a:ext cx="591059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67C23E5-F9FD-408F-BBD0-9534350BCFA7}"/>
                </a:ext>
              </a:extLst>
            </p:cNvPr>
            <p:cNvGrpSpPr/>
            <p:nvPr/>
          </p:nvGrpSpPr>
          <p:grpSpPr>
            <a:xfrm>
              <a:off x="2606427" y="2216343"/>
              <a:ext cx="2470183" cy="707886"/>
              <a:chOff x="3444387" y="5646517"/>
              <a:chExt cx="2470183" cy="7078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0AF641EA-C1C2-4968-95AA-A398F5E7C3DB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496" y="5646517"/>
                    <a:ext cx="574966" cy="707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oMath>
                      </m:oMathPara>
                    </a14:m>
                    <a:endParaRPr lang="en-US" sz="4000" dirty="0"/>
                  </a:p>
                </p:txBody>
              </p:sp>
            </mc:Choice>
            <mc:Fallback xmlns="">
              <p:sp>
                <p:nvSpPr>
                  <p:cNvPr id="48" name="TextBox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81496" y="5646517"/>
                    <a:ext cx="574966" cy="70788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A5ED8463-2BA5-4438-8940-7711713FB58C}"/>
                  </a:ext>
                </a:extLst>
              </p:cNvPr>
              <p:cNvCxnSpPr/>
              <p:nvPr/>
            </p:nvCxnSpPr>
            <p:spPr>
              <a:xfrm>
                <a:off x="3921552" y="5950384"/>
                <a:ext cx="227156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EE1C66CE-DA62-4918-B69F-384CC5296595}"/>
                  </a:ext>
                </a:extLst>
              </p:cNvPr>
              <p:cNvCxnSpPr/>
              <p:nvPr/>
            </p:nvCxnSpPr>
            <p:spPr>
              <a:xfrm>
                <a:off x="5109023" y="5912713"/>
                <a:ext cx="227156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9E825BE0-5335-4652-9870-98FBE8A04D62}"/>
                      </a:ext>
                    </a:extLst>
                  </p:cNvPr>
                  <p:cNvSpPr txBox="1"/>
                  <p:nvPr/>
                </p:nvSpPr>
                <p:spPr>
                  <a:xfrm>
                    <a:off x="3444387" y="5765718"/>
                    <a:ext cx="4483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1" name="TextBox 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44387" y="5765718"/>
                    <a:ext cx="448328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B6418128-291F-4D13-A3C7-1FE0CA5CCF15}"/>
                      </a:ext>
                    </a:extLst>
                  </p:cNvPr>
                  <p:cNvSpPr txBox="1"/>
                  <p:nvPr/>
                </p:nvSpPr>
                <p:spPr>
                  <a:xfrm>
                    <a:off x="5323511" y="5728047"/>
                    <a:ext cx="59105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2" name="TextBox 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23511" y="5728047"/>
                    <a:ext cx="591059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9D10ED57-8681-43B5-8A33-D932D6C4776D}"/>
              </a:ext>
            </a:extLst>
          </p:cNvPr>
          <p:cNvSpPr txBox="1"/>
          <p:nvPr/>
        </p:nvSpPr>
        <p:spPr>
          <a:xfrm>
            <a:off x="9131705" y="1504569"/>
            <a:ext cx="1307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Relaxation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63CB91C-A52C-4D14-A40B-1673C4B1D305}"/>
              </a:ext>
            </a:extLst>
          </p:cNvPr>
          <p:cNvCxnSpPr>
            <a:cxnSpLocks/>
          </p:cNvCxnSpPr>
          <p:nvPr/>
        </p:nvCxnSpPr>
        <p:spPr>
          <a:xfrm>
            <a:off x="5350789" y="2072434"/>
            <a:ext cx="0" cy="292608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  <a:effectLst>
            <a:outerShdw blurRad="50800" dist="127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33924B83-6165-0EAA-2DAD-A0C1CF78E003}"/>
              </a:ext>
            </a:extLst>
          </p:cNvPr>
          <p:cNvGrpSpPr/>
          <p:nvPr/>
        </p:nvGrpSpPr>
        <p:grpSpPr>
          <a:xfrm>
            <a:off x="2723699" y="2091648"/>
            <a:ext cx="2470183" cy="2755675"/>
            <a:chOff x="6357032" y="2459334"/>
            <a:chExt cx="2470183" cy="275567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F4A84DA-1A64-EBEE-FEDE-A7762787FD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22" t="36200" r="10198"/>
            <a:stretch/>
          </p:blipFill>
          <p:spPr>
            <a:xfrm>
              <a:off x="7061353" y="3527320"/>
              <a:ext cx="960315" cy="780193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CF0197C-8229-B323-70B1-3930CE832210}"/>
                </a:ext>
              </a:extLst>
            </p:cNvPr>
            <p:cNvGrpSpPr/>
            <p:nvPr/>
          </p:nvGrpSpPr>
          <p:grpSpPr>
            <a:xfrm>
              <a:off x="7194693" y="2459334"/>
              <a:ext cx="615874" cy="820809"/>
              <a:chOff x="369869" y="3297270"/>
              <a:chExt cx="615874" cy="820809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D94CFCC-58F7-912D-488A-828ADB3320ED}"/>
                  </a:ext>
                </a:extLst>
              </p:cNvPr>
              <p:cNvSpPr txBox="1"/>
              <p:nvPr/>
            </p:nvSpPr>
            <p:spPr>
              <a:xfrm>
                <a:off x="369869" y="3297270"/>
                <a:ext cx="615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Goal</a:t>
                </a:r>
              </a:p>
            </p:txBody>
          </p: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6AEC0170-9C13-8683-461F-2B4F8D1C13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5945" y="3637921"/>
                <a:ext cx="443721" cy="480158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1C8EC0A-E6F9-3E7F-473A-964F5C0CE80C}"/>
                    </a:ext>
                  </a:extLst>
                </p:cNvPr>
                <p:cNvSpPr txBox="1"/>
                <p:nvPr/>
              </p:nvSpPr>
              <p:spPr>
                <a:xfrm>
                  <a:off x="7264257" y="3226269"/>
                  <a:ext cx="43473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⇓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1C8EC0A-E6F9-3E7F-473A-964F5C0CE8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4257" y="3226269"/>
                  <a:ext cx="434734" cy="461665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1705136-9794-08AE-5A9C-F98904CB4E07}"/>
                </a:ext>
              </a:extLst>
            </p:cNvPr>
            <p:cNvCxnSpPr>
              <a:endCxn id="10" idx="1"/>
            </p:cNvCxnSpPr>
            <p:nvPr/>
          </p:nvCxnSpPr>
          <p:spPr>
            <a:xfrm>
              <a:off x="6834197" y="3917416"/>
              <a:ext cx="2271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822567E-0E23-1B14-1210-A614783E4D18}"/>
                </a:ext>
              </a:extLst>
            </p:cNvPr>
            <p:cNvCxnSpPr/>
            <p:nvPr/>
          </p:nvCxnSpPr>
          <p:spPr>
            <a:xfrm>
              <a:off x="8021668" y="3879745"/>
              <a:ext cx="2271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A3F1703-DBF9-7D8C-7A6F-CCBD3CCDD5FF}"/>
                    </a:ext>
                  </a:extLst>
                </p:cNvPr>
                <p:cNvSpPr txBox="1"/>
                <p:nvPr/>
              </p:nvSpPr>
              <p:spPr>
                <a:xfrm>
                  <a:off x="6357032" y="3732750"/>
                  <a:ext cx="4483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7032" y="3732750"/>
                  <a:ext cx="44832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A54C19E-FF3B-7FED-0B1F-BDE5BED93553}"/>
                    </a:ext>
                  </a:extLst>
                </p:cNvPr>
                <p:cNvSpPr txBox="1"/>
                <p:nvPr/>
              </p:nvSpPr>
              <p:spPr>
                <a:xfrm>
                  <a:off x="8236156" y="3695079"/>
                  <a:ext cx="5910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156" y="3695079"/>
                  <a:ext cx="59105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54477AE-48BD-1EC8-FE92-C9BCA857128F}"/>
                    </a:ext>
                  </a:extLst>
                </p:cNvPr>
                <p:cNvSpPr txBox="1"/>
                <p:nvPr/>
              </p:nvSpPr>
              <p:spPr>
                <a:xfrm rot="10800000">
                  <a:off x="7264257" y="4175500"/>
                  <a:ext cx="43473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⇓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54477AE-48BD-1EC8-FE92-C9BCA85712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>
                  <a:off x="7264257" y="4175500"/>
                  <a:ext cx="434734" cy="461665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79D86A1E-0A96-AD1A-E66C-34F86F5C8AD9}"/>
                    </a:ext>
                  </a:extLst>
                </p:cNvPr>
                <p:cNvSpPr txBox="1"/>
                <p:nvPr/>
              </p:nvSpPr>
              <p:spPr>
                <a:xfrm>
                  <a:off x="7194141" y="4507123"/>
                  <a:ext cx="57496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79D86A1E-0A96-AD1A-E66C-34F86F5C8A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4141" y="4507123"/>
                  <a:ext cx="574966" cy="707886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B278BCE-80C3-09E1-3053-DB53828BCD40}"/>
                </a:ext>
              </a:extLst>
            </p:cNvPr>
            <p:cNvCxnSpPr/>
            <p:nvPr/>
          </p:nvCxnSpPr>
          <p:spPr>
            <a:xfrm>
              <a:off x="6834197" y="4810990"/>
              <a:ext cx="2271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43DEB63-9E1D-F4AD-EA4E-9CC071E1838B}"/>
                </a:ext>
              </a:extLst>
            </p:cNvPr>
            <p:cNvCxnSpPr/>
            <p:nvPr/>
          </p:nvCxnSpPr>
          <p:spPr>
            <a:xfrm>
              <a:off x="8021668" y="4773319"/>
              <a:ext cx="2271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0E68D29-22CC-1909-9CB6-094FD1DA6528}"/>
                    </a:ext>
                  </a:extLst>
                </p:cNvPr>
                <p:cNvSpPr txBox="1"/>
                <p:nvPr/>
              </p:nvSpPr>
              <p:spPr>
                <a:xfrm>
                  <a:off x="6357032" y="4626324"/>
                  <a:ext cx="4483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0E68D29-22CC-1909-9CB6-094FD1DA65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7032" y="4626324"/>
                  <a:ext cx="448328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F29C357-AAAD-0E70-E9AD-C3AE5EAA0E0B}"/>
                    </a:ext>
                  </a:extLst>
                </p:cNvPr>
                <p:cNvSpPr txBox="1"/>
                <p:nvPr/>
              </p:nvSpPr>
              <p:spPr>
                <a:xfrm>
                  <a:off x="8236156" y="4588653"/>
                  <a:ext cx="5910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F29C357-AAAD-0E70-E9AD-C3AE5EAA0E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156" y="4588653"/>
                  <a:ext cx="591059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5D69463-7EBB-6EEB-9C15-081A18361F34}"/>
              </a:ext>
            </a:extLst>
          </p:cNvPr>
          <p:cNvCxnSpPr>
            <a:cxnSpLocks/>
          </p:cNvCxnSpPr>
          <p:nvPr/>
        </p:nvCxnSpPr>
        <p:spPr>
          <a:xfrm>
            <a:off x="2606427" y="5076045"/>
            <a:ext cx="8274933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  <a:effectLst>
            <a:outerShdw blurRad="50800" dist="127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9827D59-AD8C-2DE9-C68F-FA31E606707E}"/>
              </a:ext>
            </a:extLst>
          </p:cNvPr>
          <p:cNvSpPr txBox="1"/>
          <p:nvPr/>
        </p:nvSpPr>
        <p:spPr>
          <a:xfrm>
            <a:off x="2486007" y="5094424"/>
            <a:ext cx="2525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Component Discovery</a:t>
            </a:r>
          </a:p>
        </p:txBody>
      </p: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5F6DD3C8-4B63-8F28-EADA-E824C208B89E}"/>
              </a:ext>
            </a:extLst>
          </p:cNvPr>
          <p:cNvGrpSpPr/>
          <p:nvPr/>
        </p:nvGrpSpPr>
        <p:grpSpPr>
          <a:xfrm>
            <a:off x="4463763" y="5385931"/>
            <a:ext cx="5092760" cy="1400273"/>
            <a:chOff x="3661454" y="5326941"/>
            <a:chExt cx="5092760" cy="1400273"/>
          </a:xfrm>
        </p:grpSpPr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034D6CE0-B0BE-9682-DAA6-8102A0419D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22" t="36200" r="10198"/>
            <a:stretch/>
          </p:blipFill>
          <p:spPr>
            <a:xfrm>
              <a:off x="5675764" y="5414245"/>
              <a:ext cx="758662" cy="616363"/>
            </a:xfrm>
            <a:prstGeom prst="rect">
              <a:avLst/>
            </a:prstGeom>
          </p:spPr>
        </p:pic>
        <p:grpSp>
          <p:nvGrpSpPr>
            <p:cNvPr id="385" name="Group 384">
              <a:extLst>
                <a:ext uri="{FF2B5EF4-FFF2-40B4-BE49-F238E27FC236}">
                  <a16:creationId xmlns:a16="http://schemas.microsoft.com/office/drawing/2014/main" id="{D2761AFA-1FEA-CCE7-0FC9-BAC74B99F9AA}"/>
                </a:ext>
              </a:extLst>
            </p:cNvPr>
            <p:cNvGrpSpPr/>
            <p:nvPr/>
          </p:nvGrpSpPr>
          <p:grpSpPr>
            <a:xfrm>
              <a:off x="3661454" y="5326941"/>
              <a:ext cx="5092760" cy="1400273"/>
              <a:chOff x="3661454" y="5326941"/>
              <a:chExt cx="5092760" cy="1400273"/>
            </a:xfrm>
          </p:grpSpPr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DD1EAAC-2604-1337-FAD8-3AF1198605CD}"/>
                  </a:ext>
                </a:extLst>
              </p:cNvPr>
              <p:cNvSpPr txBox="1"/>
              <p:nvPr/>
            </p:nvSpPr>
            <p:spPr>
              <a:xfrm>
                <a:off x="3661454" y="5377125"/>
                <a:ext cx="705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Goals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263E4658-E8D5-EF8E-29EF-8088BC14B810}"/>
                  </a:ext>
                </a:extLst>
              </p:cNvPr>
              <p:cNvSpPr txBox="1"/>
              <p:nvPr/>
            </p:nvSpPr>
            <p:spPr>
              <a:xfrm>
                <a:off x="7319719" y="5326941"/>
                <a:ext cx="14344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Components</a:t>
                </a:r>
              </a:p>
            </p:txBody>
          </p:sp>
          <p:grpSp>
            <p:nvGrpSpPr>
              <p:cNvPr id="384" name="Group 383">
                <a:extLst>
                  <a:ext uri="{FF2B5EF4-FFF2-40B4-BE49-F238E27FC236}">
                    <a16:creationId xmlns:a16="http://schemas.microsoft.com/office/drawing/2014/main" id="{ED1AEF37-024A-F48A-B440-21D1CBAE477A}"/>
                  </a:ext>
                </a:extLst>
              </p:cNvPr>
              <p:cNvGrpSpPr/>
              <p:nvPr/>
            </p:nvGrpSpPr>
            <p:grpSpPr>
              <a:xfrm>
                <a:off x="3715399" y="5631605"/>
                <a:ext cx="4854598" cy="1095609"/>
                <a:chOff x="3715399" y="5631605"/>
                <a:chExt cx="4854598" cy="1095609"/>
              </a:xfrm>
            </p:grpSpPr>
            <p:pic>
              <p:nvPicPr>
                <p:cNvPr id="67" name="Picture 66">
                  <a:extLst>
                    <a:ext uri="{FF2B5EF4-FFF2-40B4-BE49-F238E27FC236}">
                      <a16:creationId xmlns:a16="http://schemas.microsoft.com/office/drawing/2014/main" id="{FF9E358A-C610-A062-8F42-6238FE068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15399" y="5746457"/>
                  <a:ext cx="375676" cy="406525"/>
                </a:xfrm>
                <a:prstGeom prst="rect">
                  <a:avLst/>
                </a:prstGeom>
              </p:spPr>
            </p:pic>
            <p:pic>
              <p:nvPicPr>
                <p:cNvPr id="75" name="Picture 74">
                  <a:extLst>
                    <a:ext uri="{FF2B5EF4-FFF2-40B4-BE49-F238E27FC236}">
                      <a16:creationId xmlns:a16="http://schemas.microsoft.com/office/drawing/2014/main" id="{1B036905-531C-61F6-61F1-BE44B21C7E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31071" y="6112809"/>
                  <a:ext cx="375676" cy="406525"/>
                </a:xfrm>
                <a:prstGeom prst="rect">
                  <a:avLst/>
                </a:prstGeom>
              </p:spPr>
            </p:pic>
            <p:pic>
              <p:nvPicPr>
                <p:cNvPr id="76" name="Picture 75">
                  <a:extLst>
                    <a:ext uri="{FF2B5EF4-FFF2-40B4-BE49-F238E27FC236}">
                      <a16:creationId xmlns:a16="http://schemas.microsoft.com/office/drawing/2014/main" id="{A89E6690-5444-4FBE-5C6D-54E2643171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018565" y="5945746"/>
                  <a:ext cx="375676" cy="406525"/>
                </a:xfrm>
                <a:prstGeom prst="rect">
                  <a:avLst/>
                </a:prstGeom>
              </p:spPr>
            </p:pic>
            <p:pic>
              <p:nvPicPr>
                <p:cNvPr id="80" name="Picture 79">
                  <a:extLst>
                    <a:ext uri="{FF2B5EF4-FFF2-40B4-BE49-F238E27FC236}">
                      <a16:creationId xmlns:a16="http://schemas.microsoft.com/office/drawing/2014/main" id="{E4E16181-9DEB-EAFC-C106-A23498F4CD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292018" y="6252103"/>
                  <a:ext cx="375676" cy="406525"/>
                </a:xfrm>
                <a:prstGeom prst="rect">
                  <a:avLst/>
                </a:prstGeom>
              </p:spPr>
            </p:pic>
            <p:pic>
              <p:nvPicPr>
                <p:cNvPr id="83" name="Picture 82">
                  <a:extLst>
                    <a:ext uri="{FF2B5EF4-FFF2-40B4-BE49-F238E27FC236}">
                      <a16:creationId xmlns:a16="http://schemas.microsoft.com/office/drawing/2014/main" id="{2F5465C4-8013-E0A4-06F2-172053823F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237736" y="5777196"/>
                  <a:ext cx="375676" cy="406525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0" name="TextBox 89">
                      <a:extLst>
                        <a:ext uri="{FF2B5EF4-FFF2-40B4-BE49-F238E27FC236}">
                          <a16:creationId xmlns:a16="http://schemas.microsoft.com/office/drawing/2014/main" id="{42A83491-D084-0BE9-9899-77249CA75F5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58116" y="6019328"/>
                      <a:ext cx="574966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oMath>
                        </m:oMathPara>
                      </a14:m>
                      <a:endParaRPr lang="en-US" sz="4000" dirty="0"/>
                    </a:p>
                  </p:txBody>
                </p:sp>
              </mc:Choice>
              <mc:Fallback xmlns="">
                <p:sp>
                  <p:nvSpPr>
                    <p:cNvPr id="90" name="TextBox 89">
                      <a:extLst>
                        <a:ext uri="{FF2B5EF4-FFF2-40B4-BE49-F238E27FC236}">
                          <a16:creationId xmlns:a16="http://schemas.microsoft.com/office/drawing/2014/main" id="{42A83491-D084-0BE9-9899-77249CA75F5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758116" y="6019328"/>
                      <a:ext cx="574966" cy="707886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91" name="Picture 90">
                  <a:extLst>
                    <a:ext uri="{FF2B5EF4-FFF2-40B4-BE49-F238E27FC236}">
                      <a16:creationId xmlns:a16="http://schemas.microsoft.com/office/drawing/2014/main" id="{0C86DF5B-A1EC-A907-3400-5BA9A0FC8E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 rot="16200000">
                  <a:off x="4940396" y="5804061"/>
                  <a:ext cx="443721" cy="480158"/>
                </a:xfrm>
                <a:prstGeom prst="rect">
                  <a:avLst/>
                </a:prstGeom>
              </p:spPr>
            </p:pic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0E6A2309-AAC1-AFFA-733A-6C6059FC5B2E}"/>
                    </a:ext>
                  </a:extLst>
                </p:cNvPr>
                <p:cNvSpPr/>
                <p:nvPr/>
              </p:nvSpPr>
              <p:spPr>
                <a:xfrm>
                  <a:off x="5493085" y="5805847"/>
                  <a:ext cx="314296" cy="577669"/>
                </a:xfrm>
                <a:custGeom>
                  <a:avLst/>
                  <a:gdLst>
                    <a:gd name="connsiteX0" fmla="*/ 99706 w 313066"/>
                    <a:gd name="connsiteY0" fmla="*/ 0 h 624840"/>
                    <a:gd name="connsiteX1" fmla="*/ 646 w 313066"/>
                    <a:gd name="connsiteY1" fmla="*/ 266700 h 624840"/>
                    <a:gd name="connsiteX2" fmla="*/ 61606 w 313066"/>
                    <a:gd name="connsiteY2" fmla="*/ 495300 h 624840"/>
                    <a:gd name="connsiteX3" fmla="*/ 153046 w 313066"/>
                    <a:gd name="connsiteY3" fmla="*/ 609600 h 624840"/>
                    <a:gd name="connsiteX4" fmla="*/ 313066 w 313066"/>
                    <a:gd name="connsiteY4" fmla="*/ 624840 h 624840"/>
                    <a:gd name="connsiteX0" fmla="*/ 130920 w 314165"/>
                    <a:gd name="connsiteY0" fmla="*/ 0 h 674119"/>
                    <a:gd name="connsiteX1" fmla="*/ 1745 w 314165"/>
                    <a:gd name="connsiteY1" fmla="*/ 315979 h 674119"/>
                    <a:gd name="connsiteX2" fmla="*/ 62705 w 314165"/>
                    <a:gd name="connsiteY2" fmla="*/ 544579 h 674119"/>
                    <a:gd name="connsiteX3" fmla="*/ 154145 w 314165"/>
                    <a:gd name="connsiteY3" fmla="*/ 658879 h 674119"/>
                    <a:gd name="connsiteX4" fmla="*/ 314165 w 314165"/>
                    <a:gd name="connsiteY4" fmla="*/ 674119 h 674119"/>
                    <a:gd name="connsiteX0" fmla="*/ 130920 w 314165"/>
                    <a:gd name="connsiteY0" fmla="*/ 0 h 674119"/>
                    <a:gd name="connsiteX1" fmla="*/ 1745 w 314165"/>
                    <a:gd name="connsiteY1" fmla="*/ 315979 h 674119"/>
                    <a:gd name="connsiteX2" fmla="*/ 62705 w 314165"/>
                    <a:gd name="connsiteY2" fmla="*/ 544579 h 674119"/>
                    <a:gd name="connsiteX3" fmla="*/ 154145 w 314165"/>
                    <a:gd name="connsiteY3" fmla="*/ 658879 h 674119"/>
                    <a:gd name="connsiteX4" fmla="*/ 314165 w 314165"/>
                    <a:gd name="connsiteY4" fmla="*/ 674119 h 674119"/>
                    <a:gd name="connsiteX0" fmla="*/ 130920 w 314165"/>
                    <a:gd name="connsiteY0" fmla="*/ 0 h 674119"/>
                    <a:gd name="connsiteX1" fmla="*/ 1745 w 314165"/>
                    <a:gd name="connsiteY1" fmla="*/ 206470 h 674119"/>
                    <a:gd name="connsiteX2" fmla="*/ 62705 w 314165"/>
                    <a:gd name="connsiteY2" fmla="*/ 544579 h 674119"/>
                    <a:gd name="connsiteX3" fmla="*/ 154145 w 314165"/>
                    <a:gd name="connsiteY3" fmla="*/ 658879 h 674119"/>
                    <a:gd name="connsiteX4" fmla="*/ 314165 w 314165"/>
                    <a:gd name="connsiteY4" fmla="*/ 674119 h 674119"/>
                    <a:gd name="connsiteX0" fmla="*/ 131080 w 314325"/>
                    <a:gd name="connsiteY0" fmla="*/ 0 h 674119"/>
                    <a:gd name="connsiteX1" fmla="*/ 1905 w 314325"/>
                    <a:gd name="connsiteY1" fmla="*/ 206470 h 674119"/>
                    <a:gd name="connsiteX2" fmla="*/ 62865 w 314325"/>
                    <a:gd name="connsiteY2" fmla="*/ 544579 h 674119"/>
                    <a:gd name="connsiteX3" fmla="*/ 154305 w 314325"/>
                    <a:gd name="connsiteY3" fmla="*/ 658879 h 674119"/>
                    <a:gd name="connsiteX4" fmla="*/ 314325 w 314325"/>
                    <a:gd name="connsiteY4" fmla="*/ 674119 h 674119"/>
                    <a:gd name="connsiteX0" fmla="*/ 151568 w 334813"/>
                    <a:gd name="connsiteY0" fmla="*/ 0 h 674119"/>
                    <a:gd name="connsiteX1" fmla="*/ 22393 w 334813"/>
                    <a:gd name="connsiteY1" fmla="*/ 206470 h 674119"/>
                    <a:gd name="connsiteX2" fmla="*/ 14910 w 334813"/>
                    <a:gd name="connsiteY2" fmla="*/ 407693 h 674119"/>
                    <a:gd name="connsiteX3" fmla="*/ 174793 w 334813"/>
                    <a:gd name="connsiteY3" fmla="*/ 658879 h 674119"/>
                    <a:gd name="connsiteX4" fmla="*/ 334813 w 334813"/>
                    <a:gd name="connsiteY4" fmla="*/ 674119 h 674119"/>
                    <a:gd name="connsiteX0" fmla="*/ 149748 w 332993"/>
                    <a:gd name="connsiteY0" fmla="*/ 0 h 674119"/>
                    <a:gd name="connsiteX1" fmla="*/ 20573 w 332993"/>
                    <a:gd name="connsiteY1" fmla="*/ 206470 h 674119"/>
                    <a:gd name="connsiteX2" fmla="*/ 15828 w 332993"/>
                    <a:gd name="connsiteY2" fmla="*/ 435070 h 674119"/>
                    <a:gd name="connsiteX3" fmla="*/ 172973 w 332993"/>
                    <a:gd name="connsiteY3" fmla="*/ 658879 h 674119"/>
                    <a:gd name="connsiteX4" fmla="*/ 332993 w 332993"/>
                    <a:gd name="connsiteY4" fmla="*/ 674119 h 674119"/>
                    <a:gd name="connsiteX0" fmla="*/ 149748 w 180599"/>
                    <a:gd name="connsiteY0" fmla="*/ 0 h 661245"/>
                    <a:gd name="connsiteX1" fmla="*/ 20573 w 180599"/>
                    <a:gd name="connsiteY1" fmla="*/ 206470 h 661245"/>
                    <a:gd name="connsiteX2" fmla="*/ 15828 w 180599"/>
                    <a:gd name="connsiteY2" fmla="*/ 435070 h 661245"/>
                    <a:gd name="connsiteX3" fmla="*/ 172973 w 180599"/>
                    <a:gd name="connsiteY3" fmla="*/ 658879 h 661245"/>
                    <a:gd name="connsiteX4" fmla="*/ 176943 w 180599"/>
                    <a:gd name="connsiteY4" fmla="*/ 550922 h 661245"/>
                    <a:gd name="connsiteX0" fmla="*/ 165136 w 192331"/>
                    <a:gd name="connsiteY0" fmla="*/ 0 h 572196"/>
                    <a:gd name="connsiteX1" fmla="*/ 35961 w 192331"/>
                    <a:gd name="connsiteY1" fmla="*/ 206470 h 572196"/>
                    <a:gd name="connsiteX2" fmla="*/ 31216 w 192331"/>
                    <a:gd name="connsiteY2" fmla="*/ 435070 h 572196"/>
                    <a:gd name="connsiteX3" fmla="*/ 15884 w 192331"/>
                    <a:gd name="connsiteY3" fmla="*/ 565797 h 572196"/>
                    <a:gd name="connsiteX4" fmla="*/ 192331 w 192331"/>
                    <a:gd name="connsiteY4" fmla="*/ 550922 h 572196"/>
                    <a:gd name="connsiteX0" fmla="*/ 165136 w 252561"/>
                    <a:gd name="connsiteY0" fmla="*/ 0 h 674120"/>
                    <a:gd name="connsiteX1" fmla="*/ 35961 w 252561"/>
                    <a:gd name="connsiteY1" fmla="*/ 206470 h 674120"/>
                    <a:gd name="connsiteX2" fmla="*/ 31216 w 252561"/>
                    <a:gd name="connsiteY2" fmla="*/ 435070 h 674120"/>
                    <a:gd name="connsiteX3" fmla="*/ 15884 w 252561"/>
                    <a:gd name="connsiteY3" fmla="*/ 565797 h 674120"/>
                    <a:gd name="connsiteX4" fmla="*/ 252561 w 252561"/>
                    <a:gd name="connsiteY4" fmla="*/ 674120 h 674120"/>
                    <a:gd name="connsiteX0" fmla="*/ 142853 w 230278"/>
                    <a:gd name="connsiteY0" fmla="*/ 0 h 674120"/>
                    <a:gd name="connsiteX1" fmla="*/ 13678 w 230278"/>
                    <a:gd name="connsiteY1" fmla="*/ 206470 h 674120"/>
                    <a:gd name="connsiteX2" fmla="*/ 8933 w 230278"/>
                    <a:gd name="connsiteY2" fmla="*/ 435070 h 674120"/>
                    <a:gd name="connsiteX3" fmla="*/ 59306 w 230278"/>
                    <a:gd name="connsiteY3" fmla="*/ 565797 h 674120"/>
                    <a:gd name="connsiteX4" fmla="*/ 230278 w 230278"/>
                    <a:gd name="connsiteY4" fmla="*/ 674120 h 674120"/>
                    <a:gd name="connsiteX0" fmla="*/ 151675 w 239100"/>
                    <a:gd name="connsiteY0" fmla="*/ 0 h 674120"/>
                    <a:gd name="connsiteX1" fmla="*/ 22500 w 239100"/>
                    <a:gd name="connsiteY1" fmla="*/ 206470 h 674120"/>
                    <a:gd name="connsiteX2" fmla="*/ 4067 w 239100"/>
                    <a:gd name="connsiteY2" fmla="*/ 435070 h 674120"/>
                    <a:gd name="connsiteX3" fmla="*/ 68128 w 239100"/>
                    <a:gd name="connsiteY3" fmla="*/ 565797 h 674120"/>
                    <a:gd name="connsiteX4" fmla="*/ 239100 w 239100"/>
                    <a:gd name="connsiteY4" fmla="*/ 674120 h 674120"/>
                    <a:gd name="connsiteX0" fmla="*/ 159976 w 247401"/>
                    <a:gd name="connsiteY0" fmla="*/ 0 h 674120"/>
                    <a:gd name="connsiteX1" fmla="*/ 14375 w 247401"/>
                    <a:gd name="connsiteY1" fmla="*/ 206470 h 674120"/>
                    <a:gd name="connsiteX2" fmla="*/ 12368 w 247401"/>
                    <a:gd name="connsiteY2" fmla="*/ 435070 h 674120"/>
                    <a:gd name="connsiteX3" fmla="*/ 76429 w 247401"/>
                    <a:gd name="connsiteY3" fmla="*/ 565797 h 674120"/>
                    <a:gd name="connsiteX4" fmla="*/ 247401 w 247401"/>
                    <a:gd name="connsiteY4" fmla="*/ 674120 h 674120"/>
                    <a:gd name="connsiteX0" fmla="*/ 152952 w 240377"/>
                    <a:gd name="connsiteY0" fmla="*/ 0 h 674120"/>
                    <a:gd name="connsiteX1" fmla="*/ 7351 w 240377"/>
                    <a:gd name="connsiteY1" fmla="*/ 206470 h 674120"/>
                    <a:gd name="connsiteX2" fmla="*/ 5344 w 240377"/>
                    <a:gd name="connsiteY2" fmla="*/ 435070 h 674120"/>
                    <a:gd name="connsiteX3" fmla="*/ 69405 w 240377"/>
                    <a:gd name="connsiteY3" fmla="*/ 565797 h 674120"/>
                    <a:gd name="connsiteX4" fmla="*/ 240377 w 240377"/>
                    <a:gd name="connsiteY4" fmla="*/ 674120 h 674120"/>
                    <a:gd name="connsiteX0" fmla="*/ 152952 w 314296"/>
                    <a:gd name="connsiteY0" fmla="*/ 0 h 649481"/>
                    <a:gd name="connsiteX1" fmla="*/ 7351 w 314296"/>
                    <a:gd name="connsiteY1" fmla="*/ 206470 h 649481"/>
                    <a:gd name="connsiteX2" fmla="*/ 5344 w 314296"/>
                    <a:gd name="connsiteY2" fmla="*/ 435070 h 649481"/>
                    <a:gd name="connsiteX3" fmla="*/ 69405 w 314296"/>
                    <a:gd name="connsiteY3" fmla="*/ 565797 h 649481"/>
                    <a:gd name="connsiteX4" fmla="*/ 314296 w 314296"/>
                    <a:gd name="connsiteY4" fmla="*/ 649481 h 649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4296" h="649481">
                      <a:moveTo>
                        <a:pt x="152952" y="0"/>
                      </a:moveTo>
                      <a:cubicBezTo>
                        <a:pt x="13515" y="42796"/>
                        <a:pt x="12788" y="133958"/>
                        <a:pt x="7351" y="206470"/>
                      </a:cubicBezTo>
                      <a:cubicBezTo>
                        <a:pt x="1914" y="278982"/>
                        <a:pt x="-4998" y="375182"/>
                        <a:pt x="5344" y="435070"/>
                      </a:cubicBezTo>
                      <a:cubicBezTo>
                        <a:pt x="15686" y="494958"/>
                        <a:pt x="27495" y="544207"/>
                        <a:pt x="69405" y="565797"/>
                      </a:cubicBezTo>
                      <a:cubicBezTo>
                        <a:pt x="111315" y="587387"/>
                        <a:pt x="202536" y="645671"/>
                        <a:pt x="314296" y="649481"/>
                      </a:cubicBezTo>
                    </a:path>
                  </a:pathLst>
                </a:custGeom>
                <a:noFill/>
                <a:ln w="12700"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CE27923B-2482-6223-BC8C-5C5C79BE2178}"/>
                    </a:ext>
                  </a:extLst>
                </p:cNvPr>
                <p:cNvSpPr/>
                <p:nvPr/>
              </p:nvSpPr>
              <p:spPr>
                <a:xfrm flipH="1">
                  <a:off x="6245723" y="5820186"/>
                  <a:ext cx="314296" cy="577669"/>
                </a:xfrm>
                <a:custGeom>
                  <a:avLst/>
                  <a:gdLst>
                    <a:gd name="connsiteX0" fmla="*/ 99706 w 313066"/>
                    <a:gd name="connsiteY0" fmla="*/ 0 h 624840"/>
                    <a:gd name="connsiteX1" fmla="*/ 646 w 313066"/>
                    <a:gd name="connsiteY1" fmla="*/ 266700 h 624840"/>
                    <a:gd name="connsiteX2" fmla="*/ 61606 w 313066"/>
                    <a:gd name="connsiteY2" fmla="*/ 495300 h 624840"/>
                    <a:gd name="connsiteX3" fmla="*/ 153046 w 313066"/>
                    <a:gd name="connsiteY3" fmla="*/ 609600 h 624840"/>
                    <a:gd name="connsiteX4" fmla="*/ 313066 w 313066"/>
                    <a:gd name="connsiteY4" fmla="*/ 624840 h 624840"/>
                    <a:gd name="connsiteX0" fmla="*/ 130920 w 314165"/>
                    <a:gd name="connsiteY0" fmla="*/ 0 h 674119"/>
                    <a:gd name="connsiteX1" fmla="*/ 1745 w 314165"/>
                    <a:gd name="connsiteY1" fmla="*/ 315979 h 674119"/>
                    <a:gd name="connsiteX2" fmla="*/ 62705 w 314165"/>
                    <a:gd name="connsiteY2" fmla="*/ 544579 h 674119"/>
                    <a:gd name="connsiteX3" fmla="*/ 154145 w 314165"/>
                    <a:gd name="connsiteY3" fmla="*/ 658879 h 674119"/>
                    <a:gd name="connsiteX4" fmla="*/ 314165 w 314165"/>
                    <a:gd name="connsiteY4" fmla="*/ 674119 h 674119"/>
                    <a:gd name="connsiteX0" fmla="*/ 130920 w 314165"/>
                    <a:gd name="connsiteY0" fmla="*/ 0 h 674119"/>
                    <a:gd name="connsiteX1" fmla="*/ 1745 w 314165"/>
                    <a:gd name="connsiteY1" fmla="*/ 315979 h 674119"/>
                    <a:gd name="connsiteX2" fmla="*/ 62705 w 314165"/>
                    <a:gd name="connsiteY2" fmla="*/ 544579 h 674119"/>
                    <a:gd name="connsiteX3" fmla="*/ 154145 w 314165"/>
                    <a:gd name="connsiteY3" fmla="*/ 658879 h 674119"/>
                    <a:gd name="connsiteX4" fmla="*/ 314165 w 314165"/>
                    <a:gd name="connsiteY4" fmla="*/ 674119 h 674119"/>
                    <a:gd name="connsiteX0" fmla="*/ 130920 w 314165"/>
                    <a:gd name="connsiteY0" fmla="*/ 0 h 674119"/>
                    <a:gd name="connsiteX1" fmla="*/ 1745 w 314165"/>
                    <a:gd name="connsiteY1" fmla="*/ 206470 h 674119"/>
                    <a:gd name="connsiteX2" fmla="*/ 62705 w 314165"/>
                    <a:gd name="connsiteY2" fmla="*/ 544579 h 674119"/>
                    <a:gd name="connsiteX3" fmla="*/ 154145 w 314165"/>
                    <a:gd name="connsiteY3" fmla="*/ 658879 h 674119"/>
                    <a:gd name="connsiteX4" fmla="*/ 314165 w 314165"/>
                    <a:gd name="connsiteY4" fmla="*/ 674119 h 674119"/>
                    <a:gd name="connsiteX0" fmla="*/ 131080 w 314325"/>
                    <a:gd name="connsiteY0" fmla="*/ 0 h 674119"/>
                    <a:gd name="connsiteX1" fmla="*/ 1905 w 314325"/>
                    <a:gd name="connsiteY1" fmla="*/ 206470 h 674119"/>
                    <a:gd name="connsiteX2" fmla="*/ 62865 w 314325"/>
                    <a:gd name="connsiteY2" fmla="*/ 544579 h 674119"/>
                    <a:gd name="connsiteX3" fmla="*/ 154305 w 314325"/>
                    <a:gd name="connsiteY3" fmla="*/ 658879 h 674119"/>
                    <a:gd name="connsiteX4" fmla="*/ 314325 w 314325"/>
                    <a:gd name="connsiteY4" fmla="*/ 674119 h 674119"/>
                    <a:gd name="connsiteX0" fmla="*/ 151568 w 334813"/>
                    <a:gd name="connsiteY0" fmla="*/ 0 h 674119"/>
                    <a:gd name="connsiteX1" fmla="*/ 22393 w 334813"/>
                    <a:gd name="connsiteY1" fmla="*/ 206470 h 674119"/>
                    <a:gd name="connsiteX2" fmla="*/ 14910 w 334813"/>
                    <a:gd name="connsiteY2" fmla="*/ 407693 h 674119"/>
                    <a:gd name="connsiteX3" fmla="*/ 174793 w 334813"/>
                    <a:gd name="connsiteY3" fmla="*/ 658879 h 674119"/>
                    <a:gd name="connsiteX4" fmla="*/ 334813 w 334813"/>
                    <a:gd name="connsiteY4" fmla="*/ 674119 h 674119"/>
                    <a:gd name="connsiteX0" fmla="*/ 149748 w 332993"/>
                    <a:gd name="connsiteY0" fmla="*/ 0 h 674119"/>
                    <a:gd name="connsiteX1" fmla="*/ 20573 w 332993"/>
                    <a:gd name="connsiteY1" fmla="*/ 206470 h 674119"/>
                    <a:gd name="connsiteX2" fmla="*/ 15828 w 332993"/>
                    <a:gd name="connsiteY2" fmla="*/ 435070 h 674119"/>
                    <a:gd name="connsiteX3" fmla="*/ 172973 w 332993"/>
                    <a:gd name="connsiteY3" fmla="*/ 658879 h 674119"/>
                    <a:gd name="connsiteX4" fmla="*/ 332993 w 332993"/>
                    <a:gd name="connsiteY4" fmla="*/ 674119 h 674119"/>
                    <a:gd name="connsiteX0" fmla="*/ 149748 w 180599"/>
                    <a:gd name="connsiteY0" fmla="*/ 0 h 661245"/>
                    <a:gd name="connsiteX1" fmla="*/ 20573 w 180599"/>
                    <a:gd name="connsiteY1" fmla="*/ 206470 h 661245"/>
                    <a:gd name="connsiteX2" fmla="*/ 15828 w 180599"/>
                    <a:gd name="connsiteY2" fmla="*/ 435070 h 661245"/>
                    <a:gd name="connsiteX3" fmla="*/ 172973 w 180599"/>
                    <a:gd name="connsiteY3" fmla="*/ 658879 h 661245"/>
                    <a:gd name="connsiteX4" fmla="*/ 176943 w 180599"/>
                    <a:gd name="connsiteY4" fmla="*/ 550922 h 661245"/>
                    <a:gd name="connsiteX0" fmla="*/ 165136 w 192331"/>
                    <a:gd name="connsiteY0" fmla="*/ 0 h 572196"/>
                    <a:gd name="connsiteX1" fmla="*/ 35961 w 192331"/>
                    <a:gd name="connsiteY1" fmla="*/ 206470 h 572196"/>
                    <a:gd name="connsiteX2" fmla="*/ 31216 w 192331"/>
                    <a:gd name="connsiteY2" fmla="*/ 435070 h 572196"/>
                    <a:gd name="connsiteX3" fmla="*/ 15884 w 192331"/>
                    <a:gd name="connsiteY3" fmla="*/ 565797 h 572196"/>
                    <a:gd name="connsiteX4" fmla="*/ 192331 w 192331"/>
                    <a:gd name="connsiteY4" fmla="*/ 550922 h 572196"/>
                    <a:gd name="connsiteX0" fmla="*/ 165136 w 252561"/>
                    <a:gd name="connsiteY0" fmla="*/ 0 h 674120"/>
                    <a:gd name="connsiteX1" fmla="*/ 35961 w 252561"/>
                    <a:gd name="connsiteY1" fmla="*/ 206470 h 674120"/>
                    <a:gd name="connsiteX2" fmla="*/ 31216 w 252561"/>
                    <a:gd name="connsiteY2" fmla="*/ 435070 h 674120"/>
                    <a:gd name="connsiteX3" fmla="*/ 15884 w 252561"/>
                    <a:gd name="connsiteY3" fmla="*/ 565797 h 674120"/>
                    <a:gd name="connsiteX4" fmla="*/ 252561 w 252561"/>
                    <a:gd name="connsiteY4" fmla="*/ 674120 h 674120"/>
                    <a:gd name="connsiteX0" fmla="*/ 142853 w 230278"/>
                    <a:gd name="connsiteY0" fmla="*/ 0 h 674120"/>
                    <a:gd name="connsiteX1" fmla="*/ 13678 w 230278"/>
                    <a:gd name="connsiteY1" fmla="*/ 206470 h 674120"/>
                    <a:gd name="connsiteX2" fmla="*/ 8933 w 230278"/>
                    <a:gd name="connsiteY2" fmla="*/ 435070 h 674120"/>
                    <a:gd name="connsiteX3" fmla="*/ 59306 w 230278"/>
                    <a:gd name="connsiteY3" fmla="*/ 565797 h 674120"/>
                    <a:gd name="connsiteX4" fmla="*/ 230278 w 230278"/>
                    <a:gd name="connsiteY4" fmla="*/ 674120 h 674120"/>
                    <a:gd name="connsiteX0" fmla="*/ 151675 w 239100"/>
                    <a:gd name="connsiteY0" fmla="*/ 0 h 674120"/>
                    <a:gd name="connsiteX1" fmla="*/ 22500 w 239100"/>
                    <a:gd name="connsiteY1" fmla="*/ 206470 h 674120"/>
                    <a:gd name="connsiteX2" fmla="*/ 4067 w 239100"/>
                    <a:gd name="connsiteY2" fmla="*/ 435070 h 674120"/>
                    <a:gd name="connsiteX3" fmla="*/ 68128 w 239100"/>
                    <a:gd name="connsiteY3" fmla="*/ 565797 h 674120"/>
                    <a:gd name="connsiteX4" fmla="*/ 239100 w 239100"/>
                    <a:gd name="connsiteY4" fmla="*/ 674120 h 674120"/>
                    <a:gd name="connsiteX0" fmla="*/ 159976 w 247401"/>
                    <a:gd name="connsiteY0" fmla="*/ 0 h 674120"/>
                    <a:gd name="connsiteX1" fmla="*/ 14375 w 247401"/>
                    <a:gd name="connsiteY1" fmla="*/ 206470 h 674120"/>
                    <a:gd name="connsiteX2" fmla="*/ 12368 w 247401"/>
                    <a:gd name="connsiteY2" fmla="*/ 435070 h 674120"/>
                    <a:gd name="connsiteX3" fmla="*/ 76429 w 247401"/>
                    <a:gd name="connsiteY3" fmla="*/ 565797 h 674120"/>
                    <a:gd name="connsiteX4" fmla="*/ 247401 w 247401"/>
                    <a:gd name="connsiteY4" fmla="*/ 674120 h 674120"/>
                    <a:gd name="connsiteX0" fmla="*/ 152952 w 240377"/>
                    <a:gd name="connsiteY0" fmla="*/ 0 h 674120"/>
                    <a:gd name="connsiteX1" fmla="*/ 7351 w 240377"/>
                    <a:gd name="connsiteY1" fmla="*/ 206470 h 674120"/>
                    <a:gd name="connsiteX2" fmla="*/ 5344 w 240377"/>
                    <a:gd name="connsiteY2" fmla="*/ 435070 h 674120"/>
                    <a:gd name="connsiteX3" fmla="*/ 69405 w 240377"/>
                    <a:gd name="connsiteY3" fmla="*/ 565797 h 674120"/>
                    <a:gd name="connsiteX4" fmla="*/ 240377 w 240377"/>
                    <a:gd name="connsiteY4" fmla="*/ 674120 h 674120"/>
                    <a:gd name="connsiteX0" fmla="*/ 152952 w 314296"/>
                    <a:gd name="connsiteY0" fmla="*/ 0 h 649481"/>
                    <a:gd name="connsiteX1" fmla="*/ 7351 w 314296"/>
                    <a:gd name="connsiteY1" fmla="*/ 206470 h 649481"/>
                    <a:gd name="connsiteX2" fmla="*/ 5344 w 314296"/>
                    <a:gd name="connsiteY2" fmla="*/ 435070 h 649481"/>
                    <a:gd name="connsiteX3" fmla="*/ 69405 w 314296"/>
                    <a:gd name="connsiteY3" fmla="*/ 565797 h 649481"/>
                    <a:gd name="connsiteX4" fmla="*/ 314296 w 314296"/>
                    <a:gd name="connsiteY4" fmla="*/ 649481 h 649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4296" h="649481">
                      <a:moveTo>
                        <a:pt x="152952" y="0"/>
                      </a:moveTo>
                      <a:cubicBezTo>
                        <a:pt x="13515" y="42796"/>
                        <a:pt x="12788" y="133958"/>
                        <a:pt x="7351" y="206470"/>
                      </a:cubicBezTo>
                      <a:cubicBezTo>
                        <a:pt x="1914" y="278982"/>
                        <a:pt x="-4998" y="375182"/>
                        <a:pt x="5344" y="435070"/>
                      </a:cubicBezTo>
                      <a:cubicBezTo>
                        <a:pt x="15686" y="494958"/>
                        <a:pt x="27495" y="544207"/>
                        <a:pt x="69405" y="565797"/>
                      </a:cubicBezTo>
                      <a:cubicBezTo>
                        <a:pt x="111315" y="587387"/>
                        <a:pt x="202536" y="645671"/>
                        <a:pt x="314296" y="649481"/>
                      </a:cubicBezTo>
                    </a:path>
                  </a:pathLst>
                </a:custGeom>
                <a:noFill/>
                <a:ln w="12700">
                  <a:headEnd type="triangl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94" name="Picture 93">
                  <a:extLst>
                    <a:ext uri="{FF2B5EF4-FFF2-40B4-BE49-F238E27FC236}">
                      <a16:creationId xmlns:a16="http://schemas.microsoft.com/office/drawing/2014/main" id="{61E65A52-CC96-1393-4C93-0FAF24BF10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 rot="16200000">
                  <a:off x="6700173" y="5779248"/>
                  <a:ext cx="443721" cy="480158"/>
                </a:xfrm>
                <a:prstGeom prst="rect">
                  <a:avLst/>
                </a:prstGeom>
              </p:spPr>
            </p:pic>
            <p:pic>
              <p:nvPicPr>
                <p:cNvPr id="168" name="Picture 167">
                  <a:extLst>
                    <a:ext uri="{FF2B5EF4-FFF2-40B4-BE49-F238E27FC236}">
                      <a16:creationId xmlns:a16="http://schemas.microsoft.com/office/drawing/2014/main" id="{DFBCAD7A-D86F-FB29-7A40-452604A192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376460" y="5631605"/>
                  <a:ext cx="547178" cy="459796"/>
                </a:xfrm>
                <a:prstGeom prst="rect">
                  <a:avLst/>
                </a:prstGeom>
              </p:spPr>
            </p:pic>
            <p:pic>
              <p:nvPicPr>
                <p:cNvPr id="320" name="Picture 319">
                  <a:extLst>
                    <a:ext uri="{FF2B5EF4-FFF2-40B4-BE49-F238E27FC236}">
                      <a16:creationId xmlns:a16="http://schemas.microsoft.com/office/drawing/2014/main" id="{A933B272-126E-A62E-97AF-D8B4F2EEE9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41684" y="5654991"/>
                  <a:ext cx="547178" cy="673557"/>
                </a:xfrm>
                <a:prstGeom prst="rect">
                  <a:avLst/>
                </a:prstGeom>
              </p:spPr>
            </p:pic>
            <p:pic>
              <p:nvPicPr>
                <p:cNvPr id="382" name="Picture 381">
                  <a:extLst>
                    <a:ext uri="{FF2B5EF4-FFF2-40B4-BE49-F238E27FC236}">
                      <a16:creationId xmlns:a16="http://schemas.microsoft.com/office/drawing/2014/main" id="{86DA6E4A-10AE-17B0-C2F6-E6F5AB11D0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 rot="3851327">
                  <a:off x="8082211" y="6058994"/>
                  <a:ext cx="271151" cy="704420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190874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8" grpId="0"/>
      <p:bldP spid="59" grpId="0"/>
      <p:bldP spid="95" grpId="0"/>
      <p:bldP spid="6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27EE-330F-2027-9D65-8EAB31E3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Guided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34B38-2C07-0502-E4B1-B34DF2659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1256" y="1825625"/>
            <a:ext cx="7282543" cy="4351338"/>
          </a:xfrm>
        </p:spPr>
        <p:txBody>
          <a:bodyPr/>
          <a:lstStyle/>
          <a:p>
            <a:r>
              <a:rPr lang="en-US" dirty="0"/>
              <a:t>Leverage the ability of NN to learn complex conditional distributions</a:t>
            </a:r>
          </a:p>
          <a:p>
            <a:endParaRPr lang="en-US" dirty="0"/>
          </a:p>
          <a:p>
            <a:r>
              <a:rPr lang="en-US" dirty="0"/>
              <a:t>Network guides the search for programs that satisfy the goals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9062DB-201A-302C-7CE3-206D2724CE9B}"/>
              </a:ext>
            </a:extLst>
          </p:cNvPr>
          <p:cNvGrpSpPr/>
          <p:nvPr/>
        </p:nvGrpSpPr>
        <p:grpSpPr>
          <a:xfrm>
            <a:off x="1100882" y="1716929"/>
            <a:ext cx="1919087" cy="3998835"/>
            <a:chOff x="264239" y="2108814"/>
            <a:chExt cx="1919087" cy="399883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524BEDE-4B22-65D4-059A-6B5FE3D783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22" t="36200" r="10198"/>
            <a:stretch/>
          </p:blipFill>
          <p:spPr>
            <a:xfrm rot="5400000">
              <a:off x="1071567" y="2925986"/>
              <a:ext cx="960315" cy="78019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64FD98E-C5F0-8010-60DB-DC9B08475499}"/>
                    </a:ext>
                  </a:extLst>
                </p:cNvPr>
                <p:cNvSpPr txBox="1"/>
                <p:nvPr/>
              </p:nvSpPr>
              <p:spPr>
                <a:xfrm>
                  <a:off x="1357600" y="2209842"/>
                  <a:ext cx="3882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7600" y="2209842"/>
                  <a:ext cx="38824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4AA89CF-6E0F-43A5-CAF5-648D685AA367}"/>
                    </a:ext>
                  </a:extLst>
                </p:cNvPr>
                <p:cNvSpPr txBox="1"/>
                <p:nvPr/>
              </p:nvSpPr>
              <p:spPr>
                <a:xfrm>
                  <a:off x="1047418" y="3949599"/>
                  <a:ext cx="100860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0" dirty="0"/>
                    <a:t>map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□</m:t>
                      </m:r>
                    </m:oMath>
                  </a14:m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□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418" y="3949599"/>
                  <a:ext cx="100860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5455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D60CC01-83E4-83A6-5FDA-C3204CD2C4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22" t="36200" r="10198"/>
            <a:stretch/>
          </p:blipFill>
          <p:spPr>
            <a:xfrm rot="5400000">
              <a:off x="1081076" y="4655469"/>
              <a:ext cx="960315" cy="78019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C9DD60E-B54A-A0FC-E57A-6B65B7EE6A02}"/>
                    </a:ext>
                  </a:extLst>
                </p:cNvPr>
                <p:cNvSpPr txBox="1"/>
                <p:nvPr/>
              </p:nvSpPr>
              <p:spPr>
                <a:xfrm>
                  <a:off x="939139" y="5738317"/>
                  <a:ext cx="12441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0" dirty="0"/>
                    <a:t>map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</m:oMath>
                  </a14:m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□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139" y="5738317"/>
                  <a:ext cx="1244187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3922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E41F9E7-C928-F59A-364D-F147248A6BB0}"/>
                </a:ext>
              </a:extLst>
            </p:cNvPr>
            <p:cNvCxnSpPr>
              <a:stCxn id="6" idx="2"/>
              <a:endCxn id="5" idx="1"/>
            </p:cNvCxnSpPr>
            <p:nvPr/>
          </p:nvCxnSpPr>
          <p:spPr>
            <a:xfrm>
              <a:off x="1551724" y="2579174"/>
              <a:ext cx="0" cy="2567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FA4F37E-DC69-AE06-700D-5BD90B44B80F}"/>
                </a:ext>
              </a:extLst>
            </p:cNvPr>
            <p:cNvCxnSpPr/>
            <p:nvPr/>
          </p:nvCxnSpPr>
          <p:spPr>
            <a:xfrm>
              <a:off x="1551722" y="3796240"/>
              <a:ext cx="0" cy="2567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98840C9-39C5-6E51-114D-4429161617D1}"/>
                </a:ext>
              </a:extLst>
            </p:cNvPr>
            <p:cNvCxnSpPr/>
            <p:nvPr/>
          </p:nvCxnSpPr>
          <p:spPr>
            <a:xfrm>
              <a:off x="1551722" y="4308657"/>
              <a:ext cx="0" cy="2567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F6D3944-7F3D-A23C-61F0-79170178479C}"/>
                </a:ext>
              </a:extLst>
            </p:cNvPr>
            <p:cNvCxnSpPr/>
            <p:nvPr/>
          </p:nvCxnSpPr>
          <p:spPr>
            <a:xfrm>
              <a:off x="1551722" y="5565529"/>
              <a:ext cx="0" cy="2567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B9E9240-6E29-2040-60FD-17D51105D56D}"/>
                </a:ext>
              </a:extLst>
            </p:cNvPr>
            <p:cNvGrpSpPr/>
            <p:nvPr/>
          </p:nvGrpSpPr>
          <p:grpSpPr>
            <a:xfrm>
              <a:off x="264239" y="2108814"/>
              <a:ext cx="615874" cy="849490"/>
              <a:chOff x="622805" y="2946750"/>
              <a:chExt cx="615874" cy="849490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A2018C-5448-7D86-B3E6-14D7FFD773D7}"/>
                  </a:ext>
                </a:extLst>
              </p:cNvPr>
              <p:cNvSpPr txBox="1"/>
              <p:nvPr/>
            </p:nvSpPr>
            <p:spPr>
              <a:xfrm>
                <a:off x="622805" y="2946750"/>
                <a:ext cx="615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Goal</a:t>
                </a: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2A547D0A-5458-44AD-A3EF-82DDB54D87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6749" y="3316082"/>
                <a:ext cx="443721" cy="480158"/>
              </a:xfrm>
              <a:prstGeom prst="rect">
                <a:avLst/>
              </a:prstGeom>
            </p:spPr>
          </p:pic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2CF7FFB-44DA-0D7F-A0EF-A9923A412C8F}"/>
                </a:ext>
              </a:extLst>
            </p:cNvPr>
            <p:cNvCxnSpPr>
              <a:cxnSpLocks/>
            </p:cNvCxnSpPr>
            <p:nvPr/>
          </p:nvCxnSpPr>
          <p:spPr>
            <a:xfrm>
              <a:off x="734166" y="2640773"/>
              <a:ext cx="456900" cy="2507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7079170-48B4-00D1-8329-918346442D69}"/>
                </a:ext>
              </a:extLst>
            </p:cNvPr>
            <p:cNvCxnSpPr>
              <a:cxnSpLocks/>
            </p:cNvCxnSpPr>
            <p:nvPr/>
          </p:nvCxnSpPr>
          <p:spPr>
            <a:xfrm>
              <a:off x="893888" y="4318931"/>
              <a:ext cx="277731" cy="2056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4B9D38-D14E-7E95-EE6B-131DCE0CE4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3888" y="2743200"/>
              <a:ext cx="45251" cy="16208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0930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D98C7-417B-A6E8-822C-F50BF15B2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00" y="29189"/>
            <a:ext cx="8044271" cy="1325563"/>
          </a:xfrm>
        </p:spPr>
        <p:txBody>
          <a:bodyPr/>
          <a:lstStyle/>
          <a:p>
            <a:r>
              <a:rPr lang="en-US" dirty="0"/>
              <a:t>Symbolic Guided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3BD87-05F1-87E4-760D-FBC4A797B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3896" y="1825625"/>
            <a:ext cx="6869903" cy="4351338"/>
          </a:xfrm>
        </p:spPr>
        <p:txBody>
          <a:bodyPr/>
          <a:lstStyle/>
          <a:p>
            <a:r>
              <a:rPr lang="en-US" dirty="0"/>
              <a:t>Symbolic knowledge can be used to guide the training of neural networks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When you want a network that is consistent with prior knowledge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When you want to improve data efficiency and better generalization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5CC1339-9720-A6FC-9BC6-65A7B7B64CE5}"/>
              </a:ext>
            </a:extLst>
          </p:cNvPr>
          <p:cNvGrpSpPr/>
          <p:nvPr/>
        </p:nvGrpSpPr>
        <p:grpSpPr>
          <a:xfrm>
            <a:off x="1243242" y="2091648"/>
            <a:ext cx="2470183" cy="2755675"/>
            <a:chOff x="6357032" y="2459334"/>
            <a:chExt cx="2470183" cy="275567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589A8F2-1499-3D94-45BB-BE65AEBD34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22" t="36200" r="10198"/>
            <a:stretch/>
          </p:blipFill>
          <p:spPr>
            <a:xfrm>
              <a:off x="7061353" y="3527320"/>
              <a:ext cx="960315" cy="780193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9E0EAF9-920C-F103-E3D4-FFC1B487508A}"/>
                </a:ext>
              </a:extLst>
            </p:cNvPr>
            <p:cNvGrpSpPr/>
            <p:nvPr/>
          </p:nvGrpSpPr>
          <p:grpSpPr>
            <a:xfrm>
              <a:off x="7194693" y="2459334"/>
              <a:ext cx="615874" cy="820809"/>
              <a:chOff x="369869" y="3297270"/>
              <a:chExt cx="615874" cy="820809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D6C355-1D59-90FE-7E3C-7436A5979906}"/>
                  </a:ext>
                </a:extLst>
              </p:cNvPr>
              <p:cNvSpPr txBox="1"/>
              <p:nvPr/>
            </p:nvSpPr>
            <p:spPr>
              <a:xfrm>
                <a:off x="369869" y="3297270"/>
                <a:ext cx="615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Goal</a:t>
                </a: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E730267B-5E9E-B4E9-ED30-0490B91498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5945" y="3637921"/>
                <a:ext cx="443721" cy="480158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F824D5B-F417-D493-6E8E-9776972A7D54}"/>
                    </a:ext>
                  </a:extLst>
                </p:cNvPr>
                <p:cNvSpPr txBox="1"/>
                <p:nvPr/>
              </p:nvSpPr>
              <p:spPr>
                <a:xfrm>
                  <a:off x="7264257" y="3226269"/>
                  <a:ext cx="43473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⇓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F824D5B-F417-D493-6E8E-9776972A7D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4257" y="3226269"/>
                  <a:ext cx="434734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A5159A6-5695-ED73-C405-497181A1AF6C}"/>
                </a:ext>
              </a:extLst>
            </p:cNvPr>
            <p:cNvCxnSpPr>
              <a:endCxn id="5" idx="1"/>
            </p:cNvCxnSpPr>
            <p:nvPr/>
          </p:nvCxnSpPr>
          <p:spPr>
            <a:xfrm>
              <a:off x="6834197" y="3917416"/>
              <a:ext cx="2271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D39E64D-C5F6-5621-68B1-303C7B780EE6}"/>
                </a:ext>
              </a:extLst>
            </p:cNvPr>
            <p:cNvCxnSpPr/>
            <p:nvPr/>
          </p:nvCxnSpPr>
          <p:spPr>
            <a:xfrm>
              <a:off x="8021668" y="3879745"/>
              <a:ext cx="2271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DC066F2-D49E-1E03-D70A-FCAAEE5226E5}"/>
                    </a:ext>
                  </a:extLst>
                </p:cNvPr>
                <p:cNvSpPr txBox="1"/>
                <p:nvPr/>
              </p:nvSpPr>
              <p:spPr>
                <a:xfrm>
                  <a:off x="6357032" y="3732750"/>
                  <a:ext cx="4483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7032" y="3732750"/>
                  <a:ext cx="44832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E1CA45F-114B-5725-91A0-67212EED788F}"/>
                    </a:ext>
                  </a:extLst>
                </p:cNvPr>
                <p:cNvSpPr txBox="1"/>
                <p:nvPr/>
              </p:nvSpPr>
              <p:spPr>
                <a:xfrm>
                  <a:off x="8236156" y="3695079"/>
                  <a:ext cx="5910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156" y="3695079"/>
                  <a:ext cx="59105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12B95E5-A591-EC53-BBEA-20A8C502E773}"/>
                    </a:ext>
                  </a:extLst>
                </p:cNvPr>
                <p:cNvSpPr txBox="1"/>
                <p:nvPr/>
              </p:nvSpPr>
              <p:spPr>
                <a:xfrm rot="10800000">
                  <a:off x="7264257" y="4175500"/>
                  <a:ext cx="43473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⇓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12B95E5-A591-EC53-BBEA-20A8C502E7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>
                  <a:off x="7264257" y="4175500"/>
                  <a:ext cx="434734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3D7D3A1-954D-6843-DD23-DBFEF72BE0AB}"/>
                    </a:ext>
                  </a:extLst>
                </p:cNvPr>
                <p:cNvSpPr txBox="1"/>
                <p:nvPr/>
              </p:nvSpPr>
              <p:spPr>
                <a:xfrm>
                  <a:off x="7194141" y="4507123"/>
                  <a:ext cx="57496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3D7D3A1-954D-6843-DD23-DBFEF72BE0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4141" y="4507123"/>
                  <a:ext cx="574966" cy="70788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988570B-9425-D2B6-93AF-40D34F9E8F33}"/>
                </a:ext>
              </a:extLst>
            </p:cNvPr>
            <p:cNvCxnSpPr/>
            <p:nvPr/>
          </p:nvCxnSpPr>
          <p:spPr>
            <a:xfrm>
              <a:off x="6834197" y="4810990"/>
              <a:ext cx="2271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5A52F40-7C2C-2944-D9BB-F353AD5806A5}"/>
                </a:ext>
              </a:extLst>
            </p:cNvPr>
            <p:cNvCxnSpPr/>
            <p:nvPr/>
          </p:nvCxnSpPr>
          <p:spPr>
            <a:xfrm>
              <a:off x="8021668" y="4773319"/>
              <a:ext cx="2271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08D74E4-4421-2714-8BCC-DE2A20DD7795}"/>
                    </a:ext>
                  </a:extLst>
                </p:cNvPr>
                <p:cNvSpPr txBox="1"/>
                <p:nvPr/>
              </p:nvSpPr>
              <p:spPr>
                <a:xfrm>
                  <a:off x="6357032" y="4626324"/>
                  <a:ext cx="4483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08D74E4-4421-2714-8BCC-DE2A20DD77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7032" y="4626324"/>
                  <a:ext cx="448328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2C03220-1475-373D-4413-66F76D016253}"/>
                    </a:ext>
                  </a:extLst>
                </p:cNvPr>
                <p:cNvSpPr txBox="1"/>
                <p:nvPr/>
              </p:nvSpPr>
              <p:spPr>
                <a:xfrm>
                  <a:off x="8236156" y="4588653"/>
                  <a:ext cx="5910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2C03220-1475-373D-4413-66F76D0162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156" y="4588653"/>
                  <a:ext cx="59105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32110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535B7-C049-71EC-9696-218645587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Distillation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2800A-3CB3-D854-81F2-9D50E4425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714" y="1825625"/>
            <a:ext cx="6564086" cy="4351338"/>
          </a:xfrm>
        </p:spPr>
        <p:txBody>
          <a:bodyPr/>
          <a:lstStyle/>
          <a:p>
            <a:r>
              <a:rPr lang="en-US" dirty="0"/>
              <a:t>Use the neural network as a starting point for program synthesis</a:t>
            </a:r>
          </a:p>
          <a:p>
            <a:endParaRPr lang="en-US" dirty="0"/>
          </a:p>
          <a:p>
            <a:r>
              <a:rPr lang="en-US" dirty="0"/>
              <a:t>Replace neural components with symbolic ones</a:t>
            </a:r>
          </a:p>
          <a:p>
            <a:pPr lvl="1"/>
            <a:r>
              <a:rPr lang="en-US" dirty="0"/>
              <a:t>To improve interpretability and analyzability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To better generalize out of distribution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To ensure more predictable behavior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ACEBF3-1B29-1679-FD2E-1BAF629E2643}"/>
              </a:ext>
            </a:extLst>
          </p:cNvPr>
          <p:cNvGrpSpPr/>
          <p:nvPr/>
        </p:nvGrpSpPr>
        <p:grpSpPr>
          <a:xfrm>
            <a:off x="1019468" y="1825625"/>
            <a:ext cx="2470183" cy="2831875"/>
            <a:chOff x="6357032" y="2398374"/>
            <a:chExt cx="2470183" cy="283187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6D2E548-7219-2DF1-1BA3-E3B6D7A146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22" t="36200" r="10198"/>
            <a:stretch/>
          </p:blipFill>
          <p:spPr>
            <a:xfrm>
              <a:off x="7061353" y="3527320"/>
              <a:ext cx="960315" cy="780193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99D1F38-F9D0-30DA-6BD3-E2C912F1AC33}"/>
                </a:ext>
              </a:extLst>
            </p:cNvPr>
            <p:cNvGrpSpPr/>
            <p:nvPr/>
          </p:nvGrpSpPr>
          <p:grpSpPr>
            <a:xfrm>
              <a:off x="7194693" y="2398374"/>
              <a:ext cx="615874" cy="843669"/>
              <a:chOff x="369869" y="3236310"/>
              <a:chExt cx="615874" cy="843669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D6C2AA-F4B8-C784-8CA3-DBDD790D5AE3}"/>
                  </a:ext>
                </a:extLst>
              </p:cNvPr>
              <p:cNvSpPr txBox="1"/>
              <p:nvPr/>
            </p:nvSpPr>
            <p:spPr>
              <a:xfrm>
                <a:off x="369869" y="3236310"/>
                <a:ext cx="615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Goal</a:t>
                </a: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12624504-3EC6-2D3D-D9FA-860D5C87BF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5945" y="3599821"/>
                <a:ext cx="443721" cy="480158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6341786-213D-0E02-7BDB-E6C3B3205E38}"/>
                    </a:ext>
                  </a:extLst>
                </p:cNvPr>
                <p:cNvSpPr txBox="1"/>
                <p:nvPr/>
              </p:nvSpPr>
              <p:spPr>
                <a:xfrm>
                  <a:off x="7264257" y="3157689"/>
                  <a:ext cx="43473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⇓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6341786-213D-0E02-7BDB-E6C3B3205E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4257" y="3157689"/>
                  <a:ext cx="434734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500498D-A118-9E4A-1F30-6E5C15F0DC0A}"/>
                </a:ext>
              </a:extLst>
            </p:cNvPr>
            <p:cNvCxnSpPr>
              <a:endCxn id="5" idx="1"/>
            </p:cNvCxnSpPr>
            <p:nvPr/>
          </p:nvCxnSpPr>
          <p:spPr>
            <a:xfrm>
              <a:off x="6834197" y="3917416"/>
              <a:ext cx="2271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5EFE17D-AC8E-8C77-06F5-FCD7AEEE9534}"/>
                </a:ext>
              </a:extLst>
            </p:cNvPr>
            <p:cNvCxnSpPr/>
            <p:nvPr/>
          </p:nvCxnSpPr>
          <p:spPr>
            <a:xfrm>
              <a:off x="8021668" y="3879745"/>
              <a:ext cx="2271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0EC7008-03A2-874F-32BF-42E7989AA284}"/>
                    </a:ext>
                  </a:extLst>
                </p:cNvPr>
                <p:cNvSpPr txBox="1"/>
                <p:nvPr/>
              </p:nvSpPr>
              <p:spPr>
                <a:xfrm>
                  <a:off x="6357032" y="3732750"/>
                  <a:ext cx="4483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7032" y="3732750"/>
                  <a:ext cx="44832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EBEF4DC-DFAE-8937-1E29-AA39E486D0C6}"/>
                    </a:ext>
                  </a:extLst>
                </p:cNvPr>
                <p:cNvSpPr txBox="1"/>
                <p:nvPr/>
              </p:nvSpPr>
              <p:spPr>
                <a:xfrm>
                  <a:off x="8236156" y="3695079"/>
                  <a:ext cx="5910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156" y="3695079"/>
                  <a:ext cx="59105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AD0592A-9639-24EA-1971-C0E83841B90B}"/>
                    </a:ext>
                  </a:extLst>
                </p:cNvPr>
                <p:cNvSpPr txBox="1"/>
                <p:nvPr/>
              </p:nvSpPr>
              <p:spPr>
                <a:xfrm>
                  <a:off x="7264257" y="4228840"/>
                  <a:ext cx="43473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⇓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AD0592A-9639-24EA-1971-C0E83841B9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4257" y="4228840"/>
                  <a:ext cx="434734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263E374-DAB4-3551-E8B3-049F39A4BD69}"/>
                    </a:ext>
                  </a:extLst>
                </p:cNvPr>
                <p:cNvSpPr txBox="1"/>
                <p:nvPr/>
              </p:nvSpPr>
              <p:spPr>
                <a:xfrm>
                  <a:off x="7194141" y="4522363"/>
                  <a:ext cx="57496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263E374-DAB4-3551-E8B3-049F39A4BD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4141" y="4522363"/>
                  <a:ext cx="574966" cy="70788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1A9F80B-FD1C-4C50-6A2A-9F095EFA02A7}"/>
                </a:ext>
              </a:extLst>
            </p:cNvPr>
            <p:cNvCxnSpPr/>
            <p:nvPr/>
          </p:nvCxnSpPr>
          <p:spPr>
            <a:xfrm>
              <a:off x="6834197" y="4826230"/>
              <a:ext cx="2271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DEF8F65-F958-2B9A-A057-2A3372ACDBF1}"/>
                </a:ext>
              </a:extLst>
            </p:cNvPr>
            <p:cNvCxnSpPr/>
            <p:nvPr/>
          </p:nvCxnSpPr>
          <p:spPr>
            <a:xfrm>
              <a:off x="8021668" y="4788559"/>
              <a:ext cx="2271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4AF719A-447B-557B-10B7-3DBA587A639E}"/>
                    </a:ext>
                  </a:extLst>
                </p:cNvPr>
                <p:cNvSpPr txBox="1"/>
                <p:nvPr/>
              </p:nvSpPr>
              <p:spPr>
                <a:xfrm>
                  <a:off x="6357032" y="4641564"/>
                  <a:ext cx="4483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4AF719A-447B-557B-10B7-3DBA587A63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7032" y="4641564"/>
                  <a:ext cx="448328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761B141-5A67-8FA8-22FF-C96F629CD1C8}"/>
                    </a:ext>
                  </a:extLst>
                </p:cNvPr>
                <p:cNvSpPr txBox="1"/>
                <p:nvPr/>
              </p:nvSpPr>
              <p:spPr>
                <a:xfrm>
                  <a:off x="8236156" y="4603893"/>
                  <a:ext cx="5910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761B141-5A67-8FA8-22FF-C96F629CD1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156" y="4603893"/>
                  <a:ext cx="59105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26282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BA4C4-3262-52A5-31AC-E478091D5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Relaxation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279ED-FCEB-3CB6-EAC3-95F9CAB94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542" y="1825625"/>
            <a:ext cx="6357257" cy="4351338"/>
          </a:xfrm>
        </p:spPr>
        <p:txBody>
          <a:bodyPr/>
          <a:lstStyle/>
          <a:p>
            <a:r>
              <a:rPr lang="en-US" dirty="0"/>
              <a:t>Replace symbolic components with neural proxies</a:t>
            </a:r>
          </a:p>
          <a:p>
            <a:pPr lvl="1"/>
            <a:r>
              <a:rPr lang="en-US" dirty="0"/>
              <a:t>Can help leverage the information in the symbolic component into a larger DL pipeline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Can help guide the search for symbolic components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6E4E6F3-5F3C-E629-AB14-8E4EA6E38FD0}"/>
              </a:ext>
            </a:extLst>
          </p:cNvPr>
          <p:cNvGrpSpPr/>
          <p:nvPr/>
        </p:nvGrpSpPr>
        <p:grpSpPr>
          <a:xfrm>
            <a:off x="838201" y="2118371"/>
            <a:ext cx="2470183" cy="2248800"/>
            <a:chOff x="2606427" y="2216343"/>
            <a:chExt cx="2470183" cy="22488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5CC67BA-5125-9D15-15E1-D9DE2E51E1CD}"/>
                </a:ext>
              </a:extLst>
            </p:cNvPr>
            <p:cNvGrpSpPr/>
            <p:nvPr/>
          </p:nvGrpSpPr>
          <p:grpSpPr>
            <a:xfrm>
              <a:off x="2606427" y="3154534"/>
              <a:ext cx="2442863" cy="1310609"/>
              <a:chOff x="9425144" y="2912797"/>
              <a:chExt cx="2442863" cy="1310609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B0E4C570-311A-CD8A-09EF-BE9C9FC3DD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529140" y="2912797"/>
                <a:ext cx="443721" cy="480158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14FF8B65-2ED7-C5AF-B0C1-D53A2D8D6628}"/>
                      </a:ext>
                    </a:extLst>
                  </p:cNvPr>
                  <p:cNvSpPr txBox="1"/>
                  <p:nvPr/>
                </p:nvSpPr>
                <p:spPr>
                  <a:xfrm>
                    <a:off x="10064658" y="3515520"/>
                    <a:ext cx="574966" cy="707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oMath>
                      </m:oMathPara>
                    </a14:m>
                    <a:endParaRPr lang="en-US" sz="4000" dirty="0"/>
                  </a:p>
                </p:txBody>
              </p:sp>
            </mc:Choice>
            <mc:Fallback xmlns="">
              <p:sp>
                <p:nvSpPr>
                  <p:cNvPr id="68" name="TextBox 6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64658" y="3515520"/>
                    <a:ext cx="574966" cy="707886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09590D8-6BAB-7C40-CB47-A1611AEB74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75" t="9397" r="43498" b="32748"/>
              <a:stretch/>
            </p:blipFill>
            <p:spPr>
              <a:xfrm rot="5400000">
                <a:off x="10489314" y="3715441"/>
                <a:ext cx="535535" cy="377273"/>
              </a:xfrm>
              <a:prstGeom prst="rect">
                <a:avLst/>
              </a:prstGeom>
            </p:spPr>
          </p:pic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6BDEAA6C-F1F1-8B4C-7ABB-50BE605135DE}"/>
                  </a:ext>
                </a:extLst>
              </p:cNvPr>
              <p:cNvCxnSpPr/>
              <p:nvPr/>
            </p:nvCxnSpPr>
            <p:spPr>
              <a:xfrm>
                <a:off x="9902309" y="3868325"/>
                <a:ext cx="227156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8D0F5F6E-835C-6E15-5314-8B80C886FD71}"/>
                      </a:ext>
                    </a:extLst>
                  </p:cNvPr>
                  <p:cNvSpPr txBox="1"/>
                  <p:nvPr/>
                </p:nvSpPr>
                <p:spPr>
                  <a:xfrm>
                    <a:off x="9425144" y="3683659"/>
                    <a:ext cx="4483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25144" y="3683659"/>
                    <a:ext cx="448328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B228675B-E36C-D458-E78E-CB29CE3923F0}"/>
                  </a:ext>
                </a:extLst>
              </p:cNvPr>
              <p:cNvCxnSpPr/>
              <p:nvPr/>
            </p:nvCxnSpPr>
            <p:spPr>
              <a:xfrm>
                <a:off x="11062460" y="3879745"/>
                <a:ext cx="227156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1FA487A0-BC3E-7116-1D09-901334AEF5F9}"/>
                      </a:ext>
                    </a:extLst>
                  </p:cNvPr>
                  <p:cNvSpPr txBox="1"/>
                  <p:nvPr/>
                </p:nvSpPr>
                <p:spPr>
                  <a:xfrm>
                    <a:off x="11276948" y="3695079"/>
                    <a:ext cx="59105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76948" y="3695079"/>
                    <a:ext cx="591059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EDE2719-B984-D975-25EA-E28B19042720}"/>
                </a:ext>
              </a:extLst>
            </p:cNvPr>
            <p:cNvGrpSpPr/>
            <p:nvPr/>
          </p:nvGrpSpPr>
          <p:grpSpPr>
            <a:xfrm>
              <a:off x="2606427" y="2216343"/>
              <a:ext cx="2470183" cy="707886"/>
              <a:chOff x="3444387" y="5646517"/>
              <a:chExt cx="2470183" cy="7078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50CED449-1D37-7AE4-9BB5-1DCB23419242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496" y="5646517"/>
                    <a:ext cx="574966" cy="707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oMath>
                      </m:oMathPara>
                    </a14:m>
                    <a:endParaRPr lang="en-US" sz="4000" dirty="0"/>
                  </a:p>
                </p:txBody>
              </p:sp>
            </mc:Choice>
            <mc:Fallback xmlns="">
              <p:sp>
                <p:nvSpPr>
                  <p:cNvPr id="48" name="TextBox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81496" y="5646517"/>
                    <a:ext cx="574966" cy="70788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23FEF389-0E73-AE3F-B63B-6FFAB616A6B2}"/>
                  </a:ext>
                </a:extLst>
              </p:cNvPr>
              <p:cNvCxnSpPr/>
              <p:nvPr/>
            </p:nvCxnSpPr>
            <p:spPr>
              <a:xfrm>
                <a:off x="3921552" y="5950384"/>
                <a:ext cx="227156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BF99AE39-CC8F-D7D2-FF35-5BAA2E3BCF43}"/>
                  </a:ext>
                </a:extLst>
              </p:cNvPr>
              <p:cNvCxnSpPr/>
              <p:nvPr/>
            </p:nvCxnSpPr>
            <p:spPr>
              <a:xfrm>
                <a:off x="5109023" y="5912713"/>
                <a:ext cx="227156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F1E6AE8B-ABE1-77FF-5F4E-CF9ADEB56107}"/>
                      </a:ext>
                    </a:extLst>
                  </p:cNvPr>
                  <p:cNvSpPr txBox="1"/>
                  <p:nvPr/>
                </p:nvSpPr>
                <p:spPr>
                  <a:xfrm>
                    <a:off x="3444387" y="5765718"/>
                    <a:ext cx="4483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1" name="TextBox 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44387" y="5765718"/>
                    <a:ext cx="448328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EC670D1B-93C6-8A6E-C854-A83B188ABF17}"/>
                      </a:ext>
                    </a:extLst>
                  </p:cNvPr>
                  <p:cNvSpPr txBox="1"/>
                  <p:nvPr/>
                </p:nvSpPr>
                <p:spPr>
                  <a:xfrm>
                    <a:off x="5323511" y="5728047"/>
                    <a:ext cx="59105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2" name="TextBox 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23511" y="5728047"/>
                    <a:ext cx="591059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69566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244A82-A985-76EE-F790-11B67F74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Relaxation: </a:t>
            </a:r>
            <a:br>
              <a:rPr lang="en-US" dirty="0"/>
            </a:br>
            <a:r>
              <a:rPr lang="en-US" dirty="0"/>
              <a:t>Supporting numerical optimization over discrete programs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E6E744-B7ED-D179-9758-EF32CC971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45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143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Goal: Find a (hopefully global) minima of a function</a:t>
            </a:r>
          </a:p>
          <a:p>
            <a:pPr lvl="1"/>
            <a:r>
              <a:rPr lang="en-US" dirty="0"/>
              <a:t>Sample the function on a small set of values</a:t>
            </a:r>
          </a:p>
          <a:p>
            <a:pPr lvl="1"/>
            <a:r>
              <a:rPr lang="en-US" dirty="0"/>
              <a:t>Based on the result sample in a new set of locations</a:t>
            </a:r>
          </a:p>
          <a:p>
            <a:endParaRPr lang="en-US" dirty="0"/>
          </a:p>
        </p:txBody>
      </p:sp>
      <p:grpSp>
        <p:nvGrpSpPr>
          <p:cNvPr id="4" name="Group 12"/>
          <p:cNvGrpSpPr/>
          <p:nvPr/>
        </p:nvGrpSpPr>
        <p:grpSpPr>
          <a:xfrm>
            <a:off x="3468814" y="3668062"/>
            <a:ext cx="2760193" cy="2732739"/>
            <a:chOff x="2520006" y="1938338"/>
            <a:chExt cx="2456210" cy="2394880"/>
          </a:xfrm>
        </p:grpSpPr>
        <p:pic>
          <p:nvPicPr>
            <p:cNvPr id="5" name="Picture 4" descr="smoothquad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20006" y="1938338"/>
              <a:ext cx="2456210" cy="2394880"/>
            </a:xfrm>
            <a:prstGeom prst="rect">
              <a:avLst/>
            </a:prstGeom>
          </p:spPr>
        </p:pic>
        <p:sp>
          <p:nvSpPr>
            <p:cNvPr id="6" name="Line 7"/>
            <p:cNvSpPr>
              <a:spLocks noChangeShapeType="1"/>
            </p:cNvSpPr>
            <p:nvPr/>
          </p:nvSpPr>
          <p:spPr bwMode="auto">
            <a:xfrm>
              <a:off x="3748111" y="2976563"/>
              <a:ext cx="106363" cy="42862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3854476" y="3405188"/>
              <a:ext cx="217270" cy="2667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3462145" y="2762251"/>
              <a:ext cx="322741" cy="21431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4071746" y="3671888"/>
              <a:ext cx="438228" cy="2667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0" name="Picture 9" descr="latex-image-1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12"/>
              <a:stretch>
                <a:fillRect/>
              </a:stretch>
            </p:blipFill>
          </mc:Choice>
          <mc:Fallback>
            <p:blipFill>
              <a:blip r:embed="rId13"/>
              <a:stretch>
                <a:fillRect/>
              </a:stretch>
            </p:blipFill>
          </mc:Fallback>
        </mc:AlternateContent>
        <p:spPr>
          <a:xfrm>
            <a:off x="4454525" y="5544573"/>
            <a:ext cx="241300" cy="203200"/>
          </a:xfrm>
          <a:prstGeom prst="rect">
            <a:avLst/>
          </a:prstGeom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14"/>
              <a:stretch>
                <a:fillRect/>
              </a:stretch>
            </p:blipFill>
          </mc:Choice>
          <mc:Fallback>
            <p:blipFill>
              <a:blip r:embed="rId15"/>
              <a:stretch>
                <a:fillRect/>
              </a:stretch>
            </p:blipFill>
          </mc:Fallback>
        </mc:AlternateContent>
        <p:spPr>
          <a:xfrm>
            <a:off x="6184900" y="4782904"/>
            <a:ext cx="215900" cy="292100"/>
          </a:xfrm>
          <a:prstGeom prst="rect">
            <a:avLst/>
          </a:prstGeom>
        </p:spPr>
      </p:pic>
      <p:pic>
        <p:nvPicPr>
          <p:cNvPr id="12" name="Picture 11" descr="latex-image-1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16"/>
              <a:stretch>
                <a:fillRect/>
              </a:stretch>
            </p:blipFill>
          </mc:Choice>
          <mc:Fallback>
            <p:blipFill>
              <a:blip r:embed="rId17"/>
              <a:stretch>
                <a:fillRect/>
              </a:stretch>
            </p:blipFill>
          </mc:Fallback>
        </mc:AlternateContent>
        <p:spPr>
          <a:xfrm>
            <a:off x="5082762" y="3984391"/>
            <a:ext cx="1244600" cy="419100"/>
          </a:xfrm>
          <a:prstGeom prst="rect">
            <a:avLst/>
          </a:prstGeom>
        </p:spPr>
      </p:pic>
      <p:sp>
        <p:nvSpPr>
          <p:cNvPr id="13" name="Content Placeholder 2"/>
          <p:cNvSpPr txBox="1">
            <a:spLocks/>
          </p:cNvSpPr>
          <p:nvPr/>
        </p:nvSpPr>
        <p:spPr>
          <a:xfrm>
            <a:off x="7162801" y="3894586"/>
            <a:ext cx="3429000" cy="15994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703" dirty="0"/>
              <a:t>Gradient descent</a:t>
            </a:r>
          </a:p>
          <a:p>
            <a:r>
              <a:rPr lang="en-US" sz="2703" dirty="0"/>
              <a:t>Newton iteration</a:t>
            </a:r>
            <a:br>
              <a:rPr lang="en-US" sz="2703" dirty="0"/>
            </a:br>
            <a:r>
              <a:rPr lang="en-US" sz="2703" dirty="0"/>
              <a:t>…</a:t>
            </a:r>
            <a:br>
              <a:rPr lang="en-US" sz="2811" dirty="0"/>
            </a:br>
            <a:endParaRPr lang="en-US" sz="2811" dirty="0"/>
          </a:p>
        </p:txBody>
      </p:sp>
    </p:spTree>
    <p:extLst>
      <p:ext uri="{BB962C8B-B14F-4D97-AF65-F5344CB8AC3E}">
        <p14:creationId xmlns:p14="http://schemas.microsoft.com/office/powerpoint/2010/main" val="152356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99" y="29189"/>
            <a:ext cx="9797809" cy="1325563"/>
          </a:xfrm>
        </p:spPr>
        <p:txBody>
          <a:bodyPr/>
          <a:lstStyle/>
          <a:p>
            <a:r>
              <a:rPr lang="en-US" dirty="0"/>
              <a:t>Numerical Optimization for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synthesis problems are best framed as optimization problems</a:t>
            </a:r>
          </a:p>
          <a:p>
            <a:pPr lvl="1"/>
            <a:r>
              <a:rPr lang="en-US" dirty="0"/>
              <a:t>Especially true for problems involving hybrid systems or probabilities</a:t>
            </a:r>
          </a:p>
        </p:txBody>
      </p:sp>
    </p:spTree>
    <p:extLst>
      <p:ext uri="{BB962C8B-B14F-4D97-AF65-F5344CB8AC3E}">
        <p14:creationId xmlns:p14="http://schemas.microsoft.com/office/powerpoint/2010/main" val="840760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600200" y="1828800"/>
            <a:ext cx="4166672" cy="2750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8386847" cy="1325563"/>
          </a:xfrm>
        </p:spPr>
        <p:txBody>
          <a:bodyPr>
            <a:normAutofit/>
          </a:bodyPr>
          <a:lstStyle/>
          <a:p>
            <a:r>
              <a:rPr lang="en-US" dirty="0"/>
              <a:t>The Parameter Synthesis Problem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71800" y="5024428"/>
            <a:ext cx="1219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628139" y="1800727"/>
            <a:ext cx="41952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solidFill>
                  <a:srgbClr val="800000"/>
                </a:solidFill>
              </a:rPr>
              <a:t>tOff</a:t>
            </a:r>
            <a:r>
              <a:rPr lang="en-US" sz="2200" dirty="0"/>
              <a:t> := </a:t>
            </a:r>
            <a:r>
              <a:rPr lang="en-US" sz="2200" b="1" dirty="0">
                <a:solidFill>
                  <a:srgbClr val="800000"/>
                </a:solidFill>
              </a:rPr>
              <a:t>??</a:t>
            </a:r>
            <a:r>
              <a:rPr lang="en-US" sz="2200" dirty="0"/>
              <a:t>;     </a:t>
            </a:r>
            <a:r>
              <a:rPr lang="en-US" sz="2200" dirty="0" err="1">
                <a:solidFill>
                  <a:srgbClr val="800000"/>
                </a:solidFill>
              </a:rPr>
              <a:t>tOn</a:t>
            </a:r>
            <a:r>
              <a:rPr lang="en-US" sz="2200" dirty="0"/>
              <a:t> := </a:t>
            </a:r>
            <a:r>
              <a:rPr lang="en-US" sz="2200" b="1" dirty="0">
                <a:solidFill>
                  <a:srgbClr val="800000"/>
                </a:solidFill>
              </a:rPr>
              <a:t>??</a:t>
            </a:r>
            <a:r>
              <a:rPr lang="en-US" sz="2200" dirty="0"/>
              <a:t>;  </a:t>
            </a:r>
            <a:r>
              <a:rPr lang="en-US" sz="2200" dirty="0">
                <a:solidFill>
                  <a:srgbClr val="950000"/>
                </a:solidFill>
              </a:rPr>
              <a:t>h</a:t>
            </a:r>
            <a:r>
              <a:rPr lang="en-US" sz="2200" dirty="0"/>
              <a:t> := </a:t>
            </a:r>
            <a:r>
              <a:rPr lang="en-US" sz="2200" b="1" dirty="0">
                <a:solidFill>
                  <a:srgbClr val="950000"/>
                </a:solidFill>
              </a:rPr>
              <a:t>??</a:t>
            </a:r>
          </a:p>
          <a:p>
            <a:r>
              <a:rPr lang="en-US" sz="2200" b="1" dirty="0"/>
              <a:t>forever</a:t>
            </a:r>
            <a:r>
              <a:rPr lang="en-US" sz="2200" dirty="0"/>
              <a:t>{</a:t>
            </a:r>
          </a:p>
          <a:p>
            <a:r>
              <a:rPr lang="en-US" sz="2200" dirty="0"/>
              <a:t>    temp := </a:t>
            </a:r>
            <a:r>
              <a:rPr lang="en-US" sz="2200" dirty="0" err="1"/>
              <a:t>readTemp</a:t>
            </a:r>
            <a:r>
              <a:rPr lang="en-US" sz="2200" dirty="0"/>
              <a:t>();  </a:t>
            </a:r>
          </a:p>
          <a:p>
            <a:r>
              <a:rPr lang="en-US" sz="2200" dirty="0"/>
              <a:t>   </a:t>
            </a:r>
            <a:r>
              <a:rPr lang="en-US" sz="2200" b="1" dirty="0"/>
              <a:t> if </a:t>
            </a:r>
            <a:r>
              <a:rPr lang="en-US" sz="2200" dirty="0"/>
              <a:t>(</a:t>
            </a:r>
            <a:r>
              <a:rPr lang="en-US" sz="2200" dirty="0" err="1"/>
              <a:t>isOn</a:t>
            </a:r>
            <a:r>
              <a:rPr lang="en-US" sz="2200" dirty="0"/>
              <a:t>() &amp;&amp; temp &gt; </a:t>
            </a:r>
            <a:r>
              <a:rPr lang="en-US" sz="2200" dirty="0" err="1">
                <a:solidFill>
                  <a:srgbClr val="800000"/>
                </a:solidFill>
              </a:rPr>
              <a:t>tOff</a:t>
            </a:r>
            <a:r>
              <a:rPr lang="en-US" sz="2200" dirty="0"/>
              <a:t>)</a:t>
            </a:r>
          </a:p>
          <a:p>
            <a:r>
              <a:rPr lang="en-US" sz="2200" dirty="0"/>
              <a:t>          </a:t>
            </a:r>
            <a:r>
              <a:rPr lang="en-US" sz="2200" dirty="0" err="1"/>
              <a:t>switchHeaterOff</a:t>
            </a:r>
            <a:r>
              <a:rPr lang="en-US" sz="2200" dirty="0"/>
              <a:t>();   </a:t>
            </a:r>
          </a:p>
          <a:p>
            <a:r>
              <a:rPr lang="en-US" sz="2200" dirty="0"/>
              <a:t>  </a:t>
            </a:r>
            <a:r>
              <a:rPr lang="en-US" sz="2200" b="1" dirty="0" err="1"/>
              <a:t>elseif</a:t>
            </a:r>
            <a:r>
              <a:rPr lang="en-US" sz="2200" b="1" dirty="0"/>
              <a:t> </a:t>
            </a:r>
            <a:r>
              <a:rPr lang="en-US" sz="2200" dirty="0"/>
              <a:t>( !</a:t>
            </a:r>
            <a:r>
              <a:rPr lang="en-US" sz="2200" dirty="0" err="1"/>
              <a:t>isOn</a:t>
            </a:r>
            <a:r>
              <a:rPr lang="en-US" sz="2200" dirty="0"/>
              <a:t>() &amp;&amp; temp &lt; </a:t>
            </a:r>
            <a:r>
              <a:rPr lang="en-US" sz="2200" dirty="0" err="1">
                <a:solidFill>
                  <a:srgbClr val="800000"/>
                </a:solidFill>
              </a:rPr>
              <a:t>tOn</a:t>
            </a:r>
            <a:r>
              <a:rPr lang="en-US" sz="2200" dirty="0"/>
              <a:t>)</a:t>
            </a:r>
          </a:p>
          <a:p>
            <a:r>
              <a:rPr lang="en-US" sz="2200" dirty="0"/>
              <a:t>        </a:t>
            </a:r>
            <a:r>
              <a:rPr lang="en-US" sz="2200" dirty="0" err="1"/>
              <a:t>switchHeaterOn</a:t>
            </a:r>
            <a:r>
              <a:rPr lang="en-US" sz="2200" dirty="0"/>
              <a:t>(</a:t>
            </a:r>
            <a:r>
              <a:rPr lang="en-US" sz="2200" dirty="0">
                <a:solidFill>
                  <a:srgbClr val="950000"/>
                </a:solidFill>
              </a:rPr>
              <a:t>h</a:t>
            </a:r>
            <a:r>
              <a:rPr lang="en-US" sz="2200" dirty="0"/>
              <a:t>);    </a:t>
            </a:r>
          </a:p>
          <a:p>
            <a:r>
              <a:rPr lang="en-US" sz="2200" dirty="0"/>
              <a:t>}</a:t>
            </a:r>
          </a:p>
          <a:p>
            <a:r>
              <a:rPr lang="en-US" sz="2000" dirty="0"/>
              <a:t>   </a:t>
            </a:r>
            <a:endParaRPr lang="en-US" dirty="0"/>
          </a:p>
        </p:txBody>
      </p:sp>
      <p:sp>
        <p:nvSpPr>
          <p:cNvPr id="10" name="Left-Right Arrow 9"/>
          <p:cNvSpPr/>
          <p:nvPr/>
        </p:nvSpPr>
        <p:spPr>
          <a:xfrm>
            <a:off x="5938192" y="2717609"/>
            <a:ext cx="691208" cy="484632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6780606" y="1828800"/>
            <a:ext cx="3887395" cy="2750864"/>
            <a:chOff x="5371123" y="1184488"/>
            <a:chExt cx="3887395" cy="2750864"/>
          </a:xfrm>
        </p:grpSpPr>
        <p:sp>
          <p:nvSpPr>
            <p:cNvPr id="6" name="Rectangle 5"/>
            <p:cNvSpPr/>
            <p:nvPr/>
          </p:nvSpPr>
          <p:spPr>
            <a:xfrm>
              <a:off x="5371123" y="1184488"/>
              <a:ext cx="3657600" cy="275086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611444" y="2422363"/>
              <a:ext cx="36470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800000"/>
                  </a:solidFill>
                </a:rPr>
                <a:t>Cooling: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611444" y="1206248"/>
              <a:ext cx="2922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800000"/>
                  </a:solidFill>
                </a:rPr>
                <a:t>Warming:</a:t>
              </a:r>
            </a:p>
          </p:txBody>
        </p:sp>
        <p:pic>
          <p:nvPicPr>
            <p:cNvPr id="11" name="Picture 10" descr="latex-image-1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11444" y="1667913"/>
              <a:ext cx="3238500" cy="647700"/>
            </a:xfrm>
            <a:prstGeom prst="rect">
              <a:avLst/>
            </a:prstGeom>
          </p:spPr>
        </p:pic>
        <p:pic>
          <p:nvPicPr>
            <p:cNvPr id="12" name="Picture 11" descr="latex-image-1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11444" y="2884028"/>
              <a:ext cx="2705100" cy="647700"/>
            </a:xfrm>
            <a:prstGeom prst="rect">
              <a:avLst/>
            </a:prstGeom>
          </p:spPr>
        </p:pic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82412" y="4634412"/>
            <a:ext cx="1918789" cy="1918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8616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7" grpId="0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918764" y="1754697"/>
            <a:ext cx="3962400" cy="1766389"/>
            <a:chOff x="2362200" y="2286000"/>
            <a:chExt cx="3962400" cy="1766389"/>
          </a:xfrm>
        </p:grpSpPr>
        <p:sp>
          <p:nvSpPr>
            <p:cNvPr id="15" name="Rectangle 14"/>
            <p:cNvSpPr/>
            <p:nvPr/>
          </p:nvSpPr>
          <p:spPr>
            <a:xfrm>
              <a:off x="2362200" y="2286000"/>
              <a:ext cx="3962400" cy="176638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2667001" y="2438400"/>
              <a:ext cx="3505200" cy="1613989"/>
              <a:chOff x="2667000" y="1905000"/>
              <a:chExt cx="4585789" cy="2147389"/>
            </a:xfrm>
          </p:grpSpPr>
          <p:pic>
            <p:nvPicPr>
              <p:cNvPr id="4" name="Picture 3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2667000" y="2286000"/>
                <a:ext cx="1219200" cy="1219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" name="Left-Right Arrow 5"/>
              <p:cNvSpPr/>
              <p:nvPr/>
            </p:nvSpPr>
            <p:spPr>
              <a:xfrm>
                <a:off x="4242872" y="2717609"/>
                <a:ext cx="691208" cy="484632"/>
              </a:xfrm>
              <a:prstGeom prst="left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" name="Picture 2"/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5105400" y="1905000"/>
                <a:ext cx="2147389" cy="214738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45" name="Rectangle 44"/>
          <p:cNvSpPr/>
          <p:nvPr/>
        </p:nvSpPr>
        <p:spPr>
          <a:xfrm>
            <a:off x="1628337" y="1511732"/>
            <a:ext cx="1904101" cy="3932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Parameter Synthesis Problem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6553391" y="1754697"/>
            <a:ext cx="3250740" cy="1864233"/>
            <a:chOff x="489143" y="4076215"/>
            <a:chExt cx="3250740" cy="1864233"/>
          </a:xfrm>
        </p:grpSpPr>
        <p:grpSp>
          <p:nvGrpSpPr>
            <p:cNvPr id="19" name="Group 9"/>
            <p:cNvGrpSpPr/>
            <p:nvPr/>
          </p:nvGrpSpPr>
          <p:grpSpPr>
            <a:xfrm>
              <a:off x="956651" y="4076215"/>
              <a:ext cx="2783232" cy="1467688"/>
              <a:chOff x="1676400" y="2209800"/>
              <a:chExt cx="4648489" cy="3124200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1676400" y="2209800"/>
                <a:ext cx="4648200" cy="31242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/>
              <p:cNvCxnSpPr/>
              <p:nvPr/>
            </p:nvCxnSpPr>
            <p:spPr>
              <a:xfrm>
                <a:off x="1676400" y="2971800"/>
                <a:ext cx="46482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1676400" y="3962400"/>
                <a:ext cx="46482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Freeform 28"/>
              <p:cNvSpPr/>
              <p:nvPr/>
            </p:nvSpPr>
            <p:spPr>
              <a:xfrm>
                <a:off x="1676400" y="2649326"/>
                <a:ext cx="4648489" cy="1613818"/>
              </a:xfrm>
              <a:custGeom>
                <a:avLst/>
                <a:gdLst>
                  <a:gd name="connsiteX0" fmla="*/ 0 w 4648489"/>
                  <a:gd name="connsiteY0" fmla="*/ 1310756 h 1613818"/>
                  <a:gd name="connsiteX1" fmla="*/ 281621 w 4648489"/>
                  <a:gd name="connsiteY1" fmla="*/ 1241220 h 1613818"/>
                  <a:gd name="connsiteX2" fmla="*/ 552812 w 4648489"/>
                  <a:gd name="connsiteY2" fmla="*/ 1077810 h 1613818"/>
                  <a:gd name="connsiteX3" fmla="*/ 747513 w 4648489"/>
                  <a:gd name="connsiteY3" fmla="*/ 886586 h 1613818"/>
                  <a:gd name="connsiteX4" fmla="*/ 1015227 w 4648489"/>
                  <a:gd name="connsiteY4" fmla="*/ 518044 h 1613818"/>
                  <a:gd name="connsiteX5" fmla="*/ 1244696 w 4648489"/>
                  <a:gd name="connsiteY5" fmla="*/ 107781 h 1613818"/>
                  <a:gd name="connsiteX6" fmla="*/ 1422013 w 4648489"/>
                  <a:gd name="connsiteY6" fmla="*/ 410263 h 1613818"/>
                  <a:gd name="connsiteX7" fmla="*/ 1602807 w 4648489"/>
                  <a:gd name="connsiteY7" fmla="*/ 782282 h 1613818"/>
                  <a:gd name="connsiteX8" fmla="*/ 1748833 w 4648489"/>
                  <a:gd name="connsiteY8" fmla="*/ 1081287 h 1613818"/>
                  <a:gd name="connsiteX9" fmla="*/ 1915720 w 4648489"/>
                  <a:gd name="connsiteY9" fmla="*/ 1390723 h 1613818"/>
                  <a:gd name="connsiteX10" fmla="*/ 2016547 w 4648489"/>
                  <a:gd name="connsiteY10" fmla="*/ 1564563 h 1613818"/>
                  <a:gd name="connsiteX11" fmla="*/ 2232109 w 4648489"/>
                  <a:gd name="connsiteY11" fmla="*/ 1554133 h 1613818"/>
                  <a:gd name="connsiteX12" fmla="*/ 2475485 w 4648489"/>
                  <a:gd name="connsiteY12" fmla="*/ 1474166 h 1613818"/>
                  <a:gd name="connsiteX13" fmla="*/ 2614558 w 4648489"/>
                  <a:gd name="connsiteY13" fmla="*/ 1369862 h 1613818"/>
                  <a:gd name="connsiteX14" fmla="*/ 2837073 w 4648489"/>
                  <a:gd name="connsiteY14" fmla="*/ 1157777 h 1613818"/>
                  <a:gd name="connsiteX15" fmla="*/ 3056112 w 4648489"/>
                  <a:gd name="connsiteY15" fmla="*/ 851818 h 1613818"/>
                  <a:gd name="connsiteX16" fmla="*/ 3229952 w 4648489"/>
                  <a:gd name="connsiteY16" fmla="*/ 573673 h 1613818"/>
                  <a:gd name="connsiteX17" fmla="*/ 3372501 w 4648489"/>
                  <a:gd name="connsiteY17" fmla="*/ 309436 h 1613818"/>
                  <a:gd name="connsiteX18" fmla="*/ 3466375 w 4648489"/>
                  <a:gd name="connsiteY18" fmla="*/ 128642 h 1613818"/>
                  <a:gd name="connsiteX19" fmla="*/ 3522004 w 4648489"/>
                  <a:gd name="connsiteY19" fmla="*/ 6954 h 1613818"/>
                  <a:gd name="connsiteX20" fmla="*/ 3584587 w 4648489"/>
                  <a:gd name="connsiteY20" fmla="*/ 86920 h 1613818"/>
                  <a:gd name="connsiteX21" fmla="*/ 3709752 w 4648489"/>
                  <a:gd name="connsiteY21" fmla="*/ 354634 h 1613818"/>
                  <a:gd name="connsiteX22" fmla="*/ 3810579 w 4648489"/>
                  <a:gd name="connsiteY22" fmla="*/ 549336 h 1613818"/>
                  <a:gd name="connsiteX23" fmla="*/ 3932267 w 4648489"/>
                  <a:gd name="connsiteY23" fmla="*/ 775328 h 1613818"/>
                  <a:gd name="connsiteX24" fmla="*/ 4043525 w 4648489"/>
                  <a:gd name="connsiteY24" fmla="*/ 983936 h 1613818"/>
                  <a:gd name="connsiteX25" fmla="*/ 4196504 w 4648489"/>
                  <a:gd name="connsiteY25" fmla="*/ 1241220 h 1613818"/>
                  <a:gd name="connsiteX26" fmla="*/ 4286901 w 4648489"/>
                  <a:gd name="connsiteY26" fmla="*/ 1355955 h 1613818"/>
                  <a:gd name="connsiteX27" fmla="*/ 4419020 w 4648489"/>
                  <a:gd name="connsiteY27" fmla="*/ 1508934 h 1613818"/>
                  <a:gd name="connsiteX28" fmla="*/ 4498987 w 4648489"/>
                  <a:gd name="connsiteY28" fmla="*/ 1606285 h 1613818"/>
                  <a:gd name="connsiteX29" fmla="*/ 4648489 w 4648489"/>
                  <a:gd name="connsiteY29" fmla="*/ 1554133 h 1613818"/>
                  <a:gd name="connsiteX30" fmla="*/ 4648489 w 4648489"/>
                  <a:gd name="connsiteY30" fmla="*/ 1554133 h 1613818"/>
                  <a:gd name="connsiteX0" fmla="*/ 0 w 4648489"/>
                  <a:gd name="connsiteY0" fmla="*/ 1310756 h 1613818"/>
                  <a:gd name="connsiteX1" fmla="*/ 281621 w 4648489"/>
                  <a:gd name="connsiteY1" fmla="*/ 1241220 h 1613818"/>
                  <a:gd name="connsiteX2" fmla="*/ 552812 w 4648489"/>
                  <a:gd name="connsiteY2" fmla="*/ 1077810 h 1613818"/>
                  <a:gd name="connsiteX3" fmla="*/ 747513 w 4648489"/>
                  <a:gd name="connsiteY3" fmla="*/ 886586 h 1613818"/>
                  <a:gd name="connsiteX4" fmla="*/ 1015227 w 4648489"/>
                  <a:gd name="connsiteY4" fmla="*/ 518044 h 1613818"/>
                  <a:gd name="connsiteX5" fmla="*/ 1244696 w 4648489"/>
                  <a:gd name="connsiteY5" fmla="*/ 107781 h 1613818"/>
                  <a:gd name="connsiteX6" fmla="*/ 1422013 w 4648489"/>
                  <a:gd name="connsiteY6" fmla="*/ 410263 h 1613818"/>
                  <a:gd name="connsiteX7" fmla="*/ 1602807 w 4648489"/>
                  <a:gd name="connsiteY7" fmla="*/ 782282 h 1613818"/>
                  <a:gd name="connsiteX8" fmla="*/ 1748833 w 4648489"/>
                  <a:gd name="connsiteY8" fmla="*/ 1081287 h 1613818"/>
                  <a:gd name="connsiteX9" fmla="*/ 1915720 w 4648489"/>
                  <a:gd name="connsiteY9" fmla="*/ 1390723 h 1613818"/>
                  <a:gd name="connsiteX10" fmla="*/ 2016547 w 4648489"/>
                  <a:gd name="connsiteY10" fmla="*/ 1564563 h 1613818"/>
                  <a:gd name="connsiteX11" fmla="*/ 2232109 w 4648489"/>
                  <a:gd name="connsiteY11" fmla="*/ 1554133 h 1613818"/>
                  <a:gd name="connsiteX12" fmla="*/ 2475485 w 4648489"/>
                  <a:gd name="connsiteY12" fmla="*/ 1474166 h 1613818"/>
                  <a:gd name="connsiteX13" fmla="*/ 2614558 w 4648489"/>
                  <a:gd name="connsiteY13" fmla="*/ 1369862 h 1613818"/>
                  <a:gd name="connsiteX14" fmla="*/ 2837073 w 4648489"/>
                  <a:gd name="connsiteY14" fmla="*/ 1157777 h 1613818"/>
                  <a:gd name="connsiteX15" fmla="*/ 3056112 w 4648489"/>
                  <a:gd name="connsiteY15" fmla="*/ 851818 h 1613818"/>
                  <a:gd name="connsiteX16" fmla="*/ 3229952 w 4648489"/>
                  <a:gd name="connsiteY16" fmla="*/ 573673 h 1613818"/>
                  <a:gd name="connsiteX17" fmla="*/ 3372501 w 4648489"/>
                  <a:gd name="connsiteY17" fmla="*/ 309436 h 1613818"/>
                  <a:gd name="connsiteX18" fmla="*/ 3466375 w 4648489"/>
                  <a:gd name="connsiteY18" fmla="*/ 128642 h 1613818"/>
                  <a:gd name="connsiteX19" fmla="*/ 3522004 w 4648489"/>
                  <a:gd name="connsiteY19" fmla="*/ 6954 h 1613818"/>
                  <a:gd name="connsiteX20" fmla="*/ 3584587 w 4648489"/>
                  <a:gd name="connsiteY20" fmla="*/ 86920 h 1613818"/>
                  <a:gd name="connsiteX21" fmla="*/ 3709752 w 4648489"/>
                  <a:gd name="connsiteY21" fmla="*/ 354634 h 1613818"/>
                  <a:gd name="connsiteX22" fmla="*/ 3810579 w 4648489"/>
                  <a:gd name="connsiteY22" fmla="*/ 549336 h 1613818"/>
                  <a:gd name="connsiteX23" fmla="*/ 3932267 w 4648489"/>
                  <a:gd name="connsiteY23" fmla="*/ 775328 h 1613818"/>
                  <a:gd name="connsiteX24" fmla="*/ 4043525 w 4648489"/>
                  <a:gd name="connsiteY24" fmla="*/ 983936 h 1613818"/>
                  <a:gd name="connsiteX25" fmla="*/ 4196504 w 4648489"/>
                  <a:gd name="connsiteY25" fmla="*/ 1241220 h 1613818"/>
                  <a:gd name="connsiteX26" fmla="*/ 4286901 w 4648489"/>
                  <a:gd name="connsiteY26" fmla="*/ 1355955 h 1613818"/>
                  <a:gd name="connsiteX27" fmla="*/ 4419020 w 4648489"/>
                  <a:gd name="connsiteY27" fmla="*/ 1508934 h 1613818"/>
                  <a:gd name="connsiteX28" fmla="*/ 4498987 w 4648489"/>
                  <a:gd name="connsiteY28" fmla="*/ 1606285 h 1613818"/>
                  <a:gd name="connsiteX29" fmla="*/ 4648489 w 4648489"/>
                  <a:gd name="connsiteY29" fmla="*/ 1554133 h 1613818"/>
                  <a:gd name="connsiteX30" fmla="*/ 4648489 w 4648489"/>
                  <a:gd name="connsiteY30" fmla="*/ 1554133 h 1613818"/>
                  <a:gd name="connsiteX0" fmla="*/ 0 w 4648489"/>
                  <a:gd name="connsiteY0" fmla="*/ 1310756 h 1613818"/>
                  <a:gd name="connsiteX1" fmla="*/ 281621 w 4648489"/>
                  <a:gd name="connsiteY1" fmla="*/ 1241220 h 1613818"/>
                  <a:gd name="connsiteX2" fmla="*/ 552812 w 4648489"/>
                  <a:gd name="connsiteY2" fmla="*/ 1077810 h 1613818"/>
                  <a:gd name="connsiteX3" fmla="*/ 747513 w 4648489"/>
                  <a:gd name="connsiteY3" fmla="*/ 886586 h 1613818"/>
                  <a:gd name="connsiteX4" fmla="*/ 1015227 w 4648489"/>
                  <a:gd name="connsiteY4" fmla="*/ 518044 h 1613818"/>
                  <a:gd name="connsiteX5" fmla="*/ 1244696 w 4648489"/>
                  <a:gd name="connsiteY5" fmla="*/ 107781 h 1613818"/>
                  <a:gd name="connsiteX6" fmla="*/ 1448379 w 4648489"/>
                  <a:gd name="connsiteY6" fmla="*/ 398674 h 1613818"/>
                  <a:gd name="connsiteX7" fmla="*/ 1602807 w 4648489"/>
                  <a:gd name="connsiteY7" fmla="*/ 782282 h 1613818"/>
                  <a:gd name="connsiteX8" fmla="*/ 1748833 w 4648489"/>
                  <a:gd name="connsiteY8" fmla="*/ 1081287 h 1613818"/>
                  <a:gd name="connsiteX9" fmla="*/ 1915720 w 4648489"/>
                  <a:gd name="connsiteY9" fmla="*/ 1390723 h 1613818"/>
                  <a:gd name="connsiteX10" fmla="*/ 2016547 w 4648489"/>
                  <a:gd name="connsiteY10" fmla="*/ 1564563 h 1613818"/>
                  <a:gd name="connsiteX11" fmla="*/ 2232109 w 4648489"/>
                  <a:gd name="connsiteY11" fmla="*/ 1554133 h 1613818"/>
                  <a:gd name="connsiteX12" fmla="*/ 2475485 w 4648489"/>
                  <a:gd name="connsiteY12" fmla="*/ 1474166 h 1613818"/>
                  <a:gd name="connsiteX13" fmla="*/ 2614558 w 4648489"/>
                  <a:gd name="connsiteY13" fmla="*/ 1369862 h 1613818"/>
                  <a:gd name="connsiteX14" fmla="*/ 2837073 w 4648489"/>
                  <a:gd name="connsiteY14" fmla="*/ 1157777 h 1613818"/>
                  <a:gd name="connsiteX15" fmla="*/ 3056112 w 4648489"/>
                  <a:gd name="connsiteY15" fmla="*/ 851818 h 1613818"/>
                  <a:gd name="connsiteX16" fmla="*/ 3229952 w 4648489"/>
                  <a:gd name="connsiteY16" fmla="*/ 573673 h 1613818"/>
                  <a:gd name="connsiteX17" fmla="*/ 3372501 w 4648489"/>
                  <a:gd name="connsiteY17" fmla="*/ 309436 h 1613818"/>
                  <a:gd name="connsiteX18" fmla="*/ 3466375 w 4648489"/>
                  <a:gd name="connsiteY18" fmla="*/ 128642 h 1613818"/>
                  <a:gd name="connsiteX19" fmla="*/ 3522004 w 4648489"/>
                  <a:gd name="connsiteY19" fmla="*/ 6954 h 1613818"/>
                  <a:gd name="connsiteX20" fmla="*/ 3584587 w 4648489"/>
                  <a:gd name="connsiteY20" fmla="*/ 86920 h 1613818"/>
                  <a:gd name="connsiteX21" fmla="*/ 3709752 w 4648489"/>
                  <a:gd name="connsiteY21" fmla="*/ 354634 h 1613818"/>
                  <a:gd name="connsiteX22" fmla="*/ 3810579 w 4648489"/>
                  <a:gd name="connsiteY22" fmla="*/ 549336 h 1613818"/>
                  <a:gd name="connsiteX23" fmla="*/ 3932267 w 4648489"/>
                  <a:gd name="connsiteY23" fmla="*/ 775328 h 1613818"/>
                  <a:gd name="connsiteX24" fmla="*/ 4043525 w 4648489"/>
                  <a:gd name="connsiteY24" fmla="*/ 983936 h 1613818"/>
                  <a:gd name="connsiteX25" fmla="*/ 4196504 w 4648489"/>
                  <a:gd name="connsiteY25" fmla="*/ 1241220 h 1613818"/>
                  <a:gd name="connsiteX26" fmla="*/ 4286901 w 4648489"/>
                  <a:gd name="connsiteY26" fmla="*/ 1355955 h 1613818"/>
                  <a:gd name="connsiteX27" fmla="*/ 4419020 w 4648489"/>
                  <a:gd name="connsiteY27" fmla="*/ 1508934 h 1613818"/>
                  <a:gd name="connsiteX28" fmla="*/ 4498987 w 4648489"/>
                  <a:gd name="connsiteY28" fmla="*/ 1606285 h 1613818"/>
                  <a:gd name="connsiteX29" fmla="*/ 4648489 w 4648489"/>
                  <a:gd name="connsiteY29" fmla="*/ 1554133 h 1613818"/>
                  <a:gd name="connsiteX30" fmla="*/ 4648489 w 4648489"/>
                  <a:gd name="connsiteY30" fmla="*/ 1554133 h 1613818"/>
                  <a:gd name="connsiteX0" fmla="*/ 0 w 4648489"/>
                  <a:gd name="connsiteY0" fmla="*/ 1310756 h 1613818"/>
                  <a:gd name="connsiteX1" fmla="*/ 281621 w 4648489"/>
                  <a:gd name="connsiteY1" fmla="*/ 1241220 h 1613818"/>
                  <a:gd name="connsiteX2" fmla="*/ 552812 w 4648489"/>
                  <a:gd name="connsiteY2" fmla="*/ 1077810 h 1613818"/>
                  <a:gd name="connsiteX3" fmla="*/ 747513 w 4648489"/>
                  <a:gd name="connsiteY3" fmla="*/ 886586 h 1613818"/>
                  <a:gd name="connsiteX4" fmla="*/ 1015227 w 4648489"/>
                  <a:gd name="connsiteY4" fmla="*/ 518044 h 1613818"/>
                  <a:gd name="connsiteX5" fmla="*/ 1244696 w 4648489"/>
                  <a:gd name="connsiteY5" fmla="*/ 107781 h 1613818"/>
                  <a:gd name="connsiteX6" fmla="*/ 1448379 w 4648489"/>
                  <a:gd name="connsiteY6" fmla="*/ 398674 h 1613818"/>
                  <a:gd name="connsiteX7" fmla="*/ 1602807 w 4648489"/>
                  <a:gd name="connsiteY7" fmla="*/ 782282 h 1613818"/>
                  <a:gd name="connsiteX8" fmla="*/ 1748833 w 4648489"/>
                  <a:gd name="connsiteY8" fmla="*/ 1081287 h 1613818"/>
                  <a:gd name="connsiteX9" fmla="*/ 1915720 w 4648489"/>
                  <a:gd name="connsiteY9" fmla="*/ 1390723 h 1613818"/>
                  <a:gd name="connsiteX10" fmla="*/ 2016547 w 4648489"/>
                  <a:gd name="connsiteY10" fmla="*/ 1564563 h 1613818"/>
                  <a:gd name="connsiteX11" fmla="*/ 2232109 w 4648489"/>
                  <a:gd name="connsiteY11" fmla="*/ 1554133 h 1613818"/>
                  <a:gd name="connsiteX12" fmla="*/ 2475485 w 4648489"/>
                  <a:gd name="connsiteY12" fmla="*/ 1474166 h 1613818"/>
                  <a:gd name="connsiteX13" fmla="*/ 2614558 w 4648489"/>
                  <a:gd name="connsiteY13" fmla="*/ 1369862 h 1613818"/>
                  <a:gd name="connsiteX14" fmla="*/ 2837073 w 4648489"/>
                  <a:gd name="connsiteY14" fmla="*/ 1157777 h 1613818"/>
                  <a:gd name="connsiteX15" fmla="*/ 3056112 w 4648489"/>
                  <a:gd name="connsiteY15" fmla="*/ 851818 h 1613818"/>
                  <a:gd name="connsiteX16" fmla="*/ 3229952 w 4648489"/>
                  <a:gd name="connsiteY16" fmla="*/ 573673 h 1613818"/>
                  <a:gd name="connsiteX17" fmla="*/ 3372501 w 4648489"/>
                  <a:gd name="connsiteY17" fmla="*/ 309436 h 1613818"/>
                  <a:gd name="connsiteX18" fmla="*/ 3466375 w 4648489"/>
                  <a:gd name="connsiteY18" fmla="*/ 128642 h 1613818"/>
                  <a:gd name="connsiteX19" fmla="*/ 3522004 w 4648489"/>
                  <a:gd name="connsiteY19" fmla="*/ 6954 h 1613818"/>
                  <a:gd name="connsiteX20" fmla="*/ 3584587 w 4648489"/>
                  <a:gd name="connsiteY20" fmla="*/ 86920 h 1613818"/>
                  <a:gd name="connsiteX21" fmla="*/ 3709752 w 4648489"/>
                  <a:gd name="connsiteY21" fmla="*/ 354634 h 1613818"/>
                  <a:gd name="connsiteX22" fmla="*/ 3810579 w 4648489"/>
                  <a:gd name="connsiteY22" fmla="*/ 549336 h 1613818"/>
                  <a:gd name="connsiteX23" fmla="*/ 3932267 w 4648489"/>
                  <a:gd name="connsiteY23" fmla="*/ 775328 h 1613818"/>
                  <a:gd name="connsiteX24" fmla="*/ 4043525 w 4648489"/>
                  <a:gd name="connsiteY24" fmla="*/ 983936 h 1613818"/>
                  <a:gd name="connsiteX25" fmla="*/ 4196504 w 4648489"/>
                  <a:gd name="connsiteY25" fmla="*/ 1241220 h 1613818"/>
                  <a:gd name="connsiteX26" fmla="*/ 4286901 w 4648489"/>
                  <a:gd name="connsiteY26" fmla="*/ 1355955 h 1613818"/>
                  <a:gd name="connsiteX27" fmla="*/ 4419020 w 4648489"/>
                  <a:gd name="connsiteY27" fmla="*/ 1508934 h 1613818"/>
                  <a:gd name="connsiteX28" fmla="*/ 4498987 w 4648489"/>
                  <a:gd name="connsiteY28" fmla="*/ 1606285 h 1613818"/>
                  <a:gd name="connsiteX29" fmla="*/ 4648489 w 4648489"/>
                  <a:gd name="connsiteY29" fmla="*/ 1554133 h 1613818"/>
                  <a:gd name="connsiteX30" fmla="*/ 4648489 w 4648489"/>
                  <a:gd name="connsiteY30" fmla="*/ 1554133 h 1613818"/>
                  <a:gd name="connsiteX0" fmla="*/ 0 w 4648489"/>
                  <a:gd name="connsiteY0" fmla="*/ 1310756 h 1613818"/>
                  <a:gd name="connsiteX1" fmla="*/ 281621 w 4648489"/>
                  <a:gd name="connsiteY1" fmla="*/ 1241220 h 1613818"/>
                  <a:gd name="connsiteX2" fmla="*/ 552812 w 4648489"/>
                  <a:gd name="connsiteY2" fmla="*/ 1077810 h 1613818"/>
                  <a:gd name="connsiteX3" fmla="*/ 747513 w 4648489"/>
                  <a:gd name="connsiteY3" fmla="*/ 886586 h 1613818"/>
                  <a:gd name="connsiteX4" fmla="*/ 1015227 w 4648489"/>
                  <a:gd name="connsiteY4" fmla="*/ 518044 h 1613818"/>
                  <a:gd name="connsiteX5" fmla="*/ 1244696 w 4648489"/>
                  <a:gd name="connsiteY5" fmla="*/ 107781 h 1613818"/>
                  <a:gd name="connsiteX6" fmla="*/ 1448379 w 4648489"/>
                  <a:gd name="connsiteY6" fmla="*/ 398674 h 1613818"/>
                  <a:gd name="connsiteX7" fmla="*/ 1602807 w 4648489"/>
                  <a:gd name="connsiteY7" fmla="*/ 782282 h 1613818"/>
                  <a:gd name="connsiteX8" fmla="*/ 1748833 w 4648489"/>
                  <a:gd name="connsiteY8" fmla="*/ 1081287 h 1613818"/>
                  <a:gd name="connsiteX9" fmla="*/ 1915720 w 4648489"/>
                  <a:gd name="connsiteY9" fmla="*/ 1390723 h 1613818"/>
                  <a:gd name="connsiteX10" fmla="*/ 2016547 w 4648489"/>
                  <a:gd name="connsiteY10" fmla="*/ 1564563 h 1613818"/>
                  <a:gd name="connsiteX11" fmla="*/ 2232109 w 4648489"/>
                  <a:gd name="connsiteY11" fmla="*/ 1554133 h 1613818"/>
                  <a:gd name="connsiteX12" fmla="*/ 2475485 w 4648489"/>
                  <a:gd name="connsiteY12" fmla="*/ 1474166 h 1613818"/>
                  <a:gd name="connsiteX13" fmla="*/ 2614558 w 4648489"/>
                  <a:gd name="connsiteY13" fmla="*/ 1369862 h 1613818"/>
                  <a:gd name="connsiteX14" fmla="*/ 2837073 w 4648489"/>
                  <a:gd name="connsiteY14" fmla="*/ 1157777 h 1613818"/>
                  <a:gd name="connsiteX15" fmla="*/ 3056112 w 4648489"/>
                  <a:gd name="connsiteY15" fmla="*/ 851818 h 1613818"/>
                  <a:gd name="connsiteX16" fmla="*/ 3229952 w 4648489"/>
                  <a:gd name="connsiteY16" fmla="*/ 573673 h 1613818"/>
                  <a:gd name="connsiteX17" fmla="*/ 3372501 w 4648489"/>
                  <a:gd name="connsiteY17" fmla="*/ 309436 h 1613818"/>
                  <a:gd name="connsiteX18" fmla="*/ 3466375 w 4648489"/>
                  <a:gd name="connsiteY18" fmla="*/ 128642 h 1613818"/>
                  <a:gd name="connsiteX19" fmla="*/ 3522004 w 4648489"/>
                  <a:gd name="connsiteY19" fmla="*/ 6954 h 1613818"/>
                  <a:gd name="connsiteX20" fmla="*/ 3584587 w 4648489"/>
                  <a:gd name="connsiteY20" fmla="*/ 86920 h 1613818"/>
                  <a:gd name="connsiteX21" fmla="*/ 3709752 w 4648489"/>
                  <a:gd name="connsiteY21" fmla="*/ 354634 h 1613818"/>
                  <a:gd name="connsiteX22" fmla="*/ 3810579 w 4648489"/>
                  <a:gd name="connsiteY22" fmla="*/ 549336 h 1613818"/>
                  <a:gd name="connsiteX23" fmla="*/ 3932267 w 4648489"/>
                  <a:gd name="connsiteY23" fmla="*/ 775328 h 1613818"/>
                  <a:gd name="connsiteX24" fmla="*/ 4043525 w 4648489"/>
                  <a:gd name="connsiteY24" fmla="*/ 983936 h 1613818"/>
                  <a:gd name="connsiteX25" fmla="*/ 4196504 w 4648489"/>
                  <a:gd name="connsiteY25" fmla="*/ 1241220 h 1613818"/>
                  <a:gd name="connsiteX26" fmla="*/ 4286901 w 4648489"/>
                  <a:gd name="connsiteY26" fmla="*/ 1355955 h 1613818"/>
                  <a:gd name="connsiteX27" fmla="*/ 4419020 w 4648489"/>
                  <a:gd name="connsiteY27" fmla="*/ 1508934 h 1613818"/>
                  <a:gd name="connsiteX28" fmla="*/ 4498987 w 4648489"/>
                  <a:gd name="connsiteY28" fmla="*/ 1606285 h 1613818"/>
                  <a:gd name="connsiteX29" fmla="*/ 4648489 w 4648489"/>
                  <a:gd name="connsiteY29" fmla="*/ 1554133 h 1613818"/>
                  <a:gd name="connsiteX30" fmla="*/ 4648489 w 4648489"/>
                  <a:gd name="connsiteY30" fmla="*/ 1554133 h 1613818"/>
                  <a:gd name="connsiteX0" fmla="*/ 0 w 4648489"/>
                  <a:gd name="connsiteY0" fmla="*/ 1310756 h 1613818"/>
                  <a:gd name="connsiteX1" fmla="*/ 281621 w 4648489"/>
                  <a:gd name="connsiteY1" fmla="*/ 1241220 h 1613818"/>
                  <a:gd name="connsiteX2" fmla="*/ 552812 w 4648489"/>
                  <a:gd name="connsiteY2" fmla="*/ 1077810 h 1613818"/>
                  <a:gd name="connsiteX3" fmla="*/ 747513 w 4648489"/>
                  <a:gd name="connsiteY3" fmla="*/ 886586 h 1613818"/>
                  <a:gd name="connsiteX4" fmla="*/ 1015227 w 4648489"/>
                  <a:gd name="connsiteY4" fmla="*/ 518044 h 1613818"/>
                  <a:gd name="connsiteX5" fmla="*/ 1244696 w 4648489"/>
                  <a:gd name="connsiteY5" fmla="*/ 107781 h 1613818"/>
                  <a:gd name="connsiteX6" fmla="*/ 1448379 w 4648489"/>
                  <a:gd name="connsiteY6" fmla="*/ 398674 h 1613818"/>
                  <a:gd name="connsiteX7" fmla="*/ 1600200 w 4648489"/>
                  <a:gd name="connsiteY7" fmla="*/ 779674 h 1613818"/>
                  <a:gd name="connsiteX8" fmla="*/ 1748833 w 4648489"/>
                  <a:gd name="connsiteY8" fmla="*/ 1081287 h 1613818"/>
                  <a:gd name="connsiteX9" fmla="*/ 1915720 w 4648489"/>
                  <a:gd name="connsiteY9" fmla="*/ 1390723 h 1613818"/>
                  <a:gd name="connsiteX10" fmla="*/ 2016547 w 4648489"/>
                  <a:gd name="connsiteY10" fmla="*/ 1564563 h 1613818"/>
                  <a:gd name="connsiteX11" fmla="*/ 2232109 w 4648489"/>
                  <a:gd name="connsiteY11" fmla="*/ 1554133 h 1613818"/>
                  <a:gd name="connsiteX12" fmla="*/ 2475485 w 4648489"/>
                  <a:gd name="connsiteY12" fmla="*/ 1474166 h 1613818"/>
                  <a:gd name="connsiteX13" fmla="*/ 2614558 w 4648489"/>
                  <a:gd name="connsiteY13" fmla="*/ 1369862 h 1613818"/>
                  <a:gd name="connsiteX14" fmla="*/ 2837073 w 4648489"/>
                  <a:gd name="connsiteY14" fmla="*/ 1157777 h 1613818"/>
                  <a:gd name="connsiteX15" fmla="*/ 3056112 w 4648489"/>
                  <a:gd name="connsiteY15" fmla="*/ 851818 h 1613818"/>
                  <a:gd name="connsiteX16" fmla="*/ 3229952 w 4648489"/>
                  <a:gd name="connsiteY16" fmla="*/ 573673 h 1613818"/>
                  <a:gd name="connsiteX17" fmla="*/ 3372501 w 4648489"/>
                  <a:gd name="connsiteY17" fmla="*/ 309436 h 1613818"/>
                  <a:gd name="connsiteX18" fmla="*/ 3466375 w 4648489"/>
                  <a:gd name="connsiteY18" fmla="*/ 128642 h 1613818"/>
                  <a:gd name="connsiteX19" fmla="*/ 3522004 w 4648489"/>
                  <a:gd name="connsiteY19" fmla="*/ 6954 h 1613818"/>
                  <a:gd name="connsiteX20" fmla="*/ 3584587 w 4648489"/>
                  <a:gd name="connsiteY20" fmla="*/ 86920 h 1613818"/>
                  <a:gd name="connsiteX21" fmla="*/ 3709752 w 4648489"/>
                  <a:gd name="connsiteY21" fmla="*/ 354634 h 1613818"/>
                  <a:gd name="connsiteX22" fmla="*/ 3810579 w 4648489"/>
                  <a:gd name="connsiteY22" fmla="*/ 549336 h 1613818"/>
                  <a:gd name="connsiteX23" fmla="*/ 3932267 w 4648489"/>
                  <a:gd name="connsiteY23" fmla="*/ 775328 h 1613818"/>
                  <a:gd name="connsiteX24" fmla="*/ 4043525 w 4648489"/>
                  <a:gd name="connsiteY24" fmla="*/ 983936 h 1613818"/>
                  <a:gd name="connsiteX25" fmla="*/ 4196504 w 4648489"/>
                  <a:gd name="connsiteY25" fmla="*/ 1241220 h 1613818"/>
                  <a:gd name="connsiteX26" fmla="*/ 4286901 w 4648489"/>
                  <a:gd name="connsiteY26" fmla="*/ 1355955 h 1613818"/>
                  <a:gd name="connsiteX27" fmla="*/ 4419020 w 4648489"/>
                  <a:gd name="connsiteY27" fmla="*/ 1508934 h 1613818"/>
                  <a:gd name="connsiteX28" fmla="*/ 4498987 w 4648489"/>
                  <a:gd name="connsiteY28" fmla="*/ 1606285 h 1613818"/>
                  <a:gd name="connsiteX29" fmla="*/ 4648489 w 4648489"/>
                  <a:gd name="connsiteY29" fmla="*/ 1554133 h 1613818"/>
                  <a:gd name="connsiteX30" fmla="*/ 4648489 w 4648489"/>
                  <a:gd name="connsiteY30" fmla="*/ 1554133 h 1613818"/>
                  <a:gd name="connsiteX0" fmla="*/ 0 w 4648489"/>
                  <a:gd name="connsiteY0" fmla="*/ 1310756 h 1613818"/>
                  <a:gd name="connsiteX1" fmla="*/ 281621 w 4648489"/>
                  <a:gd name="connsiteY1" fmla="*/ 1241220 h 1613818"/>
                  <a:gd name="connsiteX2" fmla="*/ 552812 w 4648489"/>
                  <a:gd name="connsiteY2" fmla="*/ 1077810 h 1613818"/>
                  <a:gd name="connsiteX3" fmla="*/ 747513 w 4648489"/>
                  <a:gd name="connsiteY3" fmla="*/ 886586 h 1613818"/>
                  <a:gd name="connsiteX4" fmla="*/ 1015227 w 4648489"/>
                  <a:gd name="connsiteY4" fmla="*/ 518044 h 1613818"/>
                  <a:gd name="connsiteX5" fmla="*/ 1244696 w 4648489"/>
                  <a:gd name="connsiteY5" fmla="*/ 107781 h 1613818"/>
                  <a:gd name="connsiteX6" fmla="*/ 1448379 w 4648489"/>
                  <a:gd name="connsiteY6" fmla="*/ 398674 h 1613818"/>
                  <a:gd name="connsiteX7" fmla="*/ 1600200 w 4648489"/>
                  <a:gd name="connsiteY7" fmla="*/ 779674 h 1613818"/>
                  <a:gd name="connsiteX8" fmla="*/ 1748833 w 4648489"/>
                  <a:gd name="connsiteY8" fmla="*/ 1081287 h 1613818"/>
                  <a:gd name="connsiteX9" fmla="*/ 1915720 w 4648489"/>
                  <a:gd name="connsiteY9" fmla="*/ 1390723 h 1613818"/>
                  <a:gd name="connsiteX10" fmla="*/ 2016547 w 4648489"/>
                  <a:gd name="connsiteY10" fmla="*/ 1564563 h 1613818"/>
                  <a:gd name="connsiteX11" fmla="*/ 2232109 w 4648489"/>
                  <a:gd name="connsiteY11" fmla="*/ 1554133 h 1613818"/>
                  <a:gd name="connsiteX12" fmla="*/ 2475485 w 4648489"/>
                  <a:gd name="connsiteY12" fmla="*/ 1474166 h 1613818"/>
                  <a:gd name="connsiteX13" fmla="*/ 2614558 w 4648489"/>
                  <a:gd name="connsiteY13" fmla="*/ 1369862 h 1613818"/>
                  <a:gd name="connsiteX14" fmla="*/ 2837073 w 4648489"/>
                  <a:gd name="connsiteY14" fmla="*/ 1157777 h 1613818"/>
                  <a:gd name="connsiteX15" fmla="*/ 3056112 w 4648489"/>
                  <a:gd name="connsiteY15" fmla="*/ 851818 h 1613818"/>
                  <a:gd name="connsiteX16" fmla="*/ 3229952 w 4648489"/>
                  <a:gd name="connsiteY16" fmla="*/ 573673 h 1613818"/>
                  <a:gd name="connsiteX17" fmla="*/ 3372501 w 4648489"/>
                  <a:gd name="connsiteY17" fmla="*/ 309436 h 1613818"/>
                  <a:gd name="connsiteX18" fmla="*/ 3466375 w 4648489"/>
                  <a:gd name="connsiteY18" fmla="*/ 128642 h 1613818"/>
                  <a:gd name="connsiteX19" fmla="*/ 3522004 w 4648489"/>
                  <a:gd name="connsiteY19" fmla="*/ 6954 h 1613818"/>
                  <a:gd name="connsiteX20" fmla="*/ 3584587 w 4648489"/>
                  <a:gd name="connsiteY20" fmla="*/ 86920 h 1613818"/>
                  <a:gd name="connsiteX21" fmla="*/ 3709752 w 4648489"/>
                  <a:gd name="connsiteY21" fmla="*/ 354634 h 1613818"/>
                  <a:gd name="connsiteX22" fmla="*/ 3810579 w 4648489"/>
                  <a:gd name="connsiteY22" fmla="*/ 549336 h 1613818"/>
                  <a:gd name="connsiteX23" fmla="*/ 3932267 w 4648489"/>
                  <a:gd name="connsiteY23" fmla="*/ 775328 h 1613818"/>
                  <a:gd name="connsiteX24" fmla="*/ 4043525 w 4648489"/>
                  <a:gd name="connsiteY24" fmla="*/ 983936 h 1613818"/>
                  <a:gd name="connsiteX25" fmla="*/ 4196504 w 4648489"/>
                  <a:gd name="connsiteY25" fmla="*/ 1241220 h 1613818"/>
                  <a:gd name="connsiteX26" fmla="*/ 4286901 w 4648489"/>
                  <a:gd name="connsiteY26" fmla="*/ 1355955 h 1613818"/>
                  <a:gd name="connsiteX27" fmla="*/ 4419020 w 4648489"/>
                  <a:gd name="connsiteY27" fmla="*/ 1508934 h 1613818"/>
                  <a:gd name="connsiteX28" fmla="*/ 4498987 w 4648489"/>
                  <a:gd name="connsiteY28" fmla="*/ 1606285 h 1613818"/>
                  <a:gd name="connsiteX29" fmla="*/ 4648489 w 4648489"/>
                  <a:gd name="connsiteY29" fmla="*/ 1554133 h 1613818"/>
                  <a:gd name="connsiteX30" fmla="*/ 4648489 w 4648489"/>
                  <a:gd name="connsiteY30" fmla="*/ 1554133 h 1613818"/>
                  <a:gd name="connsiteX0" fmla="*/ 0 w 4648489"/>
                  <a:gd name="connsiteY0" fmla="*/ 1310756 h 1613818"/>
                  <a:gd name="connsiteX1" fmla="*/ 281621 w 4648489"/>
                  <a:gd name="connsiteY1" fmla="*/ 1241220 h 1613818"/>
                  <a:gd name="connsiteX2" fmla="*/ 552812 w 4648489"/>
                  <a:gd name="connsiteY2" fmla="*/ 1077810 h 1613818"/>
                  <a:gd name="connsiteX3" fmla="*/ 747513 w 4648489"/>
                  <a:gd name="connsiteY3" fmla="*/ 886586 h 1613818"/>
                  <a:gd name="connsiteX4" fmla="*/ 1015227 w 4648489"/>
                  <a:gd name="connsiteY4" fmla="*/ 518044 h 1613818"/>
                  <a:gd name="connsiteX5" fmla="*/ 1244696 w 4648489"/>
                  <a:gd name="connsiteY5" fmla="*/ 107781 h 1613818"/>
                  <a:gd name="connsiteX6" fmla="*/ 1448379 w 4648489"/>
                  <a:gd name="connsiteY6" fmla="*/ 398674 h 1613818"/>
                  <a:gd name="connsiteX7" fmla="*/ 1600200 w 4648489"/>
                  <a:gd name="connsiteY7" fmla="*/ 779674 h 1613818"/>
                  <a:gd name="connsiteX8" fmla="*/ 1748833 w 4648489"/>
                  <a:gd name="connsiteY8" fmla="*/ 1081287 h 1613818"/>
                  <a:gd name="connsiteX9" fmla="*/ 1915720 w 4648489"/>
                  <a:gd name="connsiteY9" fmla="*/ 1390723 h 1613818"/>
                  <a:gd name="connsiteX10" fmla="*/ 2016547 w 4648489"/>
                  <a:gd name="connsiteY10" fmla="*/ 1564563 h 1613818"/>
                  <a:gd name="connsiteX11" fmla="*/ 2232109 w 4648489"/>
                  <a:gd name="connsiteY11" fmla="*/ 1554133 h 1613818"/>
                  <a:gd name="connsiteX12" fmla="*/ 2475485 w 4648489"/>
                  <a:gd name="connsiteY12" fmla="*/ 1474166 h 1613818"/>
                  <a:gd name="connsiteX13" fmla="*/ 2614558 w 4648489"/>
                  <a:gd name="connsiteY13" fmla="*/ 1369862 h 1613818"/>
                  <a:gd name="connsiteX14" fmla="*/ 2837073 w 4648489"/>
                  <a:gd name="connsiteY14" fmla="*/ 1157777 h 1613818"/>
                  <a:gd name="connsiteX15" fmla="*/ 3056112 w 4648489"/>
                  <a:gd name="connsiteY15" fmla="*/ 851818 h 1613818"/>
                  <a:gd name="connsiteX16" fmla="*/ 3229952 w 4648489"/>
                  <a:gd name="connsiteY16" fmla="*/ 573673 h 1613818"/>
                  <a:gd name="connsiteX17" fmla="*/ 3372501 w 4648489"/>
                  <a:gd name="connsiteY17" fmla="*/ 309436 h 1613818"/>
                  <a:gd name="connsiteX18" fmla="*/ 3466375 w 4648489"/>
                  <a:gd name="connsiteY18" fmla="*/ 128642 h 1613818"/>
                  <a:gd name="connsiteX19" fmla="*/ 3522004 w 4648489"/>
                  <a:gd name="connsiteY19" fmla="*/ 6954 h 1613818"/>
                  <a:gd name="connsiteX20" fmla="*/ 3584587 w 4648489"/>
                  <a:gd name="connsiteY20" fmla="*/ 86920 h 1613818"/>
                  <a:gd name="connsiteX21" fmla="*/ 3709752 w 4648489"/>
                  <a:gd name="connsiteY21" fmla="*/ 354634 h 1613818"/>
                  <a:gd name="connsiteX22" fmla="*/ 3810579 w 4648489"/>
                  <a:gd name="connsiteY22" fmla="*/ 549336 h 1613818"/>
                  <a:gd name="connsiteX23" fmla="*/ 3932267 w 4648489"/>
                  <a:gd name="connsiteY23" fmla="*/ 775328 h 1613818"/>
                  <a:gd name="connsiteX24" fmla="*/ 4043525 w 4648489"/>
                  <a:gd name="connsiteY24" fmla="*/ 983936 h 1613818"/>
                  <a:gd name="connsiteX25" fmla="*/ 4196504 w 4648489"/>
                  <a:gd name="connsiteY25" fmla="*/ 1241220 h 1613818"/>
                  <a:gd name="connsiteX26" fmla="*/ 4286901 w 4648489"/>
                  <a:gd name="connsiteY26" fmla="*/ 1355955 h 1613818"/>
                  <a:gd name="connsiteX27" fmla="*/ 4419020 w 4648489"/>
                  <a:gd name="connsiteY27" fmla="*/ 1508934 h 1613818"/>
                  <a:gd name="connsiteX28" fmla="*/ 4498987 w 4648489"/>
                  <a:gd name="connsiteY28" fmla="*/ 1606285 h 1613818"/>
                  <a:gd name="connsiteX29" fmla="*/ 4648489 w 4648489"/>
                  <a:gd name="connsiteY29" fmla="*/ 1554133 h 1613818"/>
                  <a:gd name="connsiteX30" fmla="*/ 4648489 w 4648489"/>
                  <a:gd name="connsiteY30" fmla="*/ 1554133 h 1613818"/>
                  <a:gd name="connsiteX0" fmla="*/ 0 w 4648489"/>
                  <a:gd name="connsiteY0" fmla="*/ 1310756 h 1613818"/>
                  <a:gd name="connsiteX1" fmla="*/ 281621 w 4648489"/>
                  <a:gd name="connsiteY1" fmla="*/ 1241220 h 1613818"/>
                  <a:gd name="connsiteX2" fmla="*/ 552812 w 4648489"/>
                  <a:gd name="connsiteY2" fmla="*/ 1077810 h 1613818"/>
                  <a:gd name="connsiteX3" fmla="*/ 747513 w 4648489"/>
                  <a:gd name="connsiteY3" fmla="*/ 886586 h 1613818"/>
                  <a:gd name="connsiteX4" fmla="*/ 1015227 w 4648489"/>
                  <a:gd name="connsiteY4" fmla="*/ 518044 h 1613818"/>
                  <a:gd name="connsiteX5" fmla="*/ 1244696 w 4648489"/>
                  <a:gd name="connsiteY5" fmla="*/ 107781 h 1613818"/>
                  <a:gd name="connsiteX6" fmla="*/ 1448379 w 4648489"/>
                  <a:gd name="connsiteY6" fmla="*/ 398674 h 1613818"/>
                  <a:gd name="connsiteX7" fmla="*/ 1676400 w 4648489"/>
                  <a:gd name="connsiteY7" fmla="*/ 779674 h 1613818"/>
                  <a:gd name="connsiteX8" fmla="*/ 1748833 w 4648489"/>
                  <a:gd name="connsiteY8" fmla="*/ 1081287 h 1613818"/>
                  <a:gd name="connsiteX9" fmla="*/ 1915720 w 4648489"/>
                  <a:gd name="connsiteY9" fmla="*/ 1390723 h 1613818"/>
                  <a:gd name="connsiteX10" fmla="*/ 2016547 w 4648489"/>
                  <a:gd name="connsiteY10" fmla="*/ 1564563 h 1613818"/>
                  <a:gd name="connsiteX11" fmla="*/ 2232109 w 4648489"/>
                  <a:gd name="connsiteY11" fmla="*/ 1554133 h 1613818"/>
                  <a:gd name="connsiteX12" fmla="*/ 2475485 w 4648489"/>
                  <a:gd name="connsiteY12" fmla="*/ 1474166 h 1613818"/>
                  <a:gd name="connsiteX13" fmla="*/ 2614558 w 4648489"/>
                  <a:gd name="connsiteY13" fmla="*/ 1369862 h 1613818"/>
                  <a:gd name="connsiteX14" fmla="*/ 2837073 w 4648489"/>
                  <a:gd name="connsiteY14" fmla="*/ 1157777 h 1613818"/>
                  <a:gd name="connsiteX15" fmla="*/ 3056112 w 4648489"/>
                  <a:gd name="connsiteY15" fmla="*/ 851818 h 1613818"/>
                  <a:gd name="connsiteX16" fmla="*/ 3229952 w 4648489"/>
                  <a:gd name="connsiteY16" fmla="*/ 573673 h 1613818"/>
                  <a:gd name="connsiteX17" fmla="*/ 3372501 w 4648489"/>
                  <a:gd name="connsiteY17" fmla="*/ 309436 h 1613818"/>
                  <a:gd name="connsiteX18" fmla="*/ 3466375 w 4648489"/>
                  <a:gd name="connsiteY18" fmla="*/ 128642 h 1613818"/>
                  <a:gd name="connsiteX19" fmla="*/ 3522004 w 4648489"/>
                  <a:gd name="connsiteY19" fmla="*/ 6954 h 1613818"/>
                  <a:gd name="connsiteX20" fmla="*/ 3584587 w 4648489"/>
                  <a:gd name="connsiteY20" fmla="*/ 86920 h 1613818"/>
                  <a:gd name="connsiteX21" fmla="*/ 3709752 w 4648489"/>
                  <a:gd name="connsiteY21" fmla="*/ 354634 h 1613818"/>
                  <a:gd name="connsiteX22" fmla="*/ 3810579 w 4648489"/>
                  <a:gd name="connsiteY22" fmla="*/ 549336 h 1613818"/>
                  <a:gd name="connsiteX23" fmla="*/ 3932267 w 4648489"/>
                  <a:gd name="connsiteY23" fmla="*/ 775328 h 1613818"/>
                  <a:gd name="connsiteX24" fmla="*/ 4043525 w 4648489"/>
                  <a:gd name="connsiteY24" fmla="*/ 983936 h 1613818"/>
                  <a:gd name="connsiteX25" fmla="*/ 4196504 w 4648489"/>
                  <a:gd name="connsiteY25" fmla="*/ 1241220 h 1613818"/>
                  <a:gd name="connsiteX26" fmla="*/ 4286901 w 4648489"/>
                  <a:gd name="connsiteY26" fmla="*/ 1355955 h 1613818"/>
                  <a:gd name="connsiteX27" fmla="*/ 4419020 w 4648489"/>
                  <a:gd name="connsiteY27" fmla="*/ 1508934 h 1613818"/>
                  <a:gd name="connsiteX28" fmla="*/ 4498987 w 4648489"/>
                  <a:gd name="connsiteY28" fmla="*/ 1606285 h 1613818"/>
                  <a:gd name="connsiteX29" fmla="*/ 4648489 w 4648489"/>
                  <a:gd name="connsiteY29" fmla="*/ 1554133 h 1613818"/>
                  <a:gd name="connsiteX30" fmla="*/ 4648489 w 4648489"/>
                  <a:gd name="connsiteY30" fmla="*/ 1554133 h 1613818"/>
                  <a:gd name="connsiteX0" fmla="*/ 0 w 4648489"/>
                  <a:gd name="connsiteY0" fmla="*/ 1310756 h 1613818"/>
                  <a:gd name="connsiteX1" fmla="*/ 281621 w 4648489"/>
                  <a:gd name="connsiteY1" fmla="*/ 1241220 h 1613818"/>
                  <a:gd name="connsiteX2" fmla="*/ 552812 w 4648489"/>
                  <a:gd name="connsiteY2" fmla="*/ 1077810 h 1613818"/>
                  <a:gd name="connsiteX3" fmla="*/ 747513 w 4648489"/>
                  <a:gd name="connsiteY3" fmla="*/ 886586 h 1613818"/>
                  <a:gd name="connsiteX4" fmla="*/ 1015227 w 4648489"/>
                  <a:gd name="connsiteY4" fmla="*/ 518044 h 1613818"/>
                  <a:gd name="connsiteX5" fmla="*/ 1244696 w 4648489"/>
                  <a:gd name="connsiteY5" fmla="*/ 107781 h 1613818"/>
                  <a:gd name="connsiteX6" fmla="*/ 1448379 w 4648489"/>
                  <a:gd name="connsiteY6" fmla="*/ 398674 h 1613818"/>
                  <a:gd name="connsiteX7" fmla="*/ 1676400 w 4648489"/>
                  <a:gd name="connsiteY7" fmla="*/ 779674 h 1613818"/>
                  <a:gd name="connsiteX8" fmla="*/ 1828800 w 4648489"/>
                  <a:gd name="connsiteY8" fmla="*/ 1084474 h 1613818"/>
                  <a:gd name="connsiteX9" fmla="*/ 1915720 w 4648489"/>
                  <a:gd name="connsiteY9" fmla="*/ 1390723 h 1613818"/>
                  <a:gd name="connsiteX10" fmla="*/ 2016547 w 4648489"/>
                  <a:gd name="connsiteY10" fmla="*/ 1564563 h 1613818"/>
                  <a:gd name="connsiteX11" fmla="*/ 2232109 w 4648489"/>
                  <a:gd name="connsiteY11" fmla="*/ 1554133 h 1613818"/>
                  <a:gd name="connsiteX12" fmla="*/ 2475485 w 4648489"/>
                  <a:gd name="connsiteY12" fmla="*/ 1474166 h 1613818"/>
                  <a:gd name="connsiteX13" fmla="*/ 2614558 w 4648489"/>
                  <a:gd name="connsiteY13" fmla="*/ 1369862 h 1613818"/>
                  <a:gd name="connsiteX14" fmla="*/ 2837073 w 4648489"/>
                  <a:gd name="connsiteY14" fmla="*/ 1157777 h 1613818"/>
                  <a:gd name="connsiteX15" fmla="*/ 3056112 w 4648489"/>
                  <a:gd name="connsiteY15" fmla="*/ 851818 h 1613818"/>
                  <a:gd name="connsiteX16" fmla="*/ 3229952 w 4648489"/>
                  <a:gd name="connsiteY16" fmla="*/ 573673 h 1613818"/>
                  <a:gd name="connsiteX17" fmla="*/ 3372501 w 4648489"/>
                  <a:gd name="connsiteY17" fmla="*/ 309436 h 1613818"/>
                  <a:gd name="connsiteX18" fmla="*/ 3466375 w 4648489"/>
                  <a:gd name="connsiteY18" fmla="*/ 128642 h 1613818"/>
                  <a:gd name="connsiteX19" fmla="*/ 3522004 w 4648489"/>
                  <a:gd name="connsiteY19" fmla="*/ 6954 h 1613818"/>
                  <a:gd name="connsiteX20" fmla="*/ 3584587 w 4648489"/>
                  <a:gd name="connsiteY20" fmla="*/ 86920 h 1613818"/>
                  <a:gd name="connsiteX21" fmla="*/ 3709752 w 4648489"/>
                  <a:gd name="connsiteY21" fmla="*/ 354634 h 1613818"/>
                  <a:gd name="connsiteX22" fmla="*/ 3810579 w 4648489"/>
                  <a:gd name="connsiteY22" fmla="*/ 549336 h 1613818"/>
                  <a:gd name="connsiteX23" fmla="*/ 3932267 w 4648489"/>
                  <a:gd name="connsiteY23" fmla="*/ 775328 h 1613818"/>
                  <a:gd name="connsiteX24" fmla="*/ 4043525 w 4648489"/>
                  <a:gd name="connsiteY24" fmla="*/ 983936 h 1613818"/>
                  <a:gd name="connsiteX25" fmla="*/ 4196504 w 4648489"/>
                  <a:gd name="connsiteY25" fmla="*/ 1241220 h 1613818"/>
                  <a:gd name="connsiteX26" fmla="*/ 4286901 w 4648489"/>
                  <a:gd name="connsiteY26" fmla="*/ 1355955 h 1613818"/>
                  <a:gd name="connsiteX27" fmla="*/ 4419020 w 4648489"/>
                  <a:gd name="connsiteY27" fmla="*/ 1508934 h 1613818"/>
                  <a:gd name="connsiteX28" fmla="*/ 4498987 w 4648489"/>
                  <a:gd name="connsiteY28" fmla="*/ 1606285 h 1613818"/>
                  <a:gd name="connsiteX29" fmla="*/ 4648489 w 4648489"/>
                  <a:gd name="connsiteY29" fmla="*/ 1554133 h 1613818"/>
                  <a:gd name="connsiteX30" fmla="*/ 4648489 w 4648489"/>
                  <a:gd name="connsiteY30" fmla="*/ 1554133 h 1613818"/>
                  <a:gd name="connsiteX0" fmla="*/ 0 w 4648489"/>
                  <a:gd name="connsiteY0" fmla="*/ 1310756 h 1613818"/>
                  <a:gd name="connsiteX1" fmla="*/ 281621 w 4648489"/>
                  <a:gd name="connsiteY1" fmla="*/ 1241220 h 1613818"/>
                  <a:gd name="connsiteX2" fmla="*/ 552812 w 4648489"/>
                  <a:gd name="connsiteY2" fmla="*/ 1077810 h 1613818"/>
                  <a:gd name="connsiteX3" fmla="*/ 747513 w 4648489"/>
                  <a:gd name="connsiteY3" fmla="*/ 886586 h 1613818"/>
                  <a:gd name="connsiteX4" fmla="*/ 1015227 w 4648489"/>
                  <a:gd name="connsiteY4" fmla="*/ 518044 h 1613818"/>
                  <a:gd name="connsiteX5" fmla="*/ 1244696 w 4648489"/>
                  <a:gd name="connsiteY5" fmla="*/ 107781 h 1613818"/>
                  <a:gd name="connsiteX6" fmla="*/ 1448379 w 4648489"/>
                  <a:gd name="connsiteY6" fmla="*/ 398674 h 1613818"/>
                  <a:gd name="connsiteX7" fmla="*/ 1676400 w 4648489"/>
                  <a:gd name="connsiteY7" fmla="*/ 779674 h 1613818"/>
                  <a:gd name="connsiteX8" fmla="*/ 1828800 w 4648489"/>
                  <a:gd name="connsiteY8" fmla="*/ 1084474 h 1613818"/>
                  <a:gd name="connsiteX9" fmla="*/ 1981200 w 4648489"/>
                  <a:gd name="connsiteY9" fmla="*/ 1389274 h 1613818"/>
                  <a:gd name="connsiteX10" fmla="*/ 2016547 w 4648489"/>
                  <a:gd name="connsiteY10" fmla="*/ 1564563 h 1613818"/>
                  <a:gd name="connsiteX11" fmla="*/ 2232109 w 4648489"/>
                  <a:gd name="connsiteY11" fmla="*/ 1554133 h 1613818"/>
                  <a:gd name="connsiteX12" fmla="*/ 2475485 w 4648489"/>
                  <a:gd name="connsiteY12" fmla="*/ 1474166 h 1613818"/>
                  <a:gd name="connsiteX13" fmla="*/ 2614558 w 4648489"/>
                  <a:gd name="connsiteY13" fmla="*/ 1369862 h 1613818"/>
                  <a:gd name="connsiteX14" fmla="*/ 2837073 w 4648489"/>
                  <a:gd name="connsiteY14" fmla="*/ 1157777 h 1613818"/>
                  <a:gd name="connsiteX15" fmla="*/ 3056112 w 4648489"/>
                  <a:gd name="connsiteY15" fmla="*/ 851818 h 1613818"/>
                  <a:gd name="connsiteX16" fmla="*/ 3229952 w 4648489"/>
                  <a:gd name="connsiteY16" fmla="*/ 573673 h 1613818"/>
                  <a:gd name="connsiteX17" fmla="*/ 3372501 w 4648489"/>
                  <a:gd name="connsiteY17" fmla="*/ 309436 h 1613818"/>
                  <a:gd name="connsiteX18" fmla="*/ 3466375 w 4648489"/>
                  <a:gd name="connsiteY18" fmla="*/ 128642 h 1613818"/>
                  <a:gd name="connsiteX19" fmla="*/ 3522004 w 4648489"/>
                  <a:gd name="connsiteY19" fmla="*/ 6954 h 1613818"/>
                  <a:gd name="connsiteX20" fmla="*/ 3584587 w 4648489"/>
                  <a:gd name="connsiteY20" fmla="*/ 86920 h 1613818"/>
                  <a:gd name="connsiteX21" fmla="*/ 3709752 w 4648489"/>
                  <a:gd name="connsiteY21" fmla="*/ 354634 h 1613818"/>
                  <a:gd name="connsiteX22" fmla="*/ 3810579 w 4648489"/>
                  <a:gd name="connsiteY22" fmla="*/ 549336 h 1613818"/>
                  <a:gd name="connsiteX23" fmla="*/ 3932267 w 4648489"/>
                  <a:gd name="connsiteY23" fmla="*/ 775328 h 1613818"/>
                  <a:gd name="connsiteX24" fmla="*/ 4043525 w 4648489"/>
                  <a:gd name="connsiteY24" fmla="*/ 983936 h 1613818"/>
                  <a:gd name="connsiteX25" fmla="*/ 4196504 w 4648489"/>
                  <a:gd name="connsiteY25" fmla="*/ 1241220 h 1613818"/>
                  <a:gd name="connsiteX26" fmla="*/ 4286901 w 4648489"/>
                  <a:gd name="connsiteY26" fmla="*/ 1355955 h 1613818"/>
                  <a:gd name="connsiteX27" fmla="*/ 4419020 w 4648489"/>
                  <a:gd name="connsiteY27" fmla="*/ 1508934 h 1613818"/>
                  <a:gd name="connsiteX28" fmla="*/ 4498987 w 4648489"/>
                  <a:gd name="connsiteY28" fmla="*/ 1606285 h 1613818"/>
                  <a:gd name="connsiteX29" fmla="*/ 4648489 w 4648489"/>
                  <a:gd name="connsiteY29" fmla="*/ 1554133 h 1613818"/>
                  <a:gd name="connsiteX30" fmla="*/ 4648489 w 4648489"/>
                  <a:gd name="connsiteY30" fmla="*/ 1554133 h 1613818"/>
                  <a:gd name="connsiteX0" fmla="*/ 0 w 4648489"/>
                  <a:gd name="connsiteY0" fmla="*/ 1310756 h 1613818"/>
                  <a:gd name="connsiteX1" fmla="*/ 281621 w 4648489"/>
                  <a:gd name="connsiteY1" fmla="*/ 1241220 h 1613818"/>
                  <a:gd name="connsiteX2" fmla="*/ 552812 w 4648489"/>
                  <a:gd name="connsiteY2" fmla="*/ 1077810 h 1613818"/>
                  <a:gd name="connsiteX3" fmla="*/ 747513 w 4648489"/>
                  <a:gd name="connsiteY3" fmla="*/ 886586 h 1613818"/>
                  <a:gd name="connsiteX4" fmla="*/ 1015227 w 4648489"/>
                  <a:gd name="connsiteY4" fmla="*/ 518044 h 1613818"/>
                  <a:gd name="connsiteX5" fmla="*/ 1244696 w 4648489"/>
                  <a:gd name="connsiteY5" fmla="*/ 107781 h 1613818"/>
                  <a:gd name="connsiteX6" fmla="*/ 1448379 w 4648489"/>
                  <a:gd name="connsiteY6" fmla="*/ 398674 h 1613818"/>
                  <a:gd name="connsiteX7" fmla="*/ 1676400 w 4648489"/>
                  <a:gd name="connsiteY7" fmla="*/ 779674 h 1613818"/>
                  <a:gd name="connsiteX8" fmla="*/ 1828800 w 4648489"/>
                  <a:gd name="connsiteY8" fmla="*/ 1084474 h 1613818"/>
                  <a:gd name="connsiteX9" fmla="*/ 1981200 w 4648489"/>
                  <a:gd name="connsiteY9" fmla="*/ 1389274 h 1613818"/>
                  <a:gd name="connsiteX10" fmla="*/ 2133600 w 4648489"/>
                  <a:gd name="connsiteY10" fmla="*/ 1541674 h 1613818"/>
                  <a:gd name="connsiteX11" fmla="*/ 2232109 w 4648489"/>
                  <a:gd name="connsiteY11" fmla="*/ 1554133 h 1613818"/>
                  <a:gd name="connsiteX12" fmla="*/ 2475485 w 4648489"/>
                  <a:gd name="connsiteY12" fmla="*/ 1474166 h 1613818"/>
                  <a:gd name="connsiteX13" fmla="*/ 2614558 w 4648489"/>
                  <a:gd name="connsiteY13" fmla="*/ 1369862 h 1613818"/>
                  <a:gd name="connsiteX14" fmla="*/ 2837073 w 4648489"/>
                  <a:gd name="connsiteY14" fmla="*/ 1157777 h 1613818"/>
                  <a:gd name="connsiteX15" fmla="*/ 3056112 w 4648489"/>
                  <a:gd name="connsiteY15" fmla="*/ 851818 h 1613818"/>
                  <a:gd name="connsiteX16" fmla="*/ 3229952 w 4648489"/>
                  <a:gd name="connsiteY16" fmla="*/ 573673 h 1613818"/>
                  <a:gd name="connsiteX17" fmla="*/ 3372501 w 4648489"/>
                  <a:gd name="connsiteY17" fmla="*/ 309436 h 1613818"/>
                  <a:gd name="connsiteX18" fmla="*/ 3466375 w 4648489"/>
                  <a:gd name="connsiteY18" fmla="*/ 128642 h 1613818"/>
                  <a:gd name="connsiteX19" fmla="*/ 3522004 w 4648489"/>
                  <a:gd name="connsiteY19" fmla="*/ 6954 h 1613818"/>
                  <a:gd name="connsiteX20" fmla="*/ 3584587 w 4648489"/>
                  <a:gd name="connsiteY20" fmla="*/ 86920 h 1613818"/>
                  <a:gd name="connsiteX21" fmla="*/ 3709752 w 4648489"/>
                  <a:gd name="connsiteY21" fmla="*/ 354634 h 1613818"/>
                  <a:gd name="connsiteX22" fmla="*/ 3810579 w 4648489"/>
                  <a:gd name="connsiteY22" fmla="*/ 549336 h 1613818"/>
                  <a:gd name="connsiteX23" fmla="*/ 3932267 w 4648489"/>
                  <a:gd name="connsiteY23" fmla="*/ 775328 h 1613818"/>
                  <a:gd name="connsiteX24" fmla="*/ 4043525 w 4648489"/>
                  <a:gd name="connsiteY24" fmla="*/ 983936 h 1613818"/>
                  <a:gd name="connsiteX25" fmla="*/ 4196504 w 4648489"/>
                  <a:gd name="connsiteY25" fmla="*/ 1241220 h 1613818"/>
                  <a:gd name="connsiteX26" fmla="*/ 4286901 w 4648489"/>
                  <a:gd name="connsiteY26" fmla="*/ 1355955 h 1613818"/>
                  <a:gd name="connsiteX27" fmla="*/ 4419020 w 4648489"/>
                  <a:gd name="connsiteY27" fmla="*/ 1508934 h 1613818"/>
                  <a:gd name="connsiteX28" fmla="*/ 4498987 w 4648489"/>
                  <a:gd name="connsiteY28" fmla="*/ 1606285 h 1613818"/>
                  <a:gd name="connsiteX29" fmla="*/ 4648489 w 4648489"/>
                  <a:gd name="connsiteY29" fmla="*/ 1554133 h 1613818"/>
                  <a:gd name="connsiteX30" fmla="*/ 4648489 w 4648489"/>
                  <a:gd name="connsiteY30" fmla="*/ 1554133 h 1613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648489" h="1613818">
                    <a:moveTo>
                      <a:pt x="0" y="1310756"/>
                    </a:moveTo>
                    <a:cubicBezTo>
                      <a:pt x="94743" y="1295400"/>
                      <a:pt x="189486" y="1280044"/>
                      <a:pt x="281621" y="1241220"/>
                    </a:cubicBezTo>
                    <a:cubicBezTo>
                      <a:pt x="373756" y="1202396"/>
                      <a:pt x="475163" y="1136916"/>
                      <a:pt x="552812" y="1077810"/>
                    </a:cubicBezTo>
                    <a:cubicBezTo>
                      <a:pt x="630461" y="1018704"/>
                      <a:pt x="670444" y="979880"/>
                      <a:pt x="747513" y="886586"/>
                    </a:cubicBezTo>
                    <a:cubicBezTo>
                      <a:pt x="824582" y="793292"/>
                      <a:pt x="932363" y="647845"/>
                      <a:pt x="1015227" y="518044"/>
                    </a:cubicBezTo>
                    <a:cubicBezTo>
                      <a:pt x="1098091" y="388243"/>
                      <a:pt x="1172504" y="127676"/>
                      <a:pt x="1244696" y="107781"/>
                    </a:cubicBezTo>
                    <a:cubicBezTo>
                      <a:pt x="1316888" y="87886"/>
                      <a:pt x="1377165" y="264543"/>
                      <a:pt x="1448379" y="398674"/>
                    </a:cubicBezTo>
                    <a:cubicBezTo>
                      <a:pt x="1508064" y="511091"/>
                      <a:pt x="1676400" y="779674"/>
                      <a:pt x="1676400" y="779674"/>
                    </a:cubicBezTo>
                    <a:cubicBezTo>
                      <a:pt x="1771224" y="961486"/>
                      <a:pt x="1778000" y="982874"/>
                      <a:pt x="1828800" y="1084474"/>
                    </a:cubicBezTo>
                    <a:cubicBezTo>
                      <a:pt x="1879600" y="1186074"/>
                      <a:pt x="1930400" y="1313074"/>
                      <a:pt x="1981200" y="1389274"/>
                    </a:cubicBezTo>
                    <a:cubicBezTo>
                      <a:pt x="2032000" y="1465474"/>
                      <a:pt x="2091782" y="1514198"/>
                      <a:pt x="2133600" y="1541674"/>
                    </a:cubicBezTo>
                    <a:cubicBezTo>
                      <a:pt x="2175418" y="1569151"/>
                      <a:pt x="2175128" y="1565384"/>
                      <a:pt x="2232109" y="1554133"/>
                    </a:cubicBezTo>
                    <a:cubicBezTo>
                      <a:pt x="2289090" y="1542882"/>
                      <a:pt x="2411743" y="1504878"/>
                      <a:pt x="2475485" y="1474166"/>
                    </a:cubicBezTo>
                    <a:cubicBezTo>
                      <a:pt x="2539227" y="1443454"/>
                      <a:pt x="2554293" y="1422594"/>
                      <a:pt x="2614558" y="1369862"/>
                    </a:cubicBezTo>
                    <a:cubicBezTo>
                      <a:pt x="2674823" y="1317131"/>
                      <a:pt x="2763481" y="1244118"/>
                      <a:pt x="2837073" y="1157777"/>
                    </a:cubicBezTo>
                    <a:cubicBezTo>
                      <a:pt x="2910665" y="1071436"/>
                      <a:pt x="2990632" y="949169"/>
                      <a:pt x="3056112" y="851818"/>
                    </a:cubicBezTo>
                    <a:cubicBezTo>
                      <a:pt x="3121592" y="754467"/>
                      <a:pt x="3177221" y="664070"/>
                      <a:pt x="3229952" y="573673"/>
                    </a:cubicBezTo>
                    <a:cubicBezTo>
                      <a:pt x="3282684" y="483276"/>
                      <a:pt x="3333097" y="383608"/>
                      <a:pt x="3372501" y="309436"/>
                    </a:cubicBezTo>
                    <a:cubicBezTo>
                      <a:pt x="3411905" y="235264"/>
                      <a:pt x="3441458" y="179056"/>
                      <a:pt x="3466375" y="128642"/>
                    </a:cubicBezTo>
                    <a:cubicBezTo>
                      <a:pt x="3491292" y="78228"/>
                      <a:pt x="3502302" y="13908"/>
                      <a:pt x="3522004" y="6954"/>
                    </a:cubicBezTo>
                    <a:cubicBezTo>
                      <a:pt x="3541706" y="0"/>
                      <a:pt x="3553296" y="28973"/>
                      <a:pt x="3584587" y="86920"/>
                    </a:cubicBezTo>
                    <a:cubicBezTo>
                      <a:pt x="3615878" y="144867"/>
                      <a:pt x="3672087" y="277565"/>
                      <a:pt x="3709752" y="354634"/>
                    </a:cubicBezTo>
                    <a:cubicBezTo>
                      <a:pt x="3747417" y="431703"/>
                      <a:pt x="3773493" y="479220"/>
                      <a:pt x="3810579" y="549336"/>
                    </a:cubicBezTo>
                    <a:cubicBezTo>
                      <a:pt x="3847665" y="619452"/>
                      <a:pt x="3932267" y="775328"/>
                      <a:pt x="3932267" y="775328"/>
                    </a:cubicBezTo>
                    <a:cubicBezTo>
                      <a:pt x="3971091" y="847761"/>
                      <a:pt x="3999486" y="906287"/>
                      <a:pt x="4043525" y="983936"/>
                    </a:cubicBezTo>
                    <a:cubicBezTo>
                      <a:pt x="4087564" y="1061585"/>
                      <a:pt x="4155941" y="1179217"/>
                      <a:pt x="4196504" y="1241220"/>
                    </a:cubicBezTo>
                    <a:cubicBezTo>
                      <a:pt x="4237067" y="1303223"/>
                      <a:pt x="4249815" y="1311336"/>
                      <a:pt x="4286901" y="1355955"/>
                    </a:cubicBezTo>
                    <a:cubicBezTo>
                      <a:pt x="4323987" y="1400574"/>
                      <a:pt x="4383672" y="1467212"/>
                      <a:pt x="4419020" y="1508934"/>
                    </a:cubicBezTo>
                    <a:cubicBezTo>
                      <a:pt x="4454368" y="1550656"/>
                      <a:pt x="4460742" y="1598752"/>
                      <a:pt x="4498987" y="1606285"/>
                    </a:cubicBezTo>
                    <a:cubicBezTo>
                      <a:pt x="4537232" y="1613818"/>
                      <a:pt x="4648489" y="1554133"/>
                      <a:pt x="4648489" y="1554133"/>
                    </a:cubicBezTo>
                    <a:lnTo>
                      <a:pt x="4648489" y="1554133"/>
                    </a:lnTo>
                  </a:path>
                </a:pathLst>
              </a:custGeom>
              <a:ln w="190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0" name="Straight Connector 19"/>
            <p:cNvCxnSpPr/>
            <p:nvPr/>
          </p:nvCxnSpPr>
          <p:spPr>
            <a:xfrm rot="5400000">
              <a:off x="222807" y="4810059"/>
              <a:ext cx="1467688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10800000">
              <a:off x="956651" y="5543903"/>
              <a:ext cx="2783232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 rot="16200000">
              <a:off x="357697" y="4754951"/>
              <a:ext cx="5706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temp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42946" y="5632671"/>
              <a:ext cx="5196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time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020899" y="2148098"/>
            <a:ext cx="3322320" cy="307777"/>
            <a:chOff x="3962400" y="5786559"/>
            <a:chExt cx="3322320" cy="307777"/>
          </a:xfrm>
        </p:grpSpPr>
        <p:cxnSp>
          <p:nvCxnSpPr>
            <p:cNvPr id="24" name="Straight Connector 23"/>
            <p:cNvCxnSpPr/>
            <p:nvPr/>
          </p:nvCxnSpPr>
          <p:spPr>
            <a:xfrm>
              <a:off x="3962400" y="5940448"/>
              <a:ext cx="2783059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6858000" y="5786559"/>
              <a:ext cx="4267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75</a:t>
              </a:r>
              <a:r>
                <a:rPr lang="en-US" sz="1400" dirty="0">
                  <a:latin typeface="jsMath-cmbx10"/>
                </a:rPr>
                <a:t>·</a:t>
              </a:r>
              <a:endParaRPr lang="en-US" sz="1400" dirty="0"/>
            </a:p>
          </p:txBody>
        </p:sp>
      </p:grp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56434" y="4224847"/>
            <a:ext cx="3927380" cy="391173"/>
          </a:xfrm>
          <a:prstGeom prst="rect">
            <a:avLst/>
          </a:prstGeom>
          <a:noFill/>
        </p:spPr>
      </p:pic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524001" y="7487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7022088" y="1994139"/>
            <a:ext cx="2775960" cy="709873"/>
            <a:chOff x="957840" y="4326467"/>
            <a:chExt cx="2775960" cy="709873"/>
          </a:xfrm>
          <a:noFill/>
        </p:grpSpPr>
        <p:sp>
          <p:nvSpPr>
            <p:cNvPr id="35" name="Freeform 34"/>
            <p:cNvSpPr/>
            <p:nvPr/>
          </p:nvSpPr>
          <p:spPr>
            <a:xfrm>
              <a:off x="957840" y="4604288"/>
              <a:ext cx="422227" cy="224187"/>
            </a:xfrm>
            <a:custGeom>
              <a:avLst/>
              <a:gdLst>
                <a:gd name="connsiteX0" fmla="*/ 41227 w 422227"/>
                <a:gd name="connsiteY0" fmla="*/ 35445 h 224187"/>
                <a:gd name="connsiteX1" fmla="*/ 24293 w 422227"/>
                <a:gd name="connsiteY1" fmla="*/ 120112 h 224187"/>
                <a:gd name="connsiteX2" fmla="*/ 7360 w 422227"/>
                <a:gd name="connsiteY2" fmla="*/ 187845 h 224187"/>
                <a:gd name="connsiteX3" fmla="*/ 15827 w 422227"/>
                <a:gd name="connsiteY3" fmla="*/ 162445 h 224187"/>
                <a:gd name="connsiteX4" fmla="*/ 32760 w 422227"/>
                <a:gd name="connsiteY4" fmla="*/ 137045 h 224187"/>
                <a:gd name="connsiteX5" fmla="*/ 92027 w 422227"/>
                <a:gd name="connsiteY5" fmla="*/ 94712 h 224187"/>
                <a:gd name="connsiteX6" fmla="*/ 100493 w 422227"/>
                <a:gd name="connsiteY6" fmla="*/ 69312 h 224187"/>
                <a:gd name="connsiteX7" fmla="*/ 75093 w 422227"/>
                <a:gd name="connsiteY7" fmla="*/ 137045 h 224187"/>
                <a:gd name="connsiteX8" fmla="*/ 66627 w 422227"/>
                <a:gd name="connsiteY8" fmla="*/ 170912 h 224187"/>
                <a:gd name="connsiteX9" fmla="*/ 58160 w 422227"/>
                <a:gd name="connsiteY9" fmla="*/ 196312 h 224187"/>
                <a:gd name="connsiteX10" fmla="*/ 66627 w 422227"/>
                <a:gd name="connsiteY10" fmla="*/ 221712 h 224187"/>
                <a:gd name="connsiteX11" fmla="*/ 100493 w 422227"/>
                <a:gd name="connsiteY11" fmla="*/ 204779 h 224187"/>
                <a:gd name="connsiteX12" fmla="*/ 142827 w 422227"/>
                <a:gd name="connsiteY12" fmla="*/ 145512 h 224187"/>
                <a:gd name="connsiteX13" fmla="*/ 193627 w 422227"/>
                <a:gd name="connsiteY13" fmla="*/ 94712 h 224187"/>
                <a:gd name="connsiteX14" fmla="*/ 219027 w 422227"/>
                <a:gd name="connsiteY14" fmla="*/ 69312 h 224187"/>
                <a:gd name="connsiteX15" fmla="*/ 235960 w 422227"/>
                <a:gd name="connsiteY15" fmla="*/ 137045 h 224187"/>
                <a:gd name="connsiteX16" fmla="*/ 269827 w 422227"/>
                <a:gd name="connsiteY16" fmla="*/ 128579 h 224187"/>
                <a:gd name="connsiteX17" fmla="*/ 286760 w 422227"/>
                <a:gd name="connsiteY17" fmla="*/ 111645 h 224187"/>
                <a:gd name="connsiteX18" fmla="*/ 320627 w 422227"/>
                <a:gd name="connsiteY18" fmla="*/ 52379 h 224187"/>
                <a:gd name="connsiteX19" fmla="*/ 346027 w 422227"/>
                <a:gd name="connsiteY19" fmla="*/ 43912 h 224187"/>
                <a:gd name="connsiteX20" fmla="*/ 354493 w 422227"/>
                <a:gd name="connsiteY20" fmla="*/ 128579 h 224187"/>
                <a:gd name="connsiteX21" fmla="*/ 413760 w 422227"/>
                <a:gd name="connsiteY21" fmla="*/ 60845 h 224187"/>
                <a:gd name="connsiteX22" fmla="*/ 422227 w 422227"/>
                <a:gd name="connsiteY22" fmla="*/ 52379 h 22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22227" h="224187">
                  <a:moveTo>
                    <a:pt x="41227" y="35445"/>
                  </a:moveTo>
                  <a:cubicBezTo>
                    <a:pt x="35582" y="63667"/>
                    <a:pt x="30537" y="92016"/>
                    <a:pt x="24293" y="120112"/>
                  </a:cubicBezTo>
                  <a:cubicBezTo>
                    <a:pt x="19244" y="142830"/>
                    <a:pt x="0" y="209923"/>
                    <a:pt x="7360" y="187845"/>
                  </a:cubicBezTo>
                  <a:cubicBezTo>
                    <a:pt x="10182" y="179378"/>
                    <a:pt x="11836" y="170427"/>
                    <a:pt x="15827" y="162445"/>
                  </a:cubicBezTo>
                  <a:cubicBezTo>
                    <a:pt x="20378" y="153344"/>
                    <a:pt x="26138" y="144771"/>
                    <a:pt x="32760" y="137045"/>
                  </a:cubicBezTo>
                  <a:cubicBezTo>
                    <a:pt x="64901" y="99547"/>
                    <a:pt x="55974" y="106730"/>
                    <a:pt x="92027" y="94712"/>
                  </a:cubicBezTo>
                  <a:cubicBezTo>
                    <a:pt x="94849" y="86245"/>
                    <a:pt x="103808" y="61026"/>
                    <a:pt x="100493" y="69312"/>
                  </a:cubicBezTo>
                  <a:cubicBezTo>
                    <a:pt x="91537" y="91700"/>
                    <a:pt x="82718" y="114169"/>
                    <a:pt x="75093" y="137045"/>
                  </a:cubicBezTo>
                  <a:cubicBezTo>
                    <a:pt x="71413" y="148084"/>
                    <a:pt x="69824" y="159723"/>
                    <a:pt x="66627" y="170912"/>
                  </a:cubicBezTo>
                  <a:cubicBezTo>
                    <a:pt x="64175" y="179493"/>
                    <a:pt x="60982" y="187845"/>
                    <a:pt x="58160" y="196312"/>
                  </a:cubicBezTo>
                  <a:cubicBezTo>
                    <a:pt x="60982" y="204779"/>
                    <a:pt x="57876" y="219962"/>
                    <a:pt x="66627" y="221712"/>
                  </a:cubicBezTo>
                  <a:cubicBezTo>
                    <a:pt x="79003" y="224187"/>
                    <a:pt x="90910" y="212993"/>
                    <a:pt x="100493" y="204779"/>
                  </a:cubicBezTo>
                  <a:cubicBezTo>
                    <a:pt x="124055" y="184583"/>
                    <a:pt x="123793" y="166925"/>
                    <a:pt x="142827" y="145512"/>
                  </a:cubicBezTo>
                  <a:cubicBezTo>
                    <a:pt x="158737" y="127614"/>
                    <a:pt x="176694" y="111645"/>
                    <a:pt x="193627" y="94712"/>
                  </a:cubicBezTo>
                  <a:lnTo>
                    <a:pt x="219027" y="69312"/>
                  </a:lnTo>
                  <a:cubicBezTo>
                    <a:pt x="242129" y="0"/>
                    <a:pt x="209991" y="85109"/>
                    <a:pt x="235960" y="137045"/>
                  </a:cubicBezTo>
                  <a:cubicBezTo>
                    <a:pt x="241164" y="147453"/>
                    <a:pt x="258538" y="131401"/>
                    <a:pt x="269827" y="128579"/>
                  </a:cubicBezTo>
                  <a:cubicBezTo>
                    <a:pt x="275471" y="122934"/>
                    <a:pt x="282332" y="118287"/>
                    <a:pt x="286760" y="111645"/>
                  </a:cubicBezTo>
                  <a:cubicBezTo>
                    <a:pt x="293904" y="100928"/>
                    <a:pt x="308253" y="62278"/>
                    <a:pt x="320627" y="52379"/>
                  </a:cubicBezTo>
                  <a:cubicBezTo>
                    <a:pt x="327596" y="46804"/>
                    <a:pt x="337560" y="46734"/>
                    <a:pt x="346027" y="43912"/>
                  </a:cubicBezTo>
                  <a:cubicBezTo>
                    <a:pt x="348849" y="72134"/>
                    <a:pt x="332704" y="110421"/>
                    <a:pt x="354493" y="128579"/>
                  </a:cubicBezTo>
                  <a:cubicBezTo>
                    <a:pt x="366338" y="138450"/>
                    <a:pt x="404972" y="72562"/>
                    <a:pt x="413760" y="60845"/>
                  </a:cubicBezTo>
                  <a:cubicBezTo>
                    <a:pt x="416155" y="57652"/>
                    <a:pt x="419405" y="55201"/>
                    <a:pt x="422227" y="52379"/>
                  </a:cubicBezTo>
                </a:path>
              </a:pathLst>
            </a:cu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1549400" y="4374144"/>
              <a:ext cx="342650" cy="295364"/>
            </a:xfrm>
            <a:custGeom>
              <a:avLst/>
              <a:gdLst>
                <a:gd name="connsiteX0" fmla="*/ 0 w 342650"/>
                <a:gd name="connsiteY0" fmla="*/ 214789 h 295364"/>
                <a:gd name="connsiteX1" fmla="*/ 16933 w 342650"/>
                <a:gd name="connsiteY1" fmla="*/ 240189 h 295364"/>
                <a:gd name="connsiteX2" fmla="*/ 33867 w 342650"/>
                <a:gd name="connsiteY2" fmla="*/ 223256 h 295364"/>
                <a:gd name="connsiteX3" fmla="*/ 42333 w 342650"/>
                <a:gd name="connsiteY3" fmla="*/ 172456 h 295364"/>
                <a:gd name="connsiteX4" fmla="*/ 50800 w 342650"/>
                <a:gd name="connsiteY4" fmla="*/ 147056 h 295364"/>
                <a:gd name="connsiteX5" fmla="*/ 59267 w 342650"/>
                <a:gd name="connsiteY5" fmla="*/ 113189 h 295364"/>
                <a:gd name="connsiteX6" fmla="*/ 76200 w 342650"/>
                <a:gd name="connsiteY6" fmla="*/ 155523 h 295364"/>
                <a:gd name="connsiteX7" fmla="*/ 93133 w 342650"/>
                <a:gd name="connsiteY7" fmla="*/ 180923 h 295364"/>
                <a:gd name="connsiteX8" fmla="*/ 110067 w 342650"/>
                <a:gd name="connsiteY8" fmla="*/ 231723 h 295364"/>
                <a:gd name="connsiteX9" fmla="*/ 135467 w 342650"/>
                <a:gd name="connsiteY9" fmla="*/ 104723 h 295364"/>
                <a:gd name="connsiteX10" fmla="*/ 160867 w 342650"/>
                <a:gd name="connsiteY10" fmla="*/ 130123 h 295364"/>
                <a:gd name="connsiteX11" fmla="*/ 169333 w 342650"/>
                <a:gd name="connsiteY11" fmla="*/ 155523 h 295364"/>
                <a:gd name="connsiteX12" fmla="*/ 203200 w 342650"/>
                <a:gd name="connsiteY12" fmla="*/ 206323 h 295364"/>
                <a:gd name="connsiteX13" fmla="*/ 203200 w 342650"/>
                <a:gd name="connsiteY13" fmla="*/ 11589 h 295364"/>
                <a:gd name="connsiteX14" fmla="*/ 211667 w 342650"/>
                <a:gd name="connsiteY14" fmla="*/ 45456 h 295364"/>
                <a:gd name="connsiteX15" fmla="*/ 237067 w 342650"/>
                <a:gd name="connsiteY15" fmla="*/ 113189 h 295364"/>
                <a:gd name="connsiteX16" fmla="*/ 245533 w 342650"/>
                <a:gd name="connsiteY16" fmla="*/ 147056 h 295364"/>
                <a:gd name="connsiteX17" fmla="*/ 262467 w 342650"/>
                <a:gd name="connsiteY17" fmla="*/ 189389 h 295364"/>
                <a:gd name="connsiteX18" fmla="*/ 279400 w 342650"/>
                <a:gd name="connsiteY18" fmla="*/ 240189 h 295364"/>
                <a:gd name="connsiteX19" fmla="*/ 287867 w 342650"/>
                <a:gd name="connsiteY19" fmla="*/ 147056 h 295364"/>
                <a:gd name="connsiteX20" fmla="*/ 304800 w 342650"/>
                <a:gd name="connsiteY20" fmla="*/ 180923 h 295364"/>
                <a:gd name="connsiteX21" fmla="*/ 330200 w 342650"/>
                <a:gd name="connsiteY21" fmla="*/ 248656 h 29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2650" h="295364">
                  <a:moveTo>
                    <a:pt x="0" y="214789"/>
                  </a:moveTo>
                  <a:cubicBezTo>
                    <a:pt x="5644" y="223256"/>
                    <a:pt x="7061" y="237721"/>
                    <a:pt x="16933" y="240189"/>
                  </a:cubicBezTo>
                  <a:cubicBezTo>
                    <a:pt x="24677" y="242125"/>
                    <a:pt x="31064" y="230730"/>
                    <a:pt x="33867" y="223256"/>
                  </a:cubicBezTo>
                  <a:cubicBezTo>
                    <a:pt x="39895" y="207182"/>
                    <a:pt x="38609" y="189214"/>
                    <a:pt x="42333" y="172456"/>
                  </a:cubicBezTo>
                  <a:cubicBezTo>
                    <a:pt x="44269" y="163744"/>
                    <a:pt x="48348" y="155637"/>
                    <a:pt x="50800" y="147056"/>
                  </a:cubicBezTo>
                  <a:cubicBezTo>
                    <a:pt x="53997" y="135867"/>
                    <a:pt x="56445" y="124478"/>
                    <a:pt x="59267" y="113189"/>
                  </a:cubicBezTo>
                  <a:cubicBezTo>
                    <a:pt x="64911" y="127300"/>
                    <a:pt x="69403" y="141929"/>
                    <a:pt x="76200" y="155523"/>
                  </a:cubicBezTo>
                  <a:cubicBezTo>
                    <a:pt x="80751" y="164624"/>
                    <a:pt x="89000" y="171624"/>
                    <a:pt x="93133" y="180923"/>
                  </a:cubicBezTo>
                  <a:cubicBezTo>
                    <a:pt x="100382" y="197234"/>
                    <a:pt x="110067" y="231723"/>
                    <a:pt x="110067" y="231723"/>
                  </a:cubicBezTo>
                  <a:cubicBezTo>
                    <a:pt x="122625" y="5670"/>
                    <a:pt x="89605" y="49689"/>
                    <a:pt x="135467" y="104723"/>
                  </a:cubicBezTo>
                  <a:cubicBezTo>
                    <a:pt x="143132" y="113921"/>
                    <a:pt x="152400" y="121656"/>
                    <a:pt x="160867" y="130123"/>
                  </a:cubicBezTo>
                  <a:cubicBezTo>
                    <a:pt x="163689" y="138590"/>
                    <a:pt x="164999" y="147721"/>
                    <a:pt x="169333" y="155523"/>
                  </a:cubicBezTo>
                  <a:cubicBezTo>
                    <a:pt x="179216" y="173313"/>
                    <a:pt x="203200" y="206323"/>
                    <a:pt x="203200" y="206323"/>
                  </a:cubicBezTo>
                  <a:cubicBezTo>
                    <a:pt x="173518" y="295364"/>
                    <a:pt x="177871" y="290196"/>
                    <a:pt x="203200" y="11589"/>
                  </a:cubicBezTo>
                  <a:cubicBezTo>
                    <a:pt x="204254" y="0"/>
                    <a:pt x="207987" y="34417"/>
                    <a:pt x="211667" y="45456"/>
                  </a:cubicBezTo>
                  <a:cubicBezTo>
                    <a:pt x="219292" y="68332"/>
                    <a:pt x="229442" y="90313"/>
                    <a:pt x="237067" y="113189"/>
                  </a:cubicBezTo>
                  <a:cubicBezTo>
                    <a:pt x="240747" y="124228"/>
                    <a:pt x="241853" y="136017"/>
                    <a:pt x="245533" y="147056"/>
                  </a:cubicBezTo>
                  <a:cubicBezTo>
                    <a:pt x="250339" y="161474"/>
                    <a:pt x="257273" y="175106"/>
                    <a:pt x="262467" y="189389"/>
                  </a:cubicBezTo>
                  <a:cubicBezTo>
                    <a:pt x="268567" y="206164"/>
                    <a:pt x="279400" y="240189"/>
                    <a:pt x="279400" y="240189"/>
                  </a:cubicBezTo>
                  <a:cubicBezTo>
                    <a:pt x="282222" y="209145"/>
                    <a:pt x="275587" y="175708"/>
                    <a:pt x="287867" y="147056"/>
                  </a:cubicBezTo>
                  <a:cubicBezTo>
                    <a:pt x="292839" y="135455"/>
                    <a:pt x="300113" y="169204"/>
                    <a:pt x="304800" y="180923"/>
                  </a:cubicBezTo>
                  <a:cubicBezTo>
                    <a:pt x="342650" y="275551"/>
                    <a:pt x="307060" y="202379"/>
                    <a:pt x="330200" y="248656"/>
                  </a:cubicBezTo>
                </a:path>
              </a:pathLst>
            </a:cu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1994882" y="4631267"/>
              <a:ext cx="790651" cy="387241"/>
            </a:xfrm>
            <a:custGeom>
              <a:avLst/>
              <a:gdLst>
                <a:gd name="connsiteX0" fmla="*/ 20185 w 790651"/>
                <a:gd name="connsiteY0" fmla="*/ 8466 h 387241"/>
                <a:gd name="connsiteX1" fmla="*/ 3251 w 790651"/>
                <a:gd name="connsiteY1" fmla="*/ 118533 h 387241"/>
                <a:gd name="connsiteX2" fmla="*/ 20185 w 790651"/>
                <a:gd name="connsiteY2" fmla="*/ 135466 h 387241"/>
                <a:gd name="connsiteX3" fmla="*/ 96385 w 790651"/>
                <a:gd name="connsiteY3" fmla="*/ 76200 h 387241"/>
                <a:gd name="connsiteX4" fmla="*/ 113318 w 790651"/>
                <a:gd name="connsiteY4" fmla="*/ 25400 h 387241"/>
                <a:gd name="connsiteX5" fmla="*/ 121785 w 790651"/>
                <a:gd name="connsiteY5" fmla="*/ 59266 h 387241"/>
                <a:gd name="connsiteX6" fmla="*/ 104851 w 790651"/>
                <a:gd name="connsiteY6" fmla="*/ 143933 h 387241"/>
                <a:gd name="connsiteX7" fmla="*/ 113318 w 790651"/>
                <a:gd name="connsiteY7" fmla="*/ 237066 h 387241"/>
                <a:gd name="connsiteX8" fmla="*/ 121785 w 790651"/>
                <a:gd name="connsiteY8" fmla="*/ 211666 h 387241"/>
                <a:gd name="connsiteX9" fmla="*/ 155651 w 790651"/>
                <a:gd name="connsiteY9" fmla="*/ 160866 h 387241"/>
                <a:gd name="connsiteX10" fmla="*/ 172585 w 790651"/>
                <a:gd name="connsiteY10" fmla="*/ 118533 h 387241"/>
                <a:gd name="connsiteX11" fmla="*/ 189518 w 790651"/>
                <a:gd name="connsiteY11" fmla="*/ 93133 h 387241"/>
                <a:gd name="connsiteX12" fmla="*/ 214918 w 790651"/>
                <a:gd name="connsiteY12" fmla="*/ 42333 h 387241"/>
                <a:gd name="connsiteX13" fmla="*/ 206451 w 790651"/>
                <a:gd name="connsiteY13" fmla="*/ 321733 h 387241"/>
                <a:gd name="connsiteX14" fmla="*/ 223385 w 790651"/>
                <a:gd name="connsiteY14" fmla="*/ 287866 h 387241"/>
                <a:gd name="connsiteX15" fmla="*/ 248785 w 790651"/>
                <a:gd name="connsiteY15" fmla="*/ 254000 h 387241"/>
                <a:gd name="connsiteX16" fmla="*/ 257251 w 790651"/>
                <a:gd name="connsiteY16" fmla="*/ 228600 h 387241"/>
                <a:gd name="connsiteX17" fmla="*/ 274185 w 790651"/>
                <a:gd name="connsiteY17" fmla="*/ 211666 h 387241"/>
                <a:gd name="connsiteX18" fmla="*/ 282651 w 790651"/>
                <a:gd name="connsiteY18" fmla="*/ 169333 h 387241"/>
                <a:gd name="connsiteX19" fmla="*/ 324985 w 790651"/>
                <a:gd name="connsiteY19" fmla="*/ 25400 h 387241"/>
                <a:gd name="connsiteX20" fmla="*/ 341918 w 790651"/>
                <a:gd name="connsiteY20" fmla="*/ 270933 h 387241"/>
                <a:gd name="connsiteX21" fmla="*/ 350385 w 790651"/>
                <a:gd name="connsiteY21" fmla="*/ 313266 h 387241"/>
                <a:gd name="connsiteX22" fmla="*/ 358851 w 790651"/>
                <a:gd name="connsiteY22" fmla="*/ 364066 h 387241"/>
                <a:gd name="connsiteX23" fmla="*/ 384251 w 790651"/>
                <a:gd name="connsiteY23" fmla="*/ 254000 h 387241"/>
                <a:gd name="connsiteX24" fmla="*/ 401185 w 790651"/>
                <a:gd name="connsiteY24" fmla="*/ 194733 h 387241"/>
                <a:gd name="connsiteX25" fmla="*/ 409651 w 790651"/>
                <a:gd name="connsiteY25" fmla="*/ 135466 h 387241"/>
                <a:gd name="connsiteX26" fmla="*/ 426585 w 790651"/>
                <a:gd name="connsiteY26" fmla="*/ 25400 h 387241"/>
                <a:gd name="connsiteX27" fmla="*/ 451985 w 790651"/>
                <a:gd name="connsiteY27" fmla="*/ 110066 h 387241"/>
                <a:gd name="connsiteX28" fmla="*/ 494318 w 790651"/>
                <a:gd name="connsiteY28" fmla="*/ 186266 h 387241"/>
                <a:gd name="connsiteX29" fmla="*/ 511251 w 790651"/>
                <a:gd name="connsiteY29" fmla="*/ 245533 h 387241"/>
                <a:gd name="connsiteX30" fmla="*/ 519718 w 790651"/>
                <a:gd name="connsiteY30" fmla="*/ 279400 h 387241"/>
                <a:gd name="connsiteX31" fmla="*/ 528185 w 790651"/>
                <a:gd name="connsiteY31" fmla="*/ 143933 h 387241"/>
                <a:gd name="connsiteX32" fmla="*/ 519718 w 790651"/>
                <a:gd name="connsiteY32" fmla="*/ 59266 h 387241"/>
                <a:gd name="connsiteX33" fmla="*/ 511251 w 790651"/>
                <a:gd name="connsiteY33" fmla="*/ 33866 h 387241"/>
                <a:gd name="connsiteX34" fmla="*/ 528185 w 790651"/>
                <a:gd name="connsiteY34" fmla="*/ 67733 h 387241"/>
                <a:gd name="connsiteX35" fmla="*/ 553585 w 790651"/>
                <a:gd name="connsiteY35" fmla="*/ 135466 h 387241"/>
                <a:gd name="connsiteX36" fmla="*/ 562051 w 790651"/>
                <a:gd name="connsiteY36" fmla="*/ 160866 h 387241"/>
                <a:gd name="connsiteX37" fmla="*/ 578985 w 790651"/>
                <a:gd name="connsiteY37" fmla="*/ 194733 h 387241"/>
                <a:gd name="connsiteX38" fmla="*/ 595918 w 790651"/>
                <a:gd name="connsiteY38" fmla="*/ 245533 h 387241"/>
                <a:gd name="connsiteX39" fmla="*/ 604385 w 790651"/>
                <a:gd name="connsiteY39" fmla="*/ 194733 h 387241"/>
                <a:gd name="connsiteX40" fmla="*/ 629785 w 790651"/>
                <a:gd name="connsiteY40" fmla="*/ 25400 h 387241"/>
                <a:gd name="connsiteX41" fmla="*/ 638251 w 790651"/>
                <a:gd name="connsiteY41" fmla="*/ 0 h 387241"/>
                <a:gd name="connsiteX42" fmla="*/ 655185 w 790651"/>
                <a:gd name="connsiteY42" fmla="*/ 25400 h 387241"/>
                <a:gd name="connsiteX43" fmla="*/ 672118 w 790651"/>
                <a:gd name="connsiteY43" fmla="*/ 101600 h 387241"/>
                <a:gd name="connsiteX44" fmla="*/ 689051 w 790651"/>
                <a:gd name="connsiteY44" fmla="*/ 160866 h 387241"/>
                <a:gd name="connsiteX45" fmla="*/ 705985 w 790651"/>
                <a:gd name="connsiteY45" fmla="*/ 93133 h 387241"/>
                <a:gd name="connsiteX46" fmla="*/ 722918 w 790651"/>
                <a:gd name="connsiteY46" fmla="*/ 33866 h 387241"/>
                <a:gd name="connsiteX47" fmla="*/ 739851 w 790651"/>
                <a:gd name="connsiteY47" fmla="*/ 50800 h 387241"/>
                <a:gd name="connsiteX48" fmla="*/ 756785 w 790651"/>
                <a:gd name="connsiteY48" fmla="*/ 76200 h 387241"/>
                <a:gd name="connsiteX49" fmla="*/ 773718 w 790651"/>
                <a:gd name="connsiteY49" fmla="*/ 25400 h 387241"/>
                <a:gd name="connsiteX50" fmla="*/ 790651 w 790651"/>
                <a:gd name="connsiteY50" fmla="*/ 16933 h 387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90651" h="387241">
                  <a:moveTo>
                    <a:pt x="20185" y="8466"/>
                  </a:moveTo>
                  <a:cubicBezTo>
                    <a:pt x="11440" y="43445"/>
                    <a:pt x="0" y="82777"/>
                    <a:pt x="3251" y="118533"/>
                  </a:cubicBezTo>
                  <a:cubicBezTo>
                    <a:pt x="3974" y="126483"/>
                    <a:pt x="14540" y="129822"/>
                    <a:pt x="20185" y="135466"/>
                  </a:cubicBezTo>
                  <a:cubicBezTo>
                    <a:pt x="43232" y="120101"/>
                    <a:pt x="82592" y="95165"/>
                    <a:pt x="96385" y="76200"/>
                  </a:cubicBezTo>
                  <a:cubicBezTo>
                    <a:pt x="106883" y="61765"/>
                    <a:pt x="113318" y="25400"/>
                    <a:pt x="113318" y="25400"/>
                  </a:cubicBezTo>
                  <a:cubicBezTo>
                    <a:pt x="116140" y="36689"/>
                    <a:pt x="121785" y="47630"/>
                    <a:pt x="121785" y="59266"/>
                  </a:cubicBezTo>
                  <a:cubicBezTo>
                    <a:pt x="121785" y="80025"/>
                    <a:pt x="110446" y="121555"/>
                    <a:pt x="104851" y="143933"/>
                  </a:cubicBezTo>
                  <a:cubicBezTo>
                    <a:pt x="107673" y="174977"/>
                    <a:pt x="105757" y="206824"/>
                    <a:pt x="113318" y="237066"/>
                  </a:cubicBezTo>
                  <a:cubicBezTo>
                    <a:pt x="115483" y="245724"/>
                    <a:pt x="117451" y="219468"/>
                    <a:pt x="121785" y="211666"/>
                  </a:cubicBezTo>
                  <a:cubicBezTo>
                    <a:pt x="131668" y="193876"/>
                    <a:pt x="145906" y="178732"/>
                    <a:pt x="155651" y="160866"/>
                  </a:cubicBezTo>
                  <a:cubicBezTo>
                    <a:pt x="162929" y="147524"/>
                    <a:pt x="165788" y="132127"/>
                    <a:pt x="172585" y="118533"/>
                  </a:cubicBezTo>
                  <a:cubicBezTo>
                    <a:pt x="177136" y="109432"/>
                    <a:pt x="184967" y="102234"/>
                    <a:pt x="189518" y="93133"/>
                  </a:cubicBezTo>
                  <a:cubicBezTo>
                    <a:pt x="224571" y="23026"/>
                    <a:pt x="166391" y="115125"/>
                    <a:pt x="214918" y="42333"/>
                  </a:cubicBezTo>
                  <a:cubicBezTo>
                    <a:pt x="206091" y="121778"/>
                    <a:pt x="183968" y="239294"/>
                    <a:pt x="206451" y="321733"/>
                  </a:cubicBezTo>
                  <a:cubicBezTo>
                    <a:pt x="209772" y="333910"/>
                    <a:pt x="216695" y="298569"/>
                    <a:pt x="223385" y="287866"/>
                  </a:cubicBezTo>
                  <a:cubicBezTo>
                    <a:pt x="230864" y="275900"/>
                    <a:pt x="240318" y="265289"/>
                    <a:pt x="248785" y="254000"/>
                  </a:cubicBezTo>
                  <a:cubicBezTo>
                    <a:pt x="251607" y="245533"/>
                    <a:pt x="252659" y="236253"/>
                    <a:pt x="257251" y="228600"/>
                  </a:cubicBezTo>
                  <a:cubicBezTo>
                    <a:pt x="261358" y="221755"/>
                    <a:pt x="271040" y="219003"/>
                    <a:pt x="274185" y="211666"/>
                  </a:cubicBezTo>
                  <a:cubicBezTo>
                    <a:pt x="279854" y="198439"/>
                    <a:pt x="280616" y="183579"/>
                    <a:pt x="282651" y="169333"/>
                  </a:cubicBezTo>
                  <a:cubicBezTo>
                    <a:pt x="303397" y="24109"/>
                    <a:pt x="255882" y="48432"/>
                    <a:pt x="324985" y="25400"/>
                  </a:cubicBezTo>
                  <a:cubicBezTo>
                    <a:pt x="329259" y="106610"/>
                    <a:pt x="331110" y="189873"/>
                    <a:pt x="341918" y="270933"/>
                  </a:cubicBezTo>
                  <a:cubicBezTo>
                    <a:pt x="343820" y="285197"/>
                    <a:pt x="347811" y="299108"/>
                    <a:pt x="350385" y="313266"/>
                  </a:cubicBezTo>
                  <a:cubicBezTo>
                    <a:pt x="353456" y="330156"/>
                    <a:pt x="356029" y="347133"/>
                    <a:pt x="358851" y="364066"/>
                  </a:cubicBezTo>
                  <a:cubicBezTo>
                    <a:pt x="401763" y="213881"/>
                    <a:pt x="354642" y="387241"/>
                    <a:pt x="384251" y="254000"/>
                  </a:cubicBezTo>
                  <a:cubicBezTo>
                    <a:pt x="402387" y="172385"/>
                    <a:pt x="382744" y="296160"/>
                    <a:pt x="401185" y="194733"/>
                  </a:cubicBezTo>
                  <a:cubicBezTo>
                    <a:pt x="404755" y="175099"/>
                    <a:pt x="406370" y="155151"/>
                    <a:pt x="409651" y="135466"/>
                  </a:cubicBezTo>
                  <a:cubicBezTo>
                    <a:pt x="429049" y="19075"/>
                    <a:pt x="406105" y="189231"/>
                    <a:pt x="426585" y="25400"/>
                  </a:cubicBezTo>
                  <a:cubicBezTo>
                    <a:pt x="435052" y="53622"/>
                    <a:pt x="442075" y="82318"/>
                    <a:pt x="451985" y="110066"/>
                  </a:cubicBezTo>
                  <a:cubicBezTo>
                    <a:pt x="459131" y="130075"/>
                    <a:pt x="484780" y="170369"/>
                    <a:pt x="494318" y="186266"/>
                  </a:cubicBezTo>
                  <a:cubicBezTo>
                    <a:pt x="520788" y="292141"/>
                    <a:pt x="486959" y="160507"/>
                    <a:pt x="511251" y="245533"/>
                  </a:cubicBezTo>
                  <a:cubicBezTo>
                    <a:pt x="514448" y="256722"/>
                    <a:pt x="516896" y="268111"/>
                    <a:pt x="519718" y="279400"/>
                  </a:cubicBezTo>
                  <a:cubicBezTo>
                    <a:pt x="522540" y="234244"/>
                    <a:pt x="528185" y="189177"/>
                    <a:pt x="528185" y="143933"/>
                  </a:cubicBezTo>
                  <a:cubicBezTo>
                    <a:pt x="528185" y="115570"/>
                    <a:pt x="524031" y="87299"/>
                    <a:pt x="519718" y="59266"/>
                  </a:cubicBezTo>
                  <a:cubicBezTo>
                    <a:pt x="518361" y="50445"/>
                    <a:pt x="504940" y="27555"/>
                    <a:pt x="511251" y="33866"/>
                  </a:cubicBezTo>
                  <a:cubicBezTo>
                    <a:pt x="520176" y="42791"/>
                    <a:pt x="522540" y="56444"/>
                    <a:pt x="528185" y="67733"/>
                  </a:cubicBezTo>
                  <a:cubicBezTo>
                    <a:pt x="543794" y="130175"/>
                    <a:pt x="527019" y="73479"/>
                    <a:pt x="553585" y="135466"/>
                  </a:cubicBezTo>
                  <a:cubicBezTo>
                    <a:pt x="557101" y="143669"/>
                    <a:pt x="558535" y="152663"/>
                    <a:pt x="562051" y="160866"/>
                  </a:cubicBezTo>
                  <a:cubicBezTo>
                    <a:pt x="567023" y="172467"/>
                    <a:pt x="574297" y="183014"/>
                    <a:pt x="578985" y="194733"/>
                  </a:cubicBezTo>
                  <a:cubicBezTo>
                    <a:pt x="585614" y="211306"/>
                    <a:pt x="595918" y="245533"/>
                    <a:pt x="595918" y="245533"/>
                  </a:cubicBezTo>
                  <a:cubicBezTo>
                    <a:pt x="598740" y="228600"/>
                    <a:pt x="602898" y="211835"/>
                    <a:pt x="604385" y="194733"/>
                  </a:cubicBezTo>
                  <a:cubicBezTo>
                    <a:pt x="618434" y="33163"/>
                    <a:pt x="585135" y="92372"/>
                    <a:pt x="629785" y="25400"/>
                  </a:cubicBezTo>
                  <a:cubicBezTo>
                    <a:pt x="632607" y="16933"/>
                    <a:pt x="629326" y="0"/>
                    <a:pt x="638251" y="0"/>
                  </a:cubicBezTo>
                  <a:cubicBezTo>
                    <a:pt x="648427" y="0"/>
                    <a:pt x="651177" y="16047"/>
                    <a:pt x="655185" y="25400"/>
                  </a:cubicBezTo>
                  <a:cubicBezTo>
                    <a:pt x="659948" y="36514"/>
                    <a:pt x="670265" y="93261"/>
                    <a:pt x="672118" y="101600"/>
                  </a:cubicBezTo>
                  <a:cubicBezTo>
                    <a:pt x="679204" y="133487"/>
                    <a:pt x="679625" y="132585"/>
                    <a:pt x="689051" y="160866"/>
                  </a:cubicBezTo>
                  <a:cubicBezTo>
                    <a:pt x="694696" y="138288"/>
                    <a:pt x="698626" y="115211"/>
                    <a:pt x="705985" y="93133"/>
                  </a:cubicBezTo>
                  <a:cubicBezTo>
                    <a:pt x="718131" y="56694"/>
                    <a:pt x="712286" y="76391"/>
                    <a:pt x="722918" y="33866"/>
                  </a:cubicBezTo>
                  <a:cubicBezTo>
                    <a:pt x="728562" y="39511"/>
                    <a:pt x="734864" y="44567"/>
                    <a:pt x="739851" y="50800"/>
                  </a:cubicBezTo>
                  <a:cubicBezTo>
                    <a:pt x="746208" y="58746"/>
                    <a:pt x="748644" y="82305"/>
                    <a:pt x="756785" y="76200"/>
                  </a:cubicBezTo>
                  <a:cubicBezTo>
                    <a:pt x="771064" y="65491"/>
                    <a:pt x="757753" y="33383"/>
                    <a:pt x="773718" y="25400"/>
                  </a:cubicBezTo>
                  <a:lnTo>
                    <a:pt x="790651" y="16933"/>
                  </a:lnTo>
                </a:path>
              </a:pathLst>
            </a:cu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2878667" y="4326467"/>
              <a:ext cx="374098" cy="296333"/>
            </a:xfrm>
            <a:custGeom>
              <a:avLst/>
              <a:gdLst>
                <a:gd name="connsiteX0" fmla="*/ 0 w 374098"/>
                <a:gd name="connsiteY0" fmla="*/ 287866 h 296333"/>
                <a:gd name="connsiteX1" fmla="*/ 42333 w 374098"/>
                <a:gd name="connsiteY1" fmla="*/ 245533 h 296333"/>
                <a:gd name="connsiteX2" fmla="*/ 67733 w 374098"/>
                <a:gd name="connsiteY2" fmla="*/ 262466 h 296333"/>
                <a:gd name="connsiteX3" fmla="*/ 76200 w 374098"/>
                <a:gd name="connsiteY3" fmla="*/ 194733 h 296333"/>
                <a:gd name="connsiteX4" fmla="*/ 101600 w 374098"/>
                <a:gd name="connsiteY4" fmla="*/ 203200 h 296333"/>
                <a:gd name="connsiteX5" fmla="*/ 143933 w 374098"/>
                <a:gd name="connsiteY5" fmla="*/ 296333 h 296333"/>
                <a:gd name="connsiteX6" fmla="*/ 127000 w 374098"/>
                <a:gd name="connsiteY6" fmla="*/ 135466 h 296333"/>
                <a:gd name="connsiteX7" fmla="*/ 135466 w 374098"/>
                <a:gd name="connsiteY7" fmla="*/ 110066 h 296333"/>
                <a:gd name="connsiteX8" fmla="*/ 143933 w 374098"/>
                <a:gd name="connsiteY8" fmla="*/ 143933 h 296333"/>
                <a:gd name="connsiteX9" fmla="*/ 160866 w 374098"/>
                <a:gd name="connsiteY9" fmla="*/ 186266 h 296333"/>
                <a:gd name="connsiteX10" fmla="*/ 169333 w 374098"/>
                <a:gd name="connsiteY10" fmla="*/ 228600 h 296333"/>
                <a:gd name="connsiteX11" fmla="*/ 177800 w 374098"/>
                <a:gd name="connsiteY11" fmla="*/ 254000 h 296333"/>
                <a:gd name="connsiteX12" fmla="*/ 186266 w 374098"/>
                <a:gd name="connsiteY12" fmla="*/ 287866 h 296333"/>
                <a:gd name="connsiteX13" fmla="*/ 177800 w 374098"/>
                <a:gd name="connsiteY13" fmla="*/ 203200 h 296333"/>
                <a:gd name="connsiteX14" fmla="*/ 194733 w 374098"/>
                <a:gd name="connsiteY14" fmla="*/ 0 h 296333"/>
                <a:gd name="connsiteX15" fmla="*/ 220133 w 374098"/>
                <a:gd name="connsiteY15" fmla="*/ 110066 h 296333"/>
                <a:gd name="connsiteX16" fmla="*/ 237066 w 374098"/>
                <a:gd name="connsiteY16" fmla="*/ 169333 h 296333"/>
                <a:gd name="connsiteX17" fmla="*/ 245533 w 374098"/>
                <a:gd name="connsiteY17" fmla="*/ 237066 h 296333"/>
                <a:gd name="connsiteX18" fmla="*/ 262466 w 374098"/>
                <a:gd name="connsiteY18" fmla="*/ 287866 h 296333"/>
                <a:gd name="connsiteX19" fmla="*/ 287866 w 374098"/>
                <a:gd name="connsiteY19" fmla="*/ 211666 h 296333"/>
                <a:gd name="connsiteX20" fmla="*/ 296333 w 374098"/>
                <a:gd name="connsiteY20" fmla="*/ 186266 h 296333"/>
                <a:gd name="connsiteX21" fmla="*/ 313266 w 374098"/>
                <a:gd name="connsiteY21" fmla="*/ 211666 h 296333"/>
                <a:gd name="connsiteX22" fmla="*/ 330200 w 374098"/>
                <a:gd name="connsiteY22" fmla="*/ 262466 h 296333"/>
                <a:gd name="connsiteX23" fmla="*/ 355600 w 374098"/>
                <a:gd name="connsiteY23" fmla="*/ 254000 h 296333"/>
                <a:gd name="connsiteX24" fmla="*/ 372533 w 374098"/>
                <a:gd name="connsiteY24" fmla="*/ 2878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4098" h="296333">
                  <a:moveTo>
                    <a:pt x="0" y="287866"/>
                  </a:moveTo>
                  <a:cubicBezTo>
                    <a:pt x="7526" y="276577"/>
                    <a:pt x="23518" y="245533"/>
                    <a:pt x="42333" y="245533"/>
                  </a:cubicBezTo>
                  <a:cubicBezTo>
                    <a:pt x="52509" y="245533"/>
                    <a:pt x="59266" y="256822"/>
                    <a:pt x="67733" y="262466"/>
                  </a:cubicBezTo>
                  <a:lnTo>
                    <a:pt x="76200" y="194733"/>
                  </a:lnTo>
                  <a:cubicBezTo>
                    <a:pt x="84667" y="197555"/>
                    <a:pt x="96121" y="196155"/>
                    <a:pt x="101600" y="203200"/>
                  </a:cubicBezTo>
                  <a:cubicBezTo>
                    <a:pt x="123682" y="231591"/>
                    <a:pt x="133061" y="263718"/>
                    <a:pt x="143933" y="296333"/>
                  </a:cubicBezTo>
                  <a:cubicBezTo>
                    <a:pt x="139282" y="259129"/>
                    <a:pt x="127000" y="167057"/>
                    <a:pt x="127000" y="135466"/>
                  </a:cubicBezTo>
                  <a:cubicBezTo>
                    <a:pt x="127000" y="126541"/>
                    <a:pt x="132644" y="118533"/>
                    <a:pt x="135466" y="110066"/>
                  </a:cubicBezTo>
                  <a:cubicBezTo>
                    <a:pt x="138288" y="121355"/>
                    <a:pt x="140253" y="132894"/>
                    <a:pt x="143933" y="143933"/>
                  </a:cubicBezTo>
                  <a:cubicBezTo>
                    <a:pt x="148739" y="158351"/>
                    <a:pt x="156499" y="171709"/>
                    <a:pt x="160866" y="186266"/>
                  </a:cubicBezTo>
                  <a:cubicBezTo>
                    <a:pt x="165001" y="200050"/>
                    <a:pt x="165843" y="214639"/>
                    <a:pt x="169333" y="228600"/>
                  </a:cubicBezTo>
                  <a:cubicBezTo>
                    <a:pt x="171498" y="237258"/>
                    <a:pt x="175348" y="245419"/>
                    <a:pt x="177800" y="254000"/>
                  </a:cubicBezTo>
                  <a:cubicBezTo>
                    <a:pt x="180997" y="265188"/>
                    <a:pt x="183444" y="276577"/>
                    <a:pt x="186266" y="287866"/>
                  </a:cubicBezTo>
                  <a:cubicBezTo>
                    <a:pt x="183444" y="259644"/>
                    <a:pt x="177800" y="231563"/>
                    <a:pt x="177800" y="203200"/>
                  </a:cubicBezTo>
                  <a:cubicBezTo>
                    <a:pt x="177800" y="58430"/>
                    <a:pt x="174421" y="81243"/>
                    <a:pt x="194733" y="0"/>
                  </a:cubicBezTo>
                  <a:cubicBezTo>
                    <a:pt x="204606" y="49362"/>
                    <a:pt x="204818" y="53910"/>
                    <a:pt x="220133" y="110066"/>
                  </a:cubicBezTo>
                  <a:cubicBezTo>
                    <a:pt x="228764" y="141711"/>
                    <a:pt x="231020" y="133058"/>
                    <a:pt x="237066" y="169333"/>
                  </a:cubicBezTo>
                  <a:cubicBezTo>
                    <a:pt x="240807" y="191777"/>
                    <a:pt x="240765" y="214818"/>
                    <a:pt x="245533" y="237066"/>
                  </a:cubicBezTo>
                  <a:cubicBezTo>
                    <a:pt x="249273" y="254519"/>
                    <a:pt x="262466" y="287866"/>
                    <a:pt x="262466" y="287866"/>
                  </a:cubicBezTo>
                  <a:lnTo>
                    <a:pt x="287866" y="211666"/>
                  </a:lnTo>
                  <a:lnTo>
                    <a:pt x="296333" y="186266"/>
                  </a:lnTo>
                  <a:cubicBezTo>
                    <a:pt x="301977" y="194733"/>
                    <a:pt x="309133" y="202367"/>
                    <a:pt x="313266" y="211666"/>
                  </a:cubicBezTo>
                  <a:cubicBezTo>
                    <a:pt x="320515" y="227977"/>
                    <a:pt x="330200" y="262466"/>
                    <a:pt x="330200" y="262466"/>
                  </a:cubicBezTo>
                  <a:cubicBezTo>
                    <a:pt x="338667" y="259644"/>
                    <a:pt x="347314" y="250685"/>
                    <a:pt x="355600" y="254000"/>
                  </a:cubicBezTo>
                  <a:cubicBezTo>
                    <a:pt x="374098" y="261400"/>
                    <a:pt x="372533" y="274868"/>
                    <a:pt x="372533" y="287866"/>
                  </a:cubicBezTo>
                </a:path>
              </a:pathLst>
            </a:cu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3327400" y="4646264"/>
              <a:ext cx="406400" cy="390076"/>
            </a:xfrm>
            <a:custGeom>
              <a:avLst/>
              <a:gdLst>
                <a:gd name="connsiteX0" fmla="*/ 0 w 406400"/>
                <a:gd name="connsiteY0" fmla="*/ 44269 h 390076"/>
                <a:gd name="connsiteX1" fmla="*/ 25400 w 406400"/>
                <a:gd name="connsiteY1" fmla="*/ 27336 h 390076"/>
                <a:gd name="connsiteX2" fmla="*/ 42333 w 406400"/>
                <a:gd name="connsiteY2" fmla="*/ 1936 h 390076"/>
                <a:gd name="connsiteX3" fmla="*/ 59267 w 406400"/>
                <a:gd name="connsiteY3" fmla="*/ 18869 h 390076"/>
                <a:gd name="connsiteX4" fmla="*/ 67733 w 406400"/>
                <a:gd name="connsiteY4" fmla="*/ 61203 h 390076"/>
                <a:gd name="connsiteX5" fmla="*/ 76200 w 406400"/>
                <a:gd name="connsiteY5" fmla="*/ 95069 h 390076"/>
                <a:gd name="connsiteX6" fmla="*/ 93133 w 406400"/>
                <a:gd name="connsiteY6" fmla="*/ 69669 h 390076"/>
                <a:gd name="connsiteX7" fmla="*/ 110067 w 406400"/>
                <a:gd name="connsiteY7" fmla="*/ 52736 h 390076"/>
                <a:gd name="connsiteX8" fmla="*/ 118533 w 406400"/>
                <a:gd name="connsiteY8" fmla="*/ 27336 h 390076"/>
                <a:gd name="connsiteX9" fmla="*/ 143933 w 406400"/>
                <a:gd name="connsiteY9" fmla="*/ 103536 h 390076"/>
                <a:gd name="connsiteX10" fmla="*/ 143933 w 406400"/>
                <a:gd name="connsiteY10" fmla="*/ 188203 h 390076"/>
                <a:gd name="connsiteX11" fmla="*/ 169333 w 406400"/>
                <a:gd name="connsiteY11" fmla="*/ 128936 h 390076"/>
                <a:gd name="connsiteX12" fmla="*/ 194733 w 406400"/>
                <a:gd name="connsiteY12" fmla="*/ 112003 h 390076"/>
                <a:gd name="connsiteX13" fmla="*/ 211667 w 406400"/>
                <a:gd name="connsiteY13" fmla="*/ 86603 h 390076"/>
                <a:gd name="connsiteX14" fmla="*/ 228600 w 406400"/>
                <a:gd name="connsiteY14" fmla="*/ 69669 h 390076"/>
                <a:gd name="connsiteX15" fmla="*/ 245533 w 406400"/>
                <a:gd name="connsiteY15" fmla="*/ 10403 h 390076"/>
                <a:gd name="connsiteX16" fmla="*/ 228600 w 406400"/>
                <a:gd name="connsiteY16" fmla="*/ 44269 h 390076"/>
                <a:gd name="connsiteX17" fmla="*/ 220133 w 406400"/>
                <a:gd name="connsiteY17" fmla="*/ 154336 h 390076"/>
                <a:gd name="connsiteX18" fmla="*/ 211667 w 406400"/>
                <a:gd name="connsiteY18" fmla="*/ 213603 h 390076"/>
                <a:gd name="connsiteX19" fmla="*/ 203200 w 406400"/>
                <a:gd name="connsiteY19" fmla="*/ 255936 h 390076"/>
                <a:gd name="connsiteX20" fmla="*/ 254000 w 406400"/>
                <a:gd name="connsiteY20" fmla="*/ 145869 h 390076"/>
                <a:gd name="connsiteX21" fmla="*/ 296333 w 406400"/>
                <a:gd name="connsiteY21" fmla="*/ 95069 h 390076"/>
                <a:gd name="connsiteX22" fmla="*/ 313267 w 406400"/>
                <a:gd name="connsiteY22" fmla="*/ 35803 h 390076"/>
                <a:gd name="connsiteX23" fmla="*/ 330200 w 406400"/>
                <a:gd name="connsiteY23" fmla="*/ 18869 h 390076"/>
                <a:gd name="connsiteX24" fmla="*/ 313267 w 406400"/>
                <a:gd name="connsiteY24" fmla="*/ 145869 h 390076"/>
                <a:gd name="connsiteX25" fmla="*/ 296333 w 406400"/>
                <a:gd name="connsiteY25" fmla="*/ 205136 h 390076"/>
                <a:gd name="connsiteX26" fmla="*/ 287867 w 406400"/>
                <a:gd name="connsiteY26" fmla="*/ 264403 h 390076"/>
                <a:gd name="connsiteX27" fmla="*/ 296333 w 406400"/>
                <a:gd name="connsiteY27" fmla="*/ 340603 h 390076"/>
                <a:gd name="connsiteX28" fmla="*/ 321733 w 406400"/>
                <a:gd name="connsiteY28" fmla="*/ 298269 h 390076"/>
                <a:gd name="connsiteX29" fmla="*/ 355600 w 406400"/>
                <a:gd name="connsiteY29" fmla="*/ 222069 h 390076"/>
                <a:gd name="connsiteX30" fmla="*/ 372533 w 406400"/>
                <a:gd name="connsiteY30" fmla="*/ 154336 h 390076"/>
                <a:gd name="connsiteX31" fmla="*/ 389467 w 406400"/>
                <a:gd name="connsiteY31" fmla="*/ 137403 h 390076"/>
                <a:gd name="connsiteX32" fmla="*/ 381000 w 406400"/>
                <a:gd name="connsiteY32" fmla="*/ 230536 h 390076"/>
                <a:gd name="connsiteX33" fmla="*/ 364067 w 406400"/>
                <a:gd name="connsiteY33" fmla="*/ 323669 h 390076"/>
                <a:gd name="connsiteX34" fmla="*/ 347133 w 406400"/>
                <a:gd name="connsiteY34" fmla="*/ 382936 h 390076"/>
                <a:gd name="connsiteX35" fmla="*/ 364067 w 406400"/>
                <a:gd name="connsiteY35" fmla="*/ 366003 h 390076"/>
                <a:gd name="connsiteX36" fmla="*/ 372533 w 406400"/>
                <a:gd name="connsiteY36" fmla="*/ 332136 h 390076"/>
                <a:gd name="connsiteX37" fmla="*/ 397933 w 406400"/>
                <a:gd name="connsiteY37" fmla="*/ 323669 h 390076"/>
                <a:gd name="connsiteX38" fmla="*/ 397933 w 406400"/>
                <a:gd name="connsiteY38" fmla="*/ 366003 h 390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06400" h="390076">
                  <a:moveTo>
                    <a:pt x="0" y="44269"/>
                  </a:moveTo>
                  <a:cubicBezTo>
                    <a:pt x="8467" y="38625"/>
                    <a:pt x="18205" y="34531"/>
                    <a:pt x="25400" y="27336"/>
                  </a:cubicBezTo>
                  <a:cubicBezTo>
                    <a:pt x="32595" y="20141"/>
                    <a:pt x="32461" y="4404"/>
                    <a:pt x="42333" y="1936"/>
                  </a:cubicBezTo>
                  <a:cubicBezTo>
                    <a:pt x="50077" y="0"/>
                    <a:pt x="53622" y="13225"/>
                    <a:pt x="59267" y="18869"/>
                  </a:cubicBezTo>
                  <a:cubicBezTo>
                    <a:pt x="62089" y="32980"/>
                    <a:pt x="64611" y="47155"/>
                    <a:pt x="67733" y="61203"/>
                  </a:cubicBezTo>
                  <a:cubicBezTo>
                    <a:pt x="70257" y="72562"/>
                    <a:pt x="65161" y="91390"/>
                    <a:pt x="76200" y="95069"/>
                  </a:cubicBezTo>
                  <a:cubicBezTo>
                    <a:pt x="85854" y="98287"/>
                    <a:pt x="86776" y="77615"/>
                    <a:pt x="93133" y="69669"/>
                  </a:cubicBezTo>
                  <a:cubicBezTo>
                    <a:pt x="98120" y="63436"/>
                    <a:pt x="104422" y="58380"/>
                    <a:pt x="110067" y="52736"/>
                  </a:cubicBezTo>
                  <a:cubicBezTo>
                    <a:pt x="112889" y="44269"/>
                    <a:pt x="110066" y="24514"/>
                    <a:pt x="118533" y="27336"/>
                  </a:cubicBezTo>
                  <a:cubicBezTo>
                    <a:pt x="133557" y="32344"/>
                    <a:pt x="142507" y="96405"/>
                    <a:pt x="143933" y="103536"/>
                  </a:cubicBezTo>
                  <a:cubicBezTo>
                    <a:pt x="139308" y="117413"/>
                    <a:pt x="111506" y="188203"/>
                    <a:pt x="143933" y="188203"/>
                  </a:cubicBezTo>
                  <a:cubicBezTo>
                    <a:pt x="165427" y="188203"/>
                    <a:pt x="157411" y="146820"/>
                    <a:pt x="169333" y="128936"/>
                  </a:cubicBezTo>
                  <a:cubicBezTo>
                    <a:pt x="174977" y="120469"/>
                    <a:pt x="186266" y="117647"/>
                    <a:pt x="194733" y="112003"/>
                  </a:cubicBezTo>
                  <a:cubicBezTo>
                    <a:pt x="200378" y="103536"/>
                    <a:pt x="205310" y="94549"/>
                    <a:pt x="211667" y="86603"/>
                  </a:cubicBezTo>
                  <a:cubicBezTo>
                    <a:pt x="216654" y="80370"/>
                    <a:pt x="224493" y="76514"/>
                    <a:pt x="228600" y="69669"/>
                  </a:cubicBezTo>
                  <a:cubicBezTo>
                    <a:pt x="230894" y="65846"/>
                    <a:pt x="247749" y="10403"/>
                    <a:pt x="245533" y="10403"/>
                  </a:cubicBezTo>
                  <a:cubicBezTo>
                    <a:pt x="232912" y="10403"/>
                    <a:pt x="234244" y="32980"/>
                    <a:pt x="228600" y="44269"/>
                  </a:cubicBezTo>
                  <a:cubicBezTo>
                    <a:pt x="225778" y="80958"/>
                    <a:pt x="223794" y="117721"/>
                    <a:pt x="220133" y="154336"/>
                  </a:cubicBezTo>
                  <a:cubicBezTo>
                    <a:pt x="218147" y="174193"/>
                    <a:pt x="214948" y="193918"/>
                    <a:pt x="211667" y="213603"/>
                  </a:cubicBezTo>
                  <a:cubicBezTo>
                    <a:pt x="209301" y="227798"/>
                    <a:pt x="191227" y="263919"/>
                    <a:pt x="203200" y="255936"/>
                  </a:cubicBezTo>
                  <a:cubicBezTo>
                    <a:pt x="253399" y="222468"/>
                    <a:pt x="224007" y="185859"/>
                    <a:pt x="254000" y="145869"/>
                  </a:cubicBezTo>
                  <a:cubicBezTo>
                    <a:pt x="284190" y="105617"/>
                    <a:pt x="269422" y="121981"/>
                    <a:pt x="296333" y="95069"/>
                  </a:cubicBezTo>
                  <a:cubicBezTo>
                    <a:pt x="297915" y="88742"/>
                    <a:pt x="308061" y="44479"/>
                    <a:pt x="313267" y="35803"/>
                  </a:cubicBezTo>
                  <a:cubicBezTo>
                    <a:pt x="317374" y="28958"/>
                    <a:pt x="324556" y="24514"/>
                    <a:pt x="330200" y="18869"/>
                  </a:cubicBezTo>
                  <a:cubicBezTo>
                    <a:pt x="324556" y="61202"/>
                    <a:pt x="320907" y="103850"/>
                    <a:pt x="313267" y="145869"/>
                  </a:cubicBezTo>
                  <a:cubicBezTo>
                    <a:pt x="309592" y="166084"/>
                    <a:pt x="300638" y="185046"/>
                    <a:pt x="296333" y="205136"/>
                  </a:cubicBezTo>
                  <a:cubicBezTo>
                    <a:pt x="292152" y="224649"/>
                    <a:pt x="290689" y="244647"/>
                    <a:pt x="287867" y="264403"/>
                  </a:cubicBezTo>
                  <a:cubicBezTo>
                    <a:pt x="290689" y="289803"/>
                    <a:pt x="278262" y="322532"/>
                    <a:pt x="296333" y="340603"/>
                  </a:cubicBezTo>
                  <a:cubicBezTo>
                    <a:pt x="307969" y="352239"/>
                    <a:pt x="314923" y="313250"/>
                    <a:pt x="321733" y="298269"/>
                  </a:cubicBezTo>
                  <a:cubicBezTo>
                    <a:pt x="364914" y="203271"/>
                    <a:pt x="315637" y="282014"/>
                    <a:pt x="355600" y="222069"/>
                  </a:cubicBezTo>
                  <a:cubicBezTo>
                    <a:pt x="357420" y="212970"/>
                    <a:pt x="364725" y="167350"/>
                    <a:pt x="372533" y="154336"/>
                  </a:cubicBezTo>
                  <a:cubicBezTo>
                    <a:pt x="376640" y="147491"/>
                    <a:pt x="383822" y="143047"/>
                    <a:pt x="389467" y="137403"/>
                  </a:cubicBezTo>
                  <a:cubicBezTo>
                    <a:pt x="386645" y="168447"/>
                    <a:pt x="384642" y="199577"/>
                    <a:pt x="381000" y="230536"/>
                  </a:cubicBezTo>
                  <a:cubicBezTo>
                    <a:pt x="379324" y="244784"/>
                    <a:pt x="368224" y="307041"/>
                    <a:pt x="364067" y="323669"/>
                  </a:cubicBezTo>
                  <a:cubicBezTo>
                    <a:pt x="362099" y="331542"/>
                    <a:pt x="344493" y="377656"/>
                    <a:pt x="347133" y="382936"/>
                  </a:cubicBezTo>
                  <a:cubicBezTo>
                    <a:pt x="350703" y="390076"/>
                    <a:pt x="358422" y="371647"/>
                    <a:pt x="364067" y="366003"/>
                  </a:cubicBezTo>
                  <a:cubicBezTo>
                    <a:pt x="366889" y="354714"/>
                    <a:pt x="365264" y="341223"/>
                    <a:pt x="372533" y="332136"/>
                  </a:cubicBezTo>
                  <a:cubicBezTo>
                    <a:pt x="378108" y="325167"/>
                    <a:pt x="392578" y="316529"/>
                    <a:pt x="397933" y="323669"/>
                  </a:cubicBezTo>
                  <a:cubicBezTo>
                    <a:pt x="406400" y="334958"/>
                    <a:pt x="397933" y="351892"/>
                    <a:pt x="397933" y="366003"/>
                  </a:cubicBezTo>
                </a:path>
              </a:pathLst>
            </a:cu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56434" y="5147828"/>
            <a:ext cx="4419600" cy="611680"/>
          </a:xfrm>
          <a:prstGeom prst="rect">
            <a:avLst/>
          </a:prstGeom>
          <a:noFill/>
        </p:spPr>
      </p:pic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1524001" y="9488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676402" y="6015336"/>
            <a:ext cx="8839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800000"/>
                </a:solidFill>
                <a:latin typeface="Adobe Caslon Pro Bold" pitchFamily="18" charset="0"/>
              </a:rPr>
              <a:t>Can we find values of  (</a:t>
            </a:r>
            <a:r>
              <a:rPr lang="en-US" sz="2400" b="1" dirty="0" err="1">
                <a:solidFill>
                  <a:srgbClr val="800000"/>
                </a:solidFill>
                <a:latin typeface="Adobe Caslon Pro Bold" pitchFamily="18" charset="0"/>
              </a:rPr>
              <a:t>tOff</a:t>
            </a:r>
            <a:r>
              <a:rPr lang="en-US" sz="2400" b="1" dirty="0">
                <a:solidFill>
                  <a:srgbClr val="800000"/>
                </a:solidFill>
                <a:latin typeface="Adobe Caslon Pro Bold" pitchFamily="18" charset="0"/>
              </a:rPr>
              <a:t>, </a:t>
            </a:r>
            <a:r>
              <a:rPr lang="en-US" sz="2400" b="1" dirty="0" err="1">
                <a:solidFill>
                  <a:srgbClr val="800000"/>
                </a:solidFill>
                <a:latin typeface="Adobe Caslon Pro Bold" pitchFamily="18" charset="0"/>
              </a:rPr>
              <a:t>tOn</a:t>
            </a:r>
            <a:r>
              <a:rPr lang="en-US" sz="2400" b="1" dirty="0">
                <a:solidFill>
                  <a:srgbClr val="800000"/>
                </a:solidFill>
                <a:latin typeface="Adobe Caslon Pro Bold" pitchFamily="18" charset="0"/>
              </a:rPr>
              <a:t>, h)  to minimize Err?  </a:t>
            </a: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3" name="Picture 1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8961"/>
          <a:stretch>
            <a:fillRect/>
          </a:stretch>
        </p:blipFill>
        <p:spPr bwMode="auto">
          <a:xfrm>
            <a:off x="1600201" y="1564240"/>
            <a:ext cx="2004485" cy="3911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9375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disco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704" y="2103326"/>
            <a:ext cx="2960876" cy="2205703"/>
          </a:xfrm>
          <a:prstGeom prst="rect">
            <a:avLst/>
          </a:prstGeom>
        </p:spPr>
      </p:pic>
      <p:pic>
        <p:nvPicPr>
          <p:cNvPr id="48" name="Picture 47" descr="qua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3466" y="1386553"/>
            <a:ext cx="2583491" cy="2617035"/>
          </a:xfrm>
          <a:prstGeom prst="rect">
            <a:avLst/>
          </a:prstGeom>
        </p:spPr>
      </p:pic>
      <p:grpSp>
        <p:nvGrpSpPr>
          <p:cNvPr id="51" name="Group 40"/>
          <p:cNvGrpSpPr/>
          <p:nvPr/>
        </p:nvGrpSpPr>
        <p:grpSpPr>
          <a:xfrm>
            <a:off x="2850855" y="2466576"/>
            <a:ext cx="762000" cy="381000"/>
            <a:chOff x="8229600" y="4800600"/>
            <a:chExt cx="762000" cy="381000"/>
          </a:xfrm>
        </p:grpSpPr>
        <p:sp>
          <p:nvSpPr>
            <p:cNvPr id="52" name="Line 7"/>
            <p:cNvSpPr>
              <a:spLocks noChangeShapeType="1"/>
            </p:cNvSpPr>
            <p:nvPr/>
          </p:nvSpPr>
          <p:spPr bwMode="auto">
            <a:xfrm flipH="1" flipV="1">
              <a:off x="8382000" y="4861654"/>
              <a:ext cx="3048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Line 7"/>
            <p:cNvSpPr>
              <a:spLocks noChangeShapeType="1"/>
            </p:cNvSpPr>
            <p:nvPr/>
          </p:nvSpPr>
          <p:spPr bwMode="auto">
            <a:xfrm flipH="1">
              <a:off x="8229600" y="4861654"/>
              <a:ext cx="152400" cy="16754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Line 7"/>
            <p:cNvSpPr>
              <a:spLocks noChangeShapeType="1"/>
            </p:cNvSpPr>
            <p:nvPr/>
          </p:nvSpPr>
          <p:spPr bwMode="auto">
            <a:xfrm>
              <a:off x="8229600" y="5029200"/>
              <a:ext cx="292100" cy="152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Line 7"/>
            <p:cNvSpPr>
              <a:spLocks noChangeShapeType="1"/>
            </p:cNvSpPr>
            <p:nvPr/>
          </p:nvSpPr>
          <p:spPr bwMode="auto">
            <a:xfrm flipV="1">
              <a:off x="8533014" y="4953000"/>
              <a:ext cx="153786" cy="19060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Line 7"/>
            <p:cNvSpPr>
              <a:spLocks noChangeShapeType="1"/>
            </p:cNvSpPr>
            <p:nvPr/>
          </p:nvSpPr>
          <p:spPr bwMode="auto">
            <a:xfrm flipV="1">
              <a:off x="8686800" y="4861654"/>
              <a:ext cx="304800" cy="9134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Line 7"/>
            <p:cNvSpPr>
              <a:spLocks noChangeShapeType="1"/>
            </p:cNvSpPr>
            <p:nvPr/>
          </p:nvSpPr>
          <p:spPr bwMode="auto">
            <a:xfrm flipH="1" flipV="1">
              <a:off x="8686800" y="4800600"/>
              <a:ext cx="304800" cy="6105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9" name="Oval 58"/>
          <p:cNvSpPr/>
          <p:nvPr/>
        </p:nvSpPr>
        <p:spPr>
          <a:xfrm>
            <a:off x="6958729" y="2885082"/>
            <a:ext cx="108894" cy="1218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7179709" y="2450742"/>
            <a:ext cx="108894" cy="1218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7877979" y="2968902"/>
            <a:ext cx="108894" cy="1218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9063653" y="3022242"/>
            <a:ext cx="108894" cy="1218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8606453" y="2450742"/>
            <a:ext cx="108894" cy="1218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7946559" y="2587902"/>
            <a:ext cx="108894" cy="1218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challenge of optimizing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5029201"/>
            <a:ext cx="8229600" cy="1096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Plateaus and discontinuities thwart search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524001" y="7773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1524001" y="9107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1524001" y="6154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1524001" y="6535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1524001" y="7202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45" name="Rectangle 21"/>
          <p:cNvSpPr>
            <a:spLocks noChangeArrowheads="1"/>
          </p:cNvSpPr>
          <p:nvPr/>
        </p:nvSpPr>
        <p:spPr bwMode="auto">
          <a:xfrm>
            <a:off x="1524001" y="7487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48" name="Rectangle 24"/>
          <p:cNvSpPr>
            <a:spLocks noChangeArrowheads="1"/>
          </p:cNvSpPr>
          <p:nvPr/>
        </p:nvSpPr>
        <p:spPr bwMode="auto">
          <a:xfrm>
            <a:off x="1524001" y="7487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pic>
        <p:nvPicPr>
          <p:cNvPr id="34" name="Picture 33" descr="smoothqua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00" y="1386552"/>
            <a:ext cx="2590800" cy="2526108"/>
          </a:xfrm>
          <a:prstGeom prst="rect">
            <a:avLst/>
          </a:prstGeom>
        </p:spPr>
      </p:pic>
      <p:pic>
        <p:nvPicPr>
          <p:cNvPr id="35" name="Picture 34" descr="dimple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6704" y="1654134"/>
            <a:ext cx="2955896" cy="225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6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Branches introduce discontinuities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For the thermostat example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524001" y="7773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524001" y="805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1524001" y="9107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1524001" y="6154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1524001" y="6535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1524001" y="7202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45" name="Rectangle 21"/>
          <p:cNvSpPr>
            <a:spLocks noChangeArrowheads="1"/>
          </p:cNvSpPr>
          <p:nvPr/>
        </p:nvSpPr>
        <p:spPr bwMode="auto">
          <a:xfrm>
            <a:off x="1524001" y="7487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71" name="Group 70"/>
          <p:cNvGrpSpPr/>
          <p:nvPr/>
        </p:nvGrpSpPr>
        <p:grpSpPr>
          <a:xfrm>
            <a:off x="3257550" y="2465068"/>
            <a:ext cx="2990850" cy="2887983"/>
            <a:chOff x="1200150" y="3760467"/>
            <a:chExt cx="2990850" cy="2887983"/>
          </a:xfrm>
        </p:grpSpPr>
        <p:pic>
          <p:nvPicPr>
            <p:cNvPr id="27" name="Picture 26" descr="testa.ppm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7400" y="4113838"/>
              <a:ext cx="2133600" cy="2133600"/>
            </a:xfrm>
            <a:prstGeom prst="rect">
              <a:avLst/>
            </a:prstGeom>
          </p:spPr>
        </p:pic>
        <p:pic>
          <p:nvPicPr>
            <p:cNvPr id="1034" name="Picture 10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242286" y="3760467"/>
              <a:ext cx="1767619" cy="274286"/>
            </a:xfrm>
            <a:prstGeom prst="rect">
              <a:avLst/>
            </a:prstGeom>
            <a:noFill/>
          </p:spPr>
        </p:pic>
        <p:pic>
          <p:nvPicPr>
            <p:cNvPr id="1043" name="Picture 19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819400" y="6172200"/>
              <a:ext cx="590550" cy="476250"/>
            </a:xfrm>
            <a:prstGeom prst="rect">
              <a:avLst/>
            </a:prstGeom>
            <a:noFill/>
          </p:spPr>
        </p:pic>
        <p:pic>
          <p:nvPicPr>
            <p:cNvPr id="1046" name="Picture 22"/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200150" y="5029200"/>
              <a:ext cx="781050" cy="476250"/>
            </a:xfrm>
            <a:prstGeom prst="rect">
              <a:avLst/>
            </a:prstGeom>
            <a:noFill/>
          </p:spPr>
        </p:pic>
      </p:grpSp>
      <p:sp>
        <p:nvSpPr>
          <p:cNvPr id="1048" name="Rectangle 24"/>
          <p:cNvSpPr>
            <a:spLocks noChangeArrowheads="1"/>
          </p:cNvSpPr>
          <p:nvPr/>
        </p:nvSpPr>
        <p:spPr bwMode="auto">
          <a:xfrm>
            <a:off x="1524001" y="7487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3" name="Group 72"/>
          <p:cNvGrpSpPr/>
          <p:nvPr/>
        </p:nvGrpSpPr>
        <p:grpSpPr>
          <a:xfrm>
            <a:off x="7162800" y="2438400"/>
            <a:ext cx="2133600" cy="2914650"/>
            <a:chOff x="5105400" y="3733800"/>
            <a:chExt cx="2133600" cy="2914650"/>
          </a:xfrm>
        </p:grpSpPr>
        <p:pic>
          <p:nvPicPr>
            <p:cNvPr id="31" name="Picture 30" descr="der-testa.ppm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05400" y="4113838"/>
              <a:ext cx="2133600" cy="2133600"/>
            </a:xfrm>
            <a:prstGeom prst="rect">
              <a:avLst/>
            </a:prstGeom>
          </p:spPr>
        </p:pic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181600" y="3733800"/>
              <a:ext cx="2019048" cy="327619"/>
            </a:xfrm>
            <a:prstGeom prst="rect">
              <a:avLst/>
            </a:prstGeom>
            <a:noFill/>
          </p:spPr>
        </p:pic>
        <p:pic>
          <p:nvPicPr>
            <p:cNvPr id="72" name="Picture 19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962650" y="6172200"/>
              <a:ext cx="590550" cy="47625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63865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706872" y="2370666"/>
            <a:ext cx="4083204" cy="2362200"/>
            <a:chOff x="152400" y="1600200"/>
            <a:chExt cx="5105400" cy="2743200"/>
          </a:xfrm>
        </p:grpSpPr>
        <p:pic>
          <p:nvPicPr>
            <p:cNvPr id="37891" name="Picture 3"/>
            <p:cNvPicPr>
              <a:picLocks noChangeAspect="1" noChangeArrowheads="1"/>
            </p:cNvPicPr>
            <p:nvPr/>
          </p:nvPicPr>
          <p:blipFill>
            <a:blip r:embed="rId3"/>
            <a:srcRect l="2000" t="19444" r="31000" b="30556"/>
            <a:stretch>
              <a:fillRect/>
            </a:stretch>
          </p:blipFill>
          <p:spPr bwMode="auto">
            <a:xfrm>
              <a:off x="152400" y="1600200"/>
              <a:ext cx="5105400" cy="2743200"/>
            </a:xfrm>
            <a:prstGeom prst="rect">
              <a:avLst/>
            </a:prstGeom>
            <a:ln w="12700" cap="sq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6" name="Rectangle 5"/>
            <p:cNvSpPr/>
            <p:nvPr/>
          </p:nvSpPr>
          <p:spPr>
            <a:xfrm>
              <a:off x="2743200" y="3886200"/>
              <a:ext cx="1219200" cy="152400"/>
            </a:xfrm>
            <a:prstGeom prst="rect">
              <a:avLst/>
            </a:prstGeom>
            <a:solidFill>
              <a:srgbClr val="FFC000">
                <a:alpha val="23000"/>
              </a:srgb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1569146" y="2328334"/>
            <a:ext cx="4419600" cy="3081867"/>
          </a:xfrm>
          <a:prstGeom prst="rect">
            <a:avLst/>
          </a:prstGeom>
          <a:solidFill>
            <a:schemeClr val="bg1">
              <a:alpha val="6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Minimization by numerical Search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Discontinuities affect even the best methods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5013402" y="3657600"/>
            <a:ext cx="5562600" cy="3124200"/>
            <a:chOff x="2590800" y="4038600"/>
            <a:chExt cx="6248400" cy="3463787"/>
          </a:xfrm>
        </p:grpSpPr>
        <p:pic>
          <p:nvPicPr>
            <p:cNvPr id="37892" name="Picture 4"/>
            <p:cNvPicPr>
              <a:picLocks noChangeAspect="1" noChangeArrowheads="1"/>
            </p:cNvPicPr>
            <p:nvPr/>
          </p:nvPicPr>
          <p:blipFill rotWithShape="1">
            <a:blip r:embed="rId4"/>
            <a:srcRect l="12000" t="29166" r="6000" b="7699"/>
            <a:stretch/>
          </p:blipFill>
          <p:spPr bwMode="auto">
            <a:xfrm>
              <a:off x="2590800" y="4038600"/>
              <a:ext cx="6248400" cy="3463787"/>
            </a:xfrm>
            <a:prstGeom prst="rect">
              <a:avLst/>
            </a:prstGeom>
            <a:ln w="12700" cap="sq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9" name="Rectangle 8"/>
            <p:cNvSpPr/>
            <p:nvPr/>
          </p:nvSpPr>
          <p:spPr>
            <a:xfrm>
              <a:off x="7554688" y="6498772"/>
              <a:ext cx="1284512" cy="152400"/>
            </a:xfrm>
            <a:prstGeom prst="rect">
              <a:avLst/>
            </a:prstGeom>
            <a:solidFill>
              <a:srgbClr val="FFC000">
                <a:alpha val="23000"/>
              </a:srgb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429000" y="6705600"/>
              <a:ext cx="1371600" cy="152400"/>
            </a:xfrm>
            <a:prstGeom prst="rect">
              <a:avLst/>
            </a:prstGeom>
            <a:solidFill>
              <a:srgbClr val="FFC000">
                <a:alpha val="23000"/>
              </a:srgb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53000" y="6498772"/>
              <a:ext cx="533400" cy="152400"/>
            </a:xfrm>
            <a:prstGeom prst="rect">
              <a:avLst/>
            </a:prstGeom>
            <a:solidFill>
              <a:srgbClr val="FFC000">
                <a:alpha val="23000"/>
              </a:srgb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4974772" y="3306234"/>
            <a:ext cx="5693228" cy="3627966"/>
          </a:xfrm>
          <a:prstGeom prst="rect">
            <a:avLst/>
          </a:prstGeom>
          <a:solidFill>
            <a:schemeClr val="bg1">
              <a:alpha val="6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5484714" y="2395355"/>
            <a:ext cx="5091288" cy="2676178"/>
            <a:chOff x="166512" y="3648421"/>
            <a:chExt cx="6127054" cy="2990158"/>
          </a:xfrm>
        </p:grpSpPr>
        <p:pic>
          <p:nvPicPr>
            <p:cNvPr id="37893" name="Picture 5"/>
            <p:cNvPicPr>
              <a:picLocks noChangeAspect="1" noChangeArrowheads="1"/>
            </p:cNvPicPr>
            <p:nvPr/>
          </p:nvPicPr>
          <p:blipFill>
            <a:blip r:embed="rId5"/>
            <a:srcRect l="19592" t="30556" b="14943"/>
            <a:stretch>
              <a:fillRect/>
            </a:stretch>
          </p:blipFill>
          <p:spPr bwMode="auto">
            <a:xfrm>
              <a:off x="166512" y="3648421"/>
              <a:ext cx="6127054" cy="2990158"/>
            </a:xfrm>
            <a:prstGeom prst="rect">
              <a:avLst/>
            </a:prstGeom>
            <a:ln w="12700" cap="sq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4" name="Rectangle 13"/>
            <p:cNvSpPr/>
            <p:nvPr/>
          </p:nvSpPr>
          <p:spPr>
            <a:xfrm>
              <a:off x="2658274" y="6019800"/>
              <a:ext cx="2934062" cy="137459"/>
            </a:xfrm>
            <a:prstGeom prst="rect">
              <a:avLst/>
            </a:prstGeom>
            <a:solidFill>
              <a:srgbClr val="FFFF00">
                <a:alpha val="23000"/>
              </a:srgb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 flipV="1">
              <a:off x="1208315" y="6241868"/>
              <a:ext cx="4049485" cy="137160"/>
            </a:xfrm>
            <a:prstGeom prst="rect">
              <a:avLst/>
            </a:prstGeom>
            <a:solidFill>
              <a:srgbClr val="FFFF00">
                <a:alpha val="23000"/>
              </a:srgb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29736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43551"/>
            <a:ext cx="8229600" cy="1143000"/>
          </a:xfrm>
        </p:spPr>
        <p:txBody>
          <a:bodyPr/>
          <a:lstStyle/>
          <a:p>
            <a:r>
              <a:rPr lang="en-US" dirty="0"/>
              <a:t>Key Idea: Smooth the Function</a:t>
            </a:r>
          </a:p>
        </p:txBody>
      </p:sp>
      <p:pic>
        <p:nvPicPr>
          <p:cNvPr id="4" name="Picture 3" descr="smoothqu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386552"/>
            <a:ext cx="2590800" cy="2526108"/>
          </a:xfrm>
          <a:prstGeom prst="rect">
            <a:avLst/>
          </a:prstGeom>
        </p:spPr>
      </p:pic>
      <p:pic>
        <p:nvPicPr>
          <p:cNvPr id="5" name="Picture 4" descr="dimpl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704" y="1654134"/>
            <a:ext cx="2955896" cy="2258527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81200" y="4267200"/>
            <a:ext cx="8229600" cy="1143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dirty="0"/>
              <a:t>Approximate the problem by a smooth function	</a:t>
            </a:r>
          </a:p>
        </p:txBody>
      </p:sp>
    </p:spTree>
    <p:extLst>
      <p:ext uri="{BB962C8B-B14F-4D97-AF65-F5344CB8AC3E}">
        <p14:creationId xmlns:p14="http://schemas.microsoft.com/office/powerpoint/2010/main" val="3264929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Gaussian Smoothing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87530" y="3028602"/>
            <a:ext cx="1581149" cy="108619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chemeClr val="tx1"/>
                </a:solidFill>
              </a:rPr>
              <a:t>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1" y="3325481"/>
            <a:ext cx="1143063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800000"/>
                </a:solidFill>
              </a:rPr>
              <a:t>Input </a:t>
            </a:r>
            <a:r>
              <a:rPr lang="en-US" sz="2600" dirty="0" err="1">
                <a:solidFill>
                  <a:srgbClr val="800000"/>
                </a:solidFill>
              </a:rPr>
              <a:t>x</a:t>
            </a:r>
            <a:endParaRPr lang="en-US" sz="2600" dirty="0">
              <a:solidFill>
                <a:srgbClr val="800000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4150299" y="3329385"/>
            <a:ext cx="744594" cy="484632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698545" y="3125425"/>
            <a:ext cx="1295400" cy="8925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800000"/>
                </a:solidFill>
              </a:rPr>
              <a:t>Output value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461314" y="3329385"/>
            <a:ext cx="744594" cy="484632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/>
              <a:t>Execute on a distribution instead of a value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83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1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Gaussian Smoothing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/>
              <a:t>Execute on a distribution instead of a value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Expected value </a:t>
            </a:r>
            <a:r>
              <a:rPr lang="en-US" dirty="0" err="1"/>
              <a:t>smooths</a:t>
            </a:r>
            <a:r>
              <a:rPr lang="en-US" dirty="0"/>
              <a:t> discontinuities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87530" y="3014109"/>
            <a:ext cx="1581149" cy="108619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chemeClr val="tx1"/>
                </a:solidFill>
              </a:rPr>
              <a:t>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1" y="2521667"/>
            <a:ext cx="1143063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800000"/>
                </a:solidFill>
              </a:rPr>
              <a:t>Input </a:t>
            </a:r>
            <a:r>
              <a:rPr lang="en-US" sz="2600" dirty="0" err="1">
                <a:solidFill>
                  <a:srgbClr val="800000"/>
                </a:solidFill>
              </a:rPr>
              <a:t>x</a:t>
            </a:r>
            <a:endParaRPr lang="en-US" sz="2600" dirty="0">
              <a:solidFill>
                <a:srgbClr val="800000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4630108" y="3314892"/>
            <a:ext cx="475293" cy="484632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7461314" y="3314892"/>
            <a:ext cx="744594" cy="484632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2"/>
          <a:srcRect l="5186" r="4122"/>
          <a:stretch>
            <a:fillRect/>
          </a:stretch>
        </p:blipFill>
        <p:spPr bwMode="auto">
          <a:xfrm>
            <a:off x="2866547" y="2934767"/>
            <a:ext cx="1676400" cy="1244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2685094" y="4158496"/>
            <a:ext cx="2039307" cy="8925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800000"/>
                </a:solidFill>
              </a:rPr>
              <a:t>Distribution centered at x</a:t>
            </a:r>
          </a:p>
        </p:txBody>
      </p:sp>
      <p:sp>
        <p:nvSpPr>
          <p:cNvPr id="11" name="Right Arrow 10"/>
          <p:cNvSpPr/>
          <p:nvPr/>
        </p:nvSpPr>
        <p:spPr>
          <a:xfrm rot="1924867">
            <a:off x="2076641" y="3095500"/>
            <a:ext cx="744594" cy="484632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"/>
          <p:cNvPicPr>
            <a:picLocks noChangeAspect="1" noChangeArrowheads="1"/>
          </p:cNvPicPr>
          <p:nvPr/>
        </p:nvPicPr>
        <p:blipFill>
          <a:blip r:embed="rId2"/>
          <a:srcRect l="5186" r="4122"/>
          <a:stretch>
            <a:fillRect/>
          </a:stretch>
        </p:blipFill>
        <p:spPr bwMode="auto">
          <a:xfrm>
            <a:off x="8610600" y="2852360"/>
            <a:ext cx="1066800" cy="157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8382002" y="2119107"/>
            <a:ext cx="2057399" cy="8925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800000"/>
                </a:solidFill>
              </a:rPr>
              <a:t>Output distribution</a:t>
            </a:r>
          </a:p>
        </p:txBody>
      </p:sp>
      <p:sp>
        <p:nvSpPr>
          <p:cNvPr id="13" name="Right Arrow 12"/>
          <p:cNvSpPr/>
          <p:nvPr/>
        </p:nvSpPr>
        <p:spPr>
          <a:xfrm rot="5124950">
            <a:off x="8838775" y="4263804"/>
            <a:ext cx="588806" cy="484632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04169" y="4724400"/>
            <a:ext cx="2057399" cy="8925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800000"/>
                </a:solidFill>
              </a:rPr>
              <a:t>Expected value</a:t>
            </a:r>
          </a:p>
        </p:txBody>
      </p:sp>
    </p:spTree>
    <p:extLst>
      <p:ext uri="{BB962C8B-B14F-4D97-AF65-F5344CB8AC3E}">
        <p14:creationId xmlns:p14="http://schemas.microsoft.com/office/powerpoint/2010/main" val="2145725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Parameterized Smoothing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Parameterized by a value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Corresponds to </a:t>
                </a:r>
                <a:r>
                  <a:rPr lang="en-US" dirty="0" err="1"/>
                  <a:t>std</a:t>
                </a:r>
                <a:r>
                  <a:rPr lang="en-US" dirty="0"/>
                  <a:t> </a:t>
                </a:r>
                <a:r>
                  <a:rPr lang="en-US" dirty="0" err="1"/>
                  <a:t>dev</a:t>
                </a:r>
                <a:r>
                  <a:rPr lang="en-US" dirty="0"/>
                  <a:t> when smoothing with Gaussian noise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hart 3"/>
          <p:cNvGraphicFramePr>
            <a:graphicFrameLocks/>
          </p:cNvGraphicFramePr>
          <p:nvPr/>
        </p:nvGraphicFramePr>
        <p:xfrm>
          <a:off x="2971801" y="3048001"/>
          <a:ext cx="6029325" cy="35956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82522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Parameterized Smoothing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Parameterized by a value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Corresponds to </a:t>
                </a:r>
                <a:r>
                  <a:rPr lang="en-US" dirty="0" err="1"/>
                  <a:t>std</a:t>
                </a:r>
                <a:r>
                  <a:rPr lang="en-US" dirty="0"/>
                  <a:t> </a:t>
                </a:r>
                <a:r>
                  <a:rPr lang="en-US" dirty="0" err="1"/>
                  <a:t>dev</a:t>
                </a:r>
                <a:r>
                  <a:rPr lang="en-US" dirty="0"/>
                  <a:t> when smoothing with Gaussian noise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1" y="3242252"/>
            <a:ext cx="6035563" cy="36030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038" y="3225800"/>
            <a:ext cx="6035563" cy="360304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6038" y="3229552"/>
            <a:ext cx="6035563" cy="35969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6038" y="3242252"/>
            <a:ext cx="6035563" cy="359695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2640" y="3226504"/>
            <a:ext cx="6041660" cy="360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4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40" y="3226504"/>
            <a:ext cx="6041660" cy="36030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Parameterized Smoothing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𝑠𝑚𝑜𝑜𝑡h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parameterized by a value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Corresponds to </a:t>
                </a:r>
                <a:r>
                  <a:rPr lang="en-US" dirty="0" err="1"/>
                  <a:t>std</a:t>
                </a:r>
                <a:r>
                  <a:rPr lang="en-US" dirty="0"/>
                  <a:t> </a:t>
                </a:r>
                <a:r>
                  <a:rPr lang="en-US" dirty="0" err="1"/>
                  <a:t>dev</a:t>
                </a:r>
                <a:r>
                  <a:rPr lang="en-US" dirty="0"/>
                  <a:t> when smoothing with Gaussian noise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ular Callout 3"/>
          <p:cNvSpPr/>
          <p:nvPr/>
        </p:nvSpPr>
        <p:spPr>
          <a:xfrm>
            <a:off x="6673850" y="2637894"/>
            <a:ext cx="2743200" cy="812096"/>
          </a:xfrm>
          <a:prstGeom prst="wedgeRoundRectCallout">
            <a:avLst>
              <a:gd name="adj1" fmla="val -28703"/>
              <a:gd name="adj2" fmla="val 182917"/>
              <a:gd name="adj3" fmla="val 16667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Minima of smooth function is different from minima of the original</a:t>
            </a:r>
          </a:p>
        </p:txBody>
      </p:sp>
    </p:spTree>
    <p:extLst>
      <p:ext uri="{BB962C8B-B14F-4D97-AF65-F5344CB8AC3E}">
        <p14:creationId xmlns:p14="http://schemas.microsoft.com/office/powerpoint/2010/main" val="1335564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Smoothed Numerical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370888" y="2357733"/>
                <a:ext cx="7814512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𝑟𝑎𝑛𝑑𝑜𝑚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𝑠𝑡𝑎𝑟𝑡𝑖𝑛𝑔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𝑝𝑜𝑖𝑛𝑡</m:t>
                      </m:r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𝑖𝑛𝑖𝑡𝑖𝑎𝑙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𝑏𝑒𝑡𝑎</m:t>
                      </m:r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𝑊h𝑖𝑙𝑒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r>
                  <a:rPr lang="en-US" sz="2800" dirty="0"/>
                  <a:t>       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err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𝑜𝑝𝑡𝑖𝑚𝑖𝑧𝑒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𝑠𝑚𝑜𝑜𝑡h</m:t>
                        </m:r>
                      </m:sub>
                    </m:sSub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 err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800" i="1" dirty="0">
                        <a:latin typeface="Cambria Math" panose="02040503050406030204" pitchFamily="18" charset="0"/>
                      </a:rPr>
                      <m:t>𝑠𝑡𝑎𝑟𝑡𝑖𝑛𝑔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800" dirty="0"/>
              </a:p>
              <a:p>
                <a:r>
                  <a:rPr lang="en-US" sz="2800" dirty="0"/>
                  <a:t>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𝑟𝑒𝑡𝑢𝑟𝑛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err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888" y="2357733"/>
                <a:ext cx="7814512" cy="26776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Callout 5"/>
              <p:cNvSpPr/>
              <p:nvPr/>
            </p:nvSpPr>
            <p:spPr>
              <a:xfrm>
                <a:off x="5257800" y="4658632"/>
                <a:ext cx="1676400" cy="685800"/>
              </a:xfrm>
              <a:prstGeom prst="wedgeEllipseCallout">
                <a:avLst>
                  <a:gd name="adj1" fmla="val -61792"/>
                  <a:gd name="adj2" fmla="val -72685"/>
                </a:avLst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Callou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4658632"/>
                <a:ext cx="1676400" cy="685800"/>
              </a:xfrm>
              <a:prstGeom prst="wedgeEllipseCallout">
                <a:avLst>
                  <a:gd name="adj1" fmla="val -61792"/>
                  <a:gd name="adj2" fmla="val -72685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44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Smoothed Numerical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Very general procedure</a:t>
                </a:r>
              </a:p>
              <a:p>
                <a:r>
                  <a:rPr lang="en-US" dirty="0"/>
                  <a:t>Steps:</a:t>
                </a:r>
              </a:p>
              <a:p>
                <a:pPr lvl="1"/>
                <a:r>
                  <a:rPr lang="en-US" dirty="0"/>
                  <a:t>Frame your problem as an optimization problem</a:t>
                </a:r>
              </a:p>
              <a:p>
                <a:pPr lvl="1"/>
                <a:r>
                  <a:rPr lang="en-US" dirty="0"/>
                  <a:t>Define a parameterized smoothing procedure</a:t>
                </a:r>
              </a:p>
              <a:p>
                <a:pPr lvl="1"/>
                <a:r>
                  <a:rPr lang="en-US" dirty="0"/>
                  <a:t>Run the algorithm</a:t>
                </a:r>
              </a:p>
              <a:p>
                <a:r>
                  <a:rPr lang="en-US" dirty="0"/>
                  <a:t>Smoothing doesn’t have to be perfect</a:t>
                </a:r>
              </a:p>
              <a:p>
                <a:pPr lvl="1"/>
                <a:r>
                  <a:rPr lang="en-US" dirty="0"/>
                  <a:t>But it should approximate the desired function in the limit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169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Euler: </a:t>
            </a:r>
            <a:br>
              <a:rPr lang="en-US" dirty="0"/>
            </a:br>
            <a:r>
              <a:rPr lang="en-US" dirty="0"/>
              <a:t>SNS for programs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39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SNS in Euler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 Symbolic Gaussian Smoothing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simply the standard deviation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Quantifier alternation is handled through fixed test harnesses</a:t>
                </a:r>
              </a:p>
              <a:p>
                <a:pPr lvl="1"/>
                <a:r>
                  <a:rPr lang="en-US" dirty="0"/>
                  <a:t>n</a:t>
                </a:r>
                <a:r>
                  <a:rPr lang="en-US"/>
                  <a:t>ot </a:t>
                </a:r>
                <a:r>
                  <a:rPr lang="en-US" dirty="0"/>
                  <a:t>ideal, </a:t>
                </a:r>
              </a:p>
              <a:p>
                <a:pPr lvl="1"/>
                <a:r>
                  <a:rPr lang="en-US" dirty="0"/>
                  <a:t>but works well in practice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 r="-2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375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343401" y="1447800"/>
            <a:ext cx="5943599" cy="4572000"/>
          </a:xfrm>
          <a:prstGeom prst="rect">
            <a:avLst/>
          </a:prstGeom>
          <a:noFill/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975233" y="3720427"/>
            <a:ext cx="537173" cy="2286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035" y="286341"/>
            <a:ext cx="9601200" cy="868362"/>
          </a:xfrm>
        </p:spPr>
        <p:txBody>
          <a:bodyPr>
            <a:noAutofit/>
          </a:bodyPr>
          <a:lstStyle/>
          <a:p>
            <a:r>
              <a:rPr lang="en-US" dirty="0"/>
              <a:t>Smoothed Numerical Search in Euler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17993" y="3577220"/>
            <a:ext cx="1395377" cy="12351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 err="1">
                <a:solidFill>
                  <a:srgbClr val="000000"/>
                </a:solidFill>
              </a:rPr>
              <a:t>Nelder</a:t>
            </a:r>
            <a:r>
              <a:rPr lang="en-US" sz="1700" dirty="0">
                <a:solidFill>
                  <a:srgbClr val="000000"/>
                </a:solidFill>
              </a:rPr>
              <a:t>-mead</a:t>
            </a:r>
          </a:p>
          <a:p>
            <a:pPr algn="ctr"/>
            <a:r>
              <a:rPr lang="en-US" sz="1700" dirty="0">
                <a:solidFill>
                  <a:srgbClr val="000000"/>
                </a:solidFill>
              </a:rPr>
              <a:t>simplex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07134" y="3120548"/>
            <a:ext cx="1625133" cy="2627206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3561085" y="4114073"/>
            <a:ext cx="951320" cy="40082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147455" y="2286000"/>
            <a:ext cx="104294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/>
              <a:t>Sketch</a:t>
            </a:r>
          </a:p>
          <a:p>
            <a:r>
              <a:rPr lang="en-US" sz="2100" dirty="0"/>
              <a:t>(.</a:t>
            </a:r>
            <a:r>
              <a:rPr lang="en-US" sz="2100" dirty="0" err="1"/>
              <a:t>sk</a:t>
            </a:r>
            <a:r>
              <a:rPr lang="en-US" sz="2100" dirty="0"/>
              <a:t> file)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4663" y="3338774"/>
            <a:ext cx="11211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Euler </a:t>
            </a:r>
            <a:br>
              <a:rPr lang="en-US" sz="2000" b="1" dirty="0"/>
            </a:br>
            <a:r>
              <a:rPr lang="en-US" sz="2000" b="1" dirty="0"/>
              <a:t>compiler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9471" y="2286000"/>
            <a:ext cx="176275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00" b="1" dirty="0"/>
              <a:t>Optimization </a:t>
            </a:r>
            <a:br>
              <a:rPr lang="en-US" sz="2100" b="1" dirty="0"/>
            </a:br>
            <a:r>
              <a:rPr lang="en-US" sz="2100" b="1" dirty="0"/>
              <a:t>backend (GSL)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512" y="2317961"/>
            <a:ext cx="139601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00" b="1" dirty="0"/>
              <a:t>Executable</a:t>
            </a:r>
          </a:p>
          <a:p>
            <a:pPr algn="ctr"/>
            <a:r>
              <a:rPr lang="en-US" sz="2100" dirty="0"/>
              <a:t>(.out file)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69460" y="3677329"/>
            <a:ext cx="1229964" cy="9784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700" dirty="0">
                <a:solidFill>
                  <a:srgbClr val="000000"/>
                </a:solidFill>
              </a:rPr>
              <a:t>program() {</a:t>
            </a:r>
            <a:br>
              <a:rPr lang="en-US" sz="1700" dirty="0">
                <a:solidFill>
                  <a:srgbClr val="000000"/>
                </a:solidFill>
              </a:rPr>
            </a:br>
            <a:r>
              <a:rPr lang="en-US" sz="1700" dirty="0">
                <a:solidFill>
                  <a:srgbClr val="000000"/>
                </a:solidFill>
              </a:rPr>
              <a:t>… </a:t>
            </a:r>
            <a:r>
              <a:rPr lang="en-US" sz="1700" b="1" dirty="0">
                <a:solidFill>
                  <a:srgbClr val="000000"/>
                </a:solidFill>
              </a:rPr>
              <a:t>??</a:t>
            </a:r>
            <a:r>
              <a:rPr lang="en-US" sz="1700" dirty="0">
                <a:solidFill>
                  <a:srgbClr val="000000"/>
                </a:solidFill>
              </a:rPr>
              <a:t> ...</a:t>
            </a:r>
          </a:p>
          <a:p>
            <a:r>
              <a:rPr lang="en-US" sz="17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81200" y="3056627"/>
            <a:ext cx="1393100" cy="265916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848883" y="4562746"/>
            <a:ext cx="1776419" cy="9784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700" dirty="0" err="1">
                <a:solidFill>
                  <a:srgbClr val="000000"/>
                </a:solidFill>
              </a:rPr>
              <a:t>smoothParallel</a:t>
            </a:r>
            <a:r>
              <a:rPr lang="en-US" sz="1700" dirty="0">
                <a:solidFill>
                  <a:srgbClr val="000000"/>
                </a:solidFill>
              </a:rPr>
              <a:t> </a:t>
            </a:r>
            <a:br>
              <a:rPr lang="en-US" sz="1700" dirty="0">
                <a:solidFill>
                  <a:srgbClr val="000000"/>
                </a:solidFill>
              </a:rPr>
            </a:br>
            <a:r>
              <a:rPr lang="en-US" sz="1700" dirty="0">
                <a:solidFill>
                  <a:srgbClr val="000000"/>
                </a:solidFill>
              </a:rPr>
              <a:t>(β, </a:t>
            </a:r>
            <a:r>
              <a:rPr lang="en-US" sz="1700" b="1" dirty="0">
                <a:solidFill>
                  <a:srgbClr val="000000"/>
                </a:solidFill>
              </a:rPr>
              <a:t>x</a:t>
            </a:r>
            <a:r>
              <a:rPr lang="en-US" sz="1700" dirty="0">
                <a:solidFill>
                  <a:srgbClr val="000000"/>
                </a:solidFill>
              </a:rPr>
              <a:t>) {</a:t>
            </a:r>
            <a:br>
              <a:rPr lang="en-US" sz="1700" dirty="0">
                <a:solidFill>
                  <a:srgbClr val="000000"/>
                </a:solidFill>
              </a:rPr>
            </a:br>
            <a:r>
              <a:rPr lang="en-US" sz="1700" dirty="0">
                <a:solidFill>
                  <a:srgbClr val="000000"/>
                </a:solidFill>
              </a:rPr>
              <a:t>   … x ..</a:t>
            </a:r>
          </a:p>
          <a:p>
            <a:r>
              <a:rPr lang="en-US" sz="17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05529" y="3088588"/>
            <a:ext cx="2163969" cy="265916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030604" y="3254717"/>
            <a:ext cx="1293684" cy="7083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700" dirty="0">
                <a:solidFill>
                  <a:srgbClr val="000000"/>
                </a:solidFill>
              </a:rPr>
              <a:t>main () { … }</a:t>
            </a:r>
          </a:p>
        </p:txBody>
      </p:sp>
      <p:sp>
        <p:nvSpPr>
          <p:cNvPr id="27" name="Right Arrow 26"/>
          <p:cNvSpPr/>
          <p:nvPr/>
        </p:nvSpPr>
        <p:spPr>
          <a:xfrm rot="5400000">
            <a:off x="8886657" y="5857503"/>
            <a:ext cx="653048" cy="43355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Arrow 27"/>
          <p:cNvSpPr/>
          <p:nvPr/>
        </p:nvSpPr>
        <p:spPr>
          <a:xfrm rot="9095301">
            <a:off x="6786163" y="4481527"/>
            <a:ext cx="1306643" cy="40082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/>
          <p:nvPr/>
        </p:nvCxnSpPr>
        <p:spPr>
          <a:xfrm rot="5400000">
            <a:off x="5728719" y="4254187"/>
            <a:ext cx="583751" cy="1588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latex-image-1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4780533" y="4114074"/>
            <a:ext cx="1239267" cy="218281"/>
          </a:xfrm>
          <a:prstGeom prst="rect">
            <a:avLst/>
          </a:prstGeom>
        </p:spPr>
      </p:pic>
      <p:pic>
        <p:nvPicPr>
          <p:cNvPr id="33" name="Picture 32" descr="latex-image-1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 rot="19821244">
            <a:off x="6844482" y="4902906"/>
            <a:ext cx="1508170" cy="258979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2298047" y="4004671"/>
            <a:ext cx="3153719" cy="1317749"/>
            <a:chOff x="774046" y="3743316"/>
            <a:chExt cx="3153719" cy="1317749"/>
          </a:xfrm>
        </p:grpSpPr>
        <p:sp>
          <p:nvSpPr>
            <p:cNvPr id="3" name="Oval 2"/>
            <p:cNvSpPr/>
            <p:nvPr/>
          </p:nvSpPr>
          <p:spPr>
            <a:xfrm>
              <a:off x="774046" y="3743316"/>
              <a:ext cx="274320" cy="274320"/>
            </a:xfrm>
            <a:prstGeom prst="ellipse">
              <a:avLst/>
            </a:prstGeom>
            <a:noFill/>
            <a:ln w="6350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3653445" y="4786745"/>
              <a:ext cx="274320" cy="274320"/>
            </a:xfrm>
            <a:prstGeom prst="ellipse">
              <a:avLst/>
            </a:prstGeom>
            <a:noFill/>
            <a:ln w="6350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Arrow Connector 4"/>
            <p:cNvCxnSpPr>
              <a:stCxn id="3" idx="5"/>
              <a:endCxn id="34" idx="2"/>
            </p:cNvCxnSpPr>
            <p:nvPr/>
          </p:nvCxnSpPr>
          <p:spPr>
            <a:xfrm>
              <a:off x="1008193" y="3977463"/>
              <a:ext cx="2645252" cy="9464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8" name="TextBox 37"/>
          <p:cNvSpPr txBox="1"/>
          <p:nvPr/>
        </p:nvSpPr>
        <p:spPr>
          <a:xfrm>
            <a:off x="4371577" y="1447801"/>
            <a:ext cx="3226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Euler Search Procedure</a:t>
            </a:r>
          </a:p>
        </p:txBody>
      </p:sp>
      <p:sp>
        <p:nvSpPr>
          <p:cNvPr id="40" name="Right Arrow 39"/>
          <p:cNvSpPr/>
          <p:nvPr/>
        </p:nvSpPr>
        <p:spPr>
          <a:xfrm rot="1612365">
            <a:off x="6880454" y="3658571"/>
            <a:ext cx="1306643" cy="40082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963753" y="6400802"/>
                <a:ext cx="508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753" y="6400802"/>
                <a:ext cx="50840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171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4" grpId="0" animBg="1"/>
      <p:bldP spid="15" grpId="0" animBg="1"/>
      <p:bldP spid="17" grpId="0"/>
      <p:bldP spid="18" grpId="0"/>
      <p:bldP spid="19" grpId="0"/>
      <p:bldP spid="23" grpId="0" animBg="1"/>
      <p:bldP spid="24" grpId="0" animBg="1"/>
      <p:bldP spid="26" grpId="0" animBg="1"/>
      <p:bldP spid="27" grpId="0" animBg="1"/>
      <p:bldP spid="28" grpId="0" animBg="1"/>
      <p:bldP spid="38" grpId="0"/>
      <p:bldP spid="40" grpId="0" animBg="1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Smooth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600" dirty="0"/>
              <a:t>How do we execute a program on a distribution of inputs? </a:t>
            </a:r>
          </a:p>
          <a:p>
            <a:pPr lvl="1"/>
            <a:r>
              <a:rPr lang="en-US" sz="2500" dirty="0"/>
              <a:t>Not by sampling</a:t>
            </a:r>
          </a:p>
          <a:p>
            <a:pPr lvl="2"/>
            <a:r>
              <a:rPr lang="en-US" sz="2100" dirty="0"/>
              <a:t>we would miss essential features of the search landscape.</a:t>
            </a:r>
          </a:p>
          <a:p>
            <a:pPr lvl="1"/>
            <a:r>
              <a:rPr lang="en-US" sz="2500" dirty="0"/>
              <a:t>Symbolic execution: </a:t>
            </a:r>
          </a:p>
          <a:p>
            <a:pPr lvl="2"/>
            <a:r>
              <a:rPr lang="en-US" sz="2100" dirty="0"/>
              <a:t>propagate symbolic representations of distributions.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>
              <a:buNone/>
            </a:pPr>
            <a:endParaRPr lang="en-US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-914400" y="10440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-914400" y="10440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-914400" y="10440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886452" y="5131703"/>
            <a:ext cx="1581149" cy="108619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Program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181600" y="5512919"/>
            <a:ext cx="542862" cy="484632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Arrow 28"/>
          <p:cNvSpPr/>
          <p:nvPr/>
        </p:nvSpPr>
        <p:spPr>
          <a:xfrm>
            <a:off x="7658193" y="5512919"/>
            <a:ext cx="533338" cy="484632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924800" y="5131703"/>
            <a:ext cx="2590800" cy="1200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Approximation of  expected </a:t>
            </a:r>
            <a:br>
              <a:rPr lang="en-US" sz="2400" dirty="0">
                <a:solidFill>
                  <a:srgbClr val="002060"/>
                </a:solidFill>
              </a:rPr>
            </a:br>
            <a:r>
              <a:rPr lang="en-US" sz="2400" dirty="0">
                <a:solidFill>
                  <a:srgbClr val="002060"/>
                </a:solidFill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52538" y="4811170"/>
            <a:ext cx="114306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800000"/>
                </a:solidFill>
              </a:rPr>
              <a:t>Input </a:t>
            </a:r>
            <a:r>
              <a:rPr lang="en-US" sz="2400" dirty="0" err="1">
                <a:solidFill>
                  <a:srgbClr val="800000"/>
                </a:solidFill>
              </a:rPr>
              <a:t>x</a:t>
            </a:r>
            <a:endParaRPr lang="en-US" sz="2400" dirty="0">
              <a:solidFill>
                <a:srgbClr val="800000"/>
              </a:solidFill>
            </a:endParaRPr>
          </a:p>
        </p:txBody>
      </p:sp>
      <p:sp>
        <p:nvSpPr>
          <p:cNvPr id="32" name="Right Arrow 31"/>
          <p:cNvSpPr/>
          <p:nvPr/>
        </p:nvSpPr>
        <p:spPr>
          <a:xfrm rot="2094417">
            <a:off x="2703348" y="5411326"/>
            <a:ext cx="744594" cy="484632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3"/>
          <a:srcRect l="5186" r="4122"/>
          <a:stretch>
            <a:fillRect/>
          </a:stretch>
        </p:blipFill>
        <p:spPr bwMode="auto">
          <a:xfrm>
            <a:off x="3429000" y="5131703"/>
            <a:ext cx="1676400" cy="1244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2816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7" grpId="0" animBg="1"/>
      <p:bldP spid="28" grpId="0" animBg="1"/>
      <p:bldP spid="29" grpId="0" animBg="1"/>
      <p:bldP spid="30" grpId="0"/>
      <p:bldP spid="31" grpId="0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Smooth Interpretation: Branch</a:t>
            </a:r>
          </a:p>
        </p:txBody>
      </p:sp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67600" y="3624263"/>
            <a:ext cx="2400300" cy="1886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47900" y="3751898"/>
            <a:ext cx="2400300" cy="1886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1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67600" y="3624263"/>
            <a:ext cx="2400300" cy="1886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2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47900" y="3751898"/>
            <a:ext cx="2400300" cy="1886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ounded Rectangle 9"/>
          <p:cNvSpPr/>
          <p:nvPr/>
        </p:nvSpPr>
        <p:spPr>
          <a:xfrm>
            <a:off x="5638800" y="3453766"/>
            <a:ext cx="934460" cy="41433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if( x &gt; 0 )</a:t>
            </a:r>
          </a:p>
        </p:txBody>
      </p:sp>
      <p:cxnSp>
        <p:nvCxnSpPr>
          <p:cNvPr id="11" name="Straight Arrow Connector 10"/>
          <p:cNvCxnSpPr>
            <a:stCxn id="10" idx="2"/>
            <a:endCxn id="33" idx="0"/>
          </p:cNvCxnSpPr>
          <p:nvPr/>
        </p:nvCxnSpPr>
        <p:spPr>
          <a:xfrm rot="5400000">
            <a:off x="5449673" y="3711807"/>
            <a:ext cx="500063" cy="812655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2"/>
            <a:endCxn id="34" idx="0"/>
          </p:cNvCxnSpPr>
          <p:nvPr/>
        </p:nvCxnSpPr>
        <p:spPr>
          <a:xfrm rot="16200000" flipH="1">
            <a:off x="6226970" y="3747163"/>
            <a:ext cx="500063" cy="74194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73260" y="3878699"/>
            <a:ext cx="61940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601" y="3834765"/>
            <a:ext cx="57900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cxnSp>
        <p:nvCxnSpPr>
          <p:cNvPr id="15" name="Straight Arrow Connector 14"/>
          <p:cNvCxnSpPr>
            <a:endCxn id="10" idx="0"/>
          </p:cNvCxnSpPr>
          <p:nvPr/>
        </p:nvCxnSpPr>
        <p:spPr>
          <a:xfrm rot="5400000">
            <a:off x="5877827" y="3224768"/>
            <a:ext cx="457200" cy="794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826145" y="4368165"/>
            <a:ext cx="934460" cy="662940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380740" y="4368165"/>
            <a:ext cx="934460" cy="662940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638800" y="5587366"/>
            <a:ext cx="934460" cy="41433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/>
          <p:cNvCxnSpPr>
            <a:stCxn id="34" idx="2"/>
            <a:endCxn id="35" idx="0"/>
          </p:cNvCxnSpPr>
          <p:nvPr/>
        </p:nvCxnSpPr>
        <p:spPr>
          <a:xfrm rot="5400000">
            <a:off x="6198870" y="4938265"/>
            <a:ext cx="556260" cy="74194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3" idx="2"/>
            <a:endCxn id="35" idx="0"/>
          </p:cNvCxnSpPr>
          <p:nvPr/>
        </p:nvCxnSpPr>
        <p:spPr>
          <a:xfrm rot="16200000" flipH="1">
            <a:off x="5421572" y="4902908"/>
            <a:ext cx="556260" cy="812655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686300" y="1371600"/>
            <a:ext cx="2400300" cy="1886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4052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Smooth Interpretation: Join</a:t>
            </a:r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2872740"/>
            <a:ext cx="2743200" cy="2156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67600" y="2667000"/>
            <a:ext cx="2743200" cy="2156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76800" y="4724400"/>
            <a:ext cx="2743200" cy="2156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67600" y="1447800"/>
            <a:ext cx="2743200" cy="2156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05000" y="1653540"/>
            <a:ext cx="2743200" cy="2156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ounded Rectangle 13"/>
          <p:cNvSpPr/>
          <p:nvPr/>
        </p:nvSpPr>
        <p:spPr>
          <a:xfrm>
            <a:off x="5638800" y="2100264"/>
            <a:ext cx="934460" cy="41433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if( x &gt; 0 )</a:t>
            </a:r>
          </a:p>
        </p:txBody>
      </p:sp>
      <p:cxnSp>
        <p:nvCxnSpPr>
          <p:cNvPr id="15" name="Straight Arrow Connector 14"/>
          <p:cNvCxnSpPr>
            <a:stCxn id="14" idx="2"/>
            <a:endCxn id="20" idx="0"/>
          </p:cNvCxnSpPr>
          <p:nvPr/>
        </p:nvCxnSpPr>
        <p:spPr>
          <a:xfrm rot="5400000">
            <a:off x="5449673" y="2358305"/>
            <a:ext cx="500063" cy="812655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4" idx="2"/>
            <a:endCxn id="21" idx="0"/>
          </p:cNvCxnSpPr>
          <p:nvPr/>
        </p:nvCxnSpPr>
        <p:spPr>
          <a:xfrm rot="16200000" flipH="1">
            <a:off x="6226970" y="2393661"/>
            <a:ext cx="500063" cy="74194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73260" y="2525197"/>
            <a:ext cx="619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1601" y="248126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cxnSp>
        <p:nvCxnSpPr>
          <p:cNvPr id="19" name="Straight Arrow Connector 18"/>
          <p:cNvCxnSpPr>
            <a:endCxn id="14" idx="0"/>
          </p:cNvCxnSpPr>
          <p:nvPr/>
        </p:nvCxnSpPr>
        <p:spPr>
          <a:xfrm rot="5400000">
            <a:off x="5877827" y="1871266"/>
            <a:ext cx="457200" cy="794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826145" y="3014663"/>
            <a:ext cx="934460" cy="662940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80740" y="3014663"/>
            <a:ext cx="934460" cy="662940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638800" y="4233864"/>
            <a:ext cx="934460" cy="41433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>
            <a:stCxn id="21" idx="2"/>
            <a:endCxn id="22" idx="0"/>
          </p:cNvCxnSpPr>
          <p:nvPr/>
        </p:nvCxnSpPr>
        <p:spPr>
          <a:xfrm rot="5400000">
            <a:off x="6198870" y="3584763"/>
            <a:ext cx="556260" cy="74194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0" idx="2"/>
            <a:endCxn id="22" idx="0"/>
          </p:cNvCxnSpPr>
          <p:nvPr/>
        </p:nvCxnSpPr>
        <p:spPr>
          <a:xfrm rot="16200000" flipH="1">
            <a:off x="5421572" y="3549406"/>
            <a:ext cx="556260" cy="812655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02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7 L 3.33333E-6 0.1794 " pathEditMode="relative" rAng="0" ptsTypes="AA">
                                      <p:cBhvr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 0.17615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Smooth Interpretation: Join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38800" y="2100264"/>
            <a:ext cx="934460" cy="41433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if( x &gt; 0 )</a:t>
            </a:r>
          </a:p>
        </p:txBody>
      </p:sp>
      <p:cxnSp>
        <p:nvCxnSpPr>
          <p:cNvPr id="15" name="Straight Arrow Connector 14"/>
          <p:cNvCxnSpPr>
            <a:stCxn id="14" idx="2"/>
            <a:endCxn id="20" idx="0"/>
          </p:cNvCxnSpPr>
          <p:nvPr/>
        </p:nvCxnSpPr>
        <p:spPr>
          <a:xfrm rot="5400000">
            <a:off x="5449673" y="2358305"/>
            <a:ext cx="500063" cy="812655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4" idx="2"/>
            <a:endCxn id="21" idx="0"/>
          </p:cNvCxnSpPr>
          <p:nvPr/>
        </p:nvCxnSpPr>
        <p:spPr>
          <a:xfrm rot="16200000" flipH="1">
            <a:off x="6226970" y="2393661"/>
            <a:ext cx="500063" cy="74194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73260" y="2525197"/>
            <a:ext cx="619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1601" y="248126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cxnSp>
        <p:nvCxnSpPr>
          <p:cNvPr id="19" name="Straight Arrow Connector 18"/>
          <p:cNvCxnSpPr>
            <a:endCxn id="14" idx="0"/>
          </p:cNvCxnSpPr>
          <p:nvPr/>
        </p:nvCxnSpPr>
        <p:spPr>
          <a:xfrm rot="5400000">
            <a:off x="5877827" y="1871266"/>
            <a:ext cx="457200" cy="794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826145" y="3014663"/>
            <a:ext cx="934460" cy="662940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80740" y="3014663"/>
            <a:ext cx="934460" cy="662940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638800" y="4233864"/>
            <a:ext cx="934460" cy="41433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>
            <a:stCxn id="21" idx="2"/>
            <a:endCxn id="22" idx="0"/>
          </p:cNvCxnSpPr>
          <p:nvPr/>
        </p:nvCxnSpPr>
        <p:spPr>
          <a:xfrm rot="5400000">
            <a:off x="6198870" y="3584763"/>
            <a:ext cx="556260" cy="74194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0" idx="2"/>
            <a:endCxn id="22" idx="0"/>
          </p:cNvCxnSpPr>
          <p:nvPr/>
        </p:nvCxnSpPr>
        <p:spPr>
          <a:xfrm rot="16200000" flipH="1">
            <a:off x="5421572" y="3549406"/>
            <a:ext cx="556260" cy="812655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2586990"/>
            <a:ext cx="2556510" cy="2061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09510" y="2514599"/>
            <a:ext cx="2556510" cy="2061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42510" y="4796790"/>
            <a:ext cx="2556510" cy="2061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42510" y="4796790"/>
            <a:ext cx="2556510" cy="2061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8961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Smooth Interpretation: Assignment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93520" y="1447800"/>
            <a:ext cx="3383280" cy="2636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84720" y="4145280"/>
            <a:ext cx="3383280" cy="2636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84720" y="4145280"/>
            <a:ext cx="3383280" cy="2636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284720" y="1524000"/>
            <a:ext cx="3383280" cy="2636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284720" y="1524000"/>
            <a:ext cx="3383280" cy="2636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5176758" y="2623840"/>
            <a:ext cx="14526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x = x  - y;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4191000"/>
            <a:ext cx="3383280" cy="2636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5334000" y="5267980"/>
            <a:ext cx="11336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x =  -y;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297680" y="2895600"/>
            <a:ext cx="655320" cy="1588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736080" y="2897188"/>
            <a:ext cx="655320" cy="1588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4292600" y="5559424"/>
            <a:ext cx="655320" cy="1588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731000" y="5561012"/>
            <a:ext cx="655320" cy="1588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3856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Trick Question: </a:t>
            </a:r>
          </a:p>
          <a:p>
            <a:pPr lvl="1"/>
            <a:r>
              <a:rPr lang="en-US" dirty="0"/>
              <a:t>Which of the previous approximations is problematic?</a:t>
            </a:r>
          </a:p>
        </p:txBody>
      </p:sp>
      <p:sp>
        <p:nvSpPr>
          <p:cNvPr id="9" name="Oval 8"/>
          <p:cNvSpPr/>
          <p:nvPr/>
        </p:nvSpPr>
        <p:spPr>
          <a:xfrm>
            <a:off x="2895600" y="4076700"/>
            <a:ext cx="1295400" cy="1295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334000" y="4381500"/>
            <a:ext cx="762000" cy="685800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67600" y="4076700"/>
            <a:ext cx="1295400" cy="1295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552700" y="3962400"/>
            <a:ext cx="3733800" cy="14859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467100" y="3962400"/>
            <a:ext cx="1562100" cy="1524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7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Trick Question: </a:t>
            </a:r>
          </a:p>
          <a:p>
            <a:pPr lvl="1"/>
            <a:r>
              <a:rPr lang="en-US" dirty="0"/>
              <a:t>Which of the previous approximations is problematic?</a:t>
            </a:r>
          </a:p>
        </p:txBody>
      </p:sp>
      <p:sp>
        <p:nvSpPr>
          <p:cNvPr id="9" name="Oval 8"/>
          <p:cNvSpPr/>
          <p:nvPr/>
        </p:nvSpPr>
        <p:spPr>
          <a:xfrm>
            <a:off x="2895600" y="4076700"/>
            <a:ext cx="1295400" cy="1295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562600" y="4381500"/>
            <a:ext cx="762000" cy="685800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67600" y="4076700"/>
            <a:ext cx="1295400" cy="1295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334000" y="3962400"/>
            <a:ext cx="3733800" cy="14859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248400" y="3962400"/>
            <a:ext cx="1562100" cy="1524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334000" y="4381500"/>
            <a:ext cx="762000" cy="685800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352800" y="6041530"/>
            <a:ext cx="49896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Merging can introduce discontinuities!</a:t>
            </a:r>
          </a:p>
        </p:txBody>
      </p:sp>
    </p:spTree>
    <p:extLst>
      <p:ext uri="{BB962C8B-B14F-4D97-AF65-F5344CB8AC3E}">
        <p14:creationId xmlns:p14="http://schemas.microsoft.com/office/powerpoint/2010/main" val="39417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0.03334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7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2" grpId="0" animBg="1"/>
      <p:bldP spid="14" grpId="0" animBg="1"/>
      <p:bldP spid="14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Excessive merging can cause problems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211" y="2438401"/>
            <a:ext cx="4584589" cy="275563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211" y="2438401"/>
            <a:ext cx="4584589" cy="275563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211" y="2438401"/>
            <a:ext cx="4584589" cy="275563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7303" y="2438401"/>
            <a:ext cx="4724402" cy="272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29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240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641" y="228600"/>
            <a:ext cx="8839201" cy="1143000"/>
          </a:xfrm>
        </p:spPr>
        <p:txBody>
          <a:bodyPr>
            <a:normAutofit/>
          </a:bodyPr>
          <a:lstStyle/>
          <a:p>
            <a:r>
              <a:rPr lang="en-US" sz="3000" dirty="0"/>
              <a:t>Parameter synthesis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1" y="1600201"/>
            <a:ext cx="663909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800000"/>
                </a:solidFill>
              </a:rPr>
              <a:t>t</a:t>
            </a:r>
            <a:r>
              <a:rPr lang="en-US" sz="2200" baseline="-25000" dirty="0">
                <a:solidFill>
                  <a:srgbClr val="800000"/>
                </a:solidFill>
              </a:rPr>
              <a:t>1</a:t>
            </a:r>
            <a:r>
              <a:rPr lang="en-US" sz="2200" dirty="0"/>
              <a:t> := </a:t>
            </a:r>
            <a:r>
              <a:rPr lang="en-US" sz="2200" b="1" dirty="0">
                <a:solidFill>
                  <a:srgbClr val="800000"/>
                </a:solidFill>
              </a:rPr>
              <a:t>??</a:t>
            </a:r>
            <a:r>
              <a:rPr lang="en-US" sz="2200" dirty="0"/>
              <a:t>;     </a:t>
            </a:r>
            <a:r>
              <a:rPr lang="en-US" sz="2200" dirty="0">
                <a:solidFill>
                  <a:srgbClr val="800000"/>
                </a:solidFill>
              </a:rPr>
              <a:t>t</a:t>
            </a:r>
            <a:r>
              <a:rPr lang="en-US" sz="2200" baseline="-25000" dirty="0">
                <a:solidFill>
                  <a:srgbClr val="800000"/>
                </a:solidFill>
              </a:rPr>
              <a:t>2</a:t>
            </a:r>
            <a:r>
              <a:rPr lang="en-US" sz="2200" dirty="0"/>
              <a:t> := </a:t>
            </a:r>
            <a:r>
              <a:rPr lang="en-US" sz="2200" b="1" dirty="0">
                <a:solidFill>
                  <a:srgbClr val="800000"/>
                </a:solidFill>
              </a:rPr>
              <a:t>??</a:t>
            </a:r>
            <a:r>
              <a:rPr lang="en-US" sz="2200" dirty="0"/>
              <a:t>;  </a:t>
            </a:r>
            <a:r>
              <a:rPr lang="en-US" sz="2200" dirty="0">
                <a:solidFill>
                  <a:srgbClr val="950000"/>
                </a:solidFill>
              </a:rPr>
              <a:t>A</a:t>
            </a:r>
            <a:r>
              <a:rPr lang="en-US" sz="2200" baseline="-25000" dirty="0">
                <a:solidFill>
                  <a:srgbClr val="950000"/>
                </a:solidFill>
              </a:rPr>
              <a:t>1</a:t>
            </a:r>
            <a:r>
              <a:rPr lang="en-US" sz="2200" dirty="0"/>
              <a:t> := </a:t>
            </a:r>
            <a:r>
              <a:rPr lang="en-US" sz="2200" b="1" dirty="0">
                <a:solidFill>
                  <a:srgbClr val="950000"/>
                </a:solidFill>
              </a:rPr>
              <a:t>??</a:t>
            </a:r>
            <a:r>
              <a:rPr lang="en-US" sz="2200" dirty="0"/>
              <a:t>;</a:t>
            </a:r>
            <a:r>
              <a:rPr lang="en-US" sz="2200" b="1" dirty="0">
                <a:solidFill>
                  <a:srgbClr val="950000"/>
                </a:solidFill>
              </a:rPr>
              <a:t>  </a:t>
            </a:r>
            <a:br>
              <a:rPr lang="en-US" sz="2200" b="1" dirty="0">
                <a:solidFill>
                  <a:srgbClr val="950000"/>
                </a:solidFill>
              </a:rPr>
            </a:br>
            <a:r>
              <a:rPr lang="en-US" sz="2200" dirty="0">
                <a:solidFill>
                  <a:srgbClr val="950000"/>
                </a:solidFill>
              </a:rPr>
              <a:t>A</a:t>
            </a:r>
            <a:r>
              <a:rPr lang="en-US" sz="2200" baseline="-25000" dirty="0">
                <a:solidFill>
                  <a:srgbClr val="950000"/>
                </a:solidFill>
              </a:rPr>
              <a:t>2</a:t>
            </a:r>
            <a:r>
              <a:rPr lang="en-US" sz="2200" dirty="0">
                <a:solidFill>
                  <a:srgbClr val="950000"/>
                </a:solidFill>
              </a:rPr>
              <a:t> </a:t>
            </a:r>
            <a:r>
              <a:rPr lang="en-US" sz="2200" dirty="0">
                <a:solidFill>
                  <a:srgbClr val="000000"/>
                </a:solidFill>
              </a:rPr>
              <a:t>:=</a:t>
            </a:r>
            <a:r>
              <a:rPr lang="en-US" sz="2200" dirty="0">
                <a:solidFill>
                  <a:srgbClr val="950000"/>
                </a:solidFill>
              </a:rPr>
              <a:t> </a:t>
            </a:r>
            <a:r>
              <a:rPr lang="en-US" sz="2200" b="1" dirty="0">
                <a:solidFill>
                  <a:srgbClr val="950000"/>
                </a:solidFill>
              </a:rPr>
              <a:t>??</a:t>
            </a:r>
            <a:r>
              <a:rPr lang="en-US" sz="2200" dirty="0">
                <a:solidFill>
                  <a:srgbClr val="950000"/>
                </a:solidFill>
              </a:rPr>
              <a:t>; </a:t>
            </a:r>
          </a:p>
          <a:p>
            <a:r>
              <a:rPr lang="en-US" sz="2000" b="1" dirty="0"/>
              <a:t>repeat  (</a:t>
            </a:r>
            <a:r>
              <a:rPr lang="en-US" sz="2000" dirty="0">
                <a:latin typeface="jsMath-cmbx10"/>
              </a:rPr>
              <a:t>every ΔT</a:t>
            </a:r>
            <a:r>
              <a:rPr lang="en-US" sz="2000" b="1" dirty="0">
                <a:latin typeface="jsMath-cmbx10"/>
              </a:rPr>
              <a:t>)</a:t>
            </a:r>
            <a:r>
              <a:rPr lang="en-US" sz="2000" b="1" dirty="0"/>
              <a:t> </a:t>
            </a:r>
            <a:r>
              <a:rPr lang="en-US" sz="2000" dirty="0"/>
              <a:t>  {</a:t>
            </a:r>
          </a:p>
          <a:p>
            <a:r>
              <a:rPr lang="en-US" sz="2000" b="1" dirty="0"/>
              <a:t>     if </a:t>
            </a:r>
            <a:r>
              <a:rPr lang="en-US" sz="2000" dirty="0"/>
              <a:t>(stage = BACK &amp;&amp; time &gt; t</a:t>
            </a:r>
            <a:r>
              <a:rPr lang="en-US" sz="2000" baseline="-25000" dirty="0"/>
              <a:t>1</a:t>
            </a:r>
            <a:r>
              <a:rPr lang="en-US" sz="2000" dirty="0"/>
              <a:t>) </a:t>
            </a:r>
          </a:p>
          <a:p>
            <a:r>
              <a:rPr lang="en-US" sz="2000" dirty="0"/>
              <a:t>           stage = INTURN;</a:t>
            </a:r>
          </a:p>
          <a:p>
            <a:r>
              <a:rPr lang="en-US" sz="2000" dirty="0"/>
              <a:t>   </a:t>
            </a:r>
            <a:r>
              <a:rPr lang="en-US" sz="2000" b="1" dirty="0"/>
              <a:t>  if </a:t>
            </a:r>
            <a:r>
              <a:rPr lang="en-US" sz="2000" dirty="0"/>
              <a:t>(stage = INTURN) {</a:t>
            </a:r>
          </a:p>
          <a:p>
            <a:r>
              <a:rPr lang="en-US" sz="2000" dirty="0"/>
              <a:t>          </a:t>
            </a:r>
            <a:r>
              <a:rPr lang="en-US" sz="2000" b="1" dirty="0"/>
              <a:t>if</a:t>
            </a:r>
            <a:r>
              <a:rPr lang="en-US" sz="2000" dirty="0"/>
              <a:t> (time &gt; t</a:t>
            </a:r>
            <a:r>
              <a:rPr lang="en-US" sz="2000" baseline="-25000" dirty="0"/>
              <a:t>2</a:t>
            </a:r>
            <a:r>
              <a:rPr lang="en-US" sz="2000" dirty="0"/>
              <a:t>) </a:t>
            </a:r>
            <a:r>
              <a:rPr lang="en-US" sz="2000" b="1" dirty="0"/>
              <a:t>then</a:t>
            </a:r>
            <a:r>
              <a:rPr lang="en-US" sz="2000" dirty="0"/>
              <a:t> stage = OUTTURN;</a:t>
            </a:r>
          </a:p>
          <a:p>
            <a:r>
              <a:rPr lang="en-US" sz="2000" dirty="0"/>
              <a:t>          angle = angle – A</a:t>
            </a:r>
            <a:r>
              <a:rPr lang="en-US" sz="2000" baseline="-25000" dirty="0"/>
              <a:t>1</a:t>
            </a:r>
            <a:r>
              <a:rPr lang="en-US" sz="2000" dirty="0"/>
              <a:t>; }   </a:t>
            </a:r>
          </a:p>
          <a:p>
            <a:r>
              <a:rPr lang="en-US" sz="2000" dirty="0"/>
              <a:t>  </a:t>
            </a:r>
            <a:r>
              <a:rPr lang="en-US" sz="2000" b="1" dirty="0"/>
              <a:t>   if </a:t>
            </a:r>
            <a:r>
              <a:rPr lang="en-US" sz="2000" dirty="0"/>
              <a:t>(stage = OUTTURN)</a:t>
            </a:r>
          </a:p>
          <a:p>
            <a:r>
              <a:rPr lang="en-US" sz="2000" dirty="0"/>
              <a:t>          angle = angle + A</a:t>
            </a:r>
            <a:r>
              <a:rPr lang="en-US" sz="2000" baseline="-25000" dirty="0"/>
              <a:t>2</a:t>
            </a:r>
            <a:r>
              <a:rPr lang="en-US" sz="2000" dirty="0"/>
              <a:t>;    </a:t>
            </a:r>
          </a:p>
          <a:p>
            <a:r>
              <a:rPr lang="en-US" sz="2000" dirty="0"/>
              <a:t>   </a:t>
            </a:r>
            <a:r>
              <a:rPr lang="en-US" sz="2000" dirty="0" err="1"/>
              <a:t>moveCar</a:t>
            </a:r>
            <a:r>
              <a:rPr lang="en-US" sz="2000" dirty="0"/>
              <a:t>();  </a:t>
            </a:r>
          </a:p>
          <a:p>
            <a:r>
              <a:rPr lang="en-US" sz="2200" dirty="0"/>
              <a:t>}</a:t>
            </a:r>
          </a:p>
          <a:p>
            <a:r>
              <a:rPr lang="en-US" sz="2000" dirty="0"/>
              <a:t>   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 bwMode="auto">
          <a:xfrm>
            <a:off x="2590800" y="2651760"/>
            <a:ext cx="1371600" cy="320041"/>
          </a:xfrm>
          <a:prstGeom prst="rect">
            <a:avLst/>
          </a:prstGeom>
          <a:noFill/>
          <a:ln w="952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tx1"/>
              </a:solidFill>
              <a:latin typeface="Consolas" pitchFamily="49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8500872" y="5285034"/>
            <a:ext cx="1178436" cy="614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715256" y="5285034"/>
            <a:ext cx="1295400" cy="614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Connector 70"/>
          <p:cNvCxnSpPr/>
          <p:nvPr/>
        </p:nvCxnSpPr>
        <p:spPr>
          <a:xfrm>
            <a:off x="4495801" y="6047034"/>
            <a:ext cx="5729811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" name="Picture 71" descr="redc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573" y="4188320"/>
            <a:ext cx="1626048" cy="801732"/>
          </a:xfrm>
          <a:prstGeom prst="rect">
            <a:avLst/>
          </a:prstGeom>
        </p:spPr>
      </p:pic>
      <p:grpSp>
        <p:nvGrpSpPr>
          <p:cNvPr id="76" name="Group 26"/>
          <p:cNvGrpSpPr/>
          <p:nvPr/>
        </p:nvGrpSpPr>
        <p:grpSpPr>
          <a:xfrm>
            <a:off x="8451179" y="4118595"/>
            <a:ext cx="930442" cy="946405"/>
            <a:chOff x="7620000" y="2667000"/>
            <a:chExt cx="930442" cy="685800"/>
          </a:xfrm>
        </p:grpSpPr>
        <p:cxnSp>
          <p:nvCxnSpPr>
            <p:cNvPr id="77" name="Straight Arrow Connector 76"/>
            <p:cNvCxnSpPr/>
            <p:nvPr/>
          </p:nvCxnSpPr>
          <p:spPr bwMode="auto">
            <a:xfrm flipH="1">
              <a:off x="7620000" y="3015916"/>
              <a:ext cx="91440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arrow" w="sm" len="sm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 bwMode="auto">
            <a:xfrm flipH="1">
              <a:off x="8229600" y="26670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 bwMode="auto">
            <a:xfrm flipH="1">
              <a:off x="8245642" y="33528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80" name="Picture 79" descr="redc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563" y="4188320"/>
            <a:ext cx="1626048" cy="801732"/>
          </a:xfrm>
          <a:prstGeom prst="rect">
            <a:avLst/>
          </a:prstGeom>
        </p:spPr>
      </p:pic>
      <p:grpSp>
        <p:nvGrpSpPr>
          <p:cNvPr id="81" name="Group 26"/>
          <p:cNvGrpSpPr/>
          <p:nvPr/>
        </p:nvGrpSpPr>
        <p:grpSpPr>
          <a:xfrm>
            <a:off x="9295169" y="4118595"/>
            <a:ext cx="930442" cy="946405"/>
            <a:chOff x="7620000" y="2667000"/>
            <a:chExt cx="930442" cy="685800"/>
          </a:xfrm>
        </p:grpSpPr>
        <p:cxnSp>
          <p:nvCxnSpPr>
            <p:cNvPr id="82" name="Straight Arrow Connector 81"/>
            <p:cNvCxnSpPr/>
            <p:nvPr/>
          </p:nvCxnSpPr>
          <p:spPr bwMode="auto">
            <a:xfrm flipH="1">
              <a:off x="7620000" y="3015916"/>
              <a:ext cx="91440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arrow" w="sm" len="sm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 bwMode="auto">
            <a:xfrm flipH="1">
              <a:off x="8229600" y="26670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 bwMode="auto">
            <a:xfrm flipH="1">
              <a:off x="8245642" y="33528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055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641" y="228600"/>
            <a:ext cx="8839201" cy="1143000"/>
          </a:xfrm>
        </p:spPr>
        <p:txBody>
          <a:bodyPr>
            <a:normAutofit/>
          </a:bodyPr>
          <a:lstStyle/>
          <a:p>
            <a:r>
              <a:rPr lang="en-US" sz="3000" dirty="0"/>
              <a:t>Parameter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1" y="1600201"/>
            <a:ext cx="663909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800000"/>
                </a:solidFill>
              </a:rPr>
              <a:t>t</a:t>
            </a:r>
            <a:r>
              <a:rPr lang="en-US" sz="2200" baseline="-25000" dirty="0">
                <a:solidFill>
                  <a:srgbClr val="800000"/>
                </a:solidFill>
              </a:rPr>
              <a:t>1</a:t>
            </a:r>
            <a:r>
              <a:rPr lang="en-US" sz="2200" dirty="0"/>
              <a:t> := </a:t>
            </a:r>
            <a:r>
              <a:rPr lang="en-US" sz="2200" b="1" dirty="0">
                <a:solidFill>
                  <a:srgbClr val="800000"/>
                </a:solidFill>
              </a:rPr>
              <a:t>??</a:t>
            </a:r>
            <a:r>
              <a:rPr lang="en-US" sz="2200" dirty="0"/>
              <a:t>;     </a:t>
            </a:r>
            <a:r>
              <a:rPr lang="en-US" sz="2200" dirty="0">
                <a:solidFill>
                  <a:srgbClr val="800000"/>
                </a:solidFill>
              </a:rPr>
              <a:t>t</a:t>
            </a:r>
            <a:r>
              <a:rPr lang="en-US" sz="2200" baseline="-25000" dirty="0">
                <a:solidFill>
                  <a:srgbClr val="800000"/>
                </a:solidFill>
              </a:rPr>
              <a:t>2</a:t>
            </a:r>
            <a:r>
              <a:rPr lang="en-US" sz="2200" dirty="0"/>
              <a:t> := </a:t>
            </a:r>
            <a:r>
              <a:rPr lang="en-US" sz="2200" b="1" dirty="0">
                <a:solidFill>
                  <a:srgbClr val="800000"/>
                </a:solidFill>
              </a:rPr>
              <a:t>??</a:t>
            </a:r>
            <a:r>
              <a:rPr lang="en-US" sz="2200" dirty="0"/>
              <a:t>;  </a:t>
            </a:r>
            <a:r>
              <a:rPr lang="en-US" sz="2200" dirty="0">
                <a:solidFill>
                  <a:srgbClr val="950000"/>
                </a:solidFill>
              </a:rPr>
              <a:t>A</a:t>
            </a:r>
            <a:r>
              <a:rPr lang="en-US" sz="2200" baseline="-25000" dirty="0">
                <a:solidFill>
                  <a:srgbClr val="950000"/>
                </a:solidFill>
              </a:rPr>
              <a:t>1</a:t>
            </a:r>
            <a:r>
              <a:rPr lang="en-US" sz="2200" dirty="0"/>
              <a:t> := </a:t>
            </a:r>
            <a:r>
              <a:rPr lang="en-US" sz="2200" b="1" dirty="0">
                <a:solidFill>
                  <a:srgbClr val="950000"/>
                </a:solidFill>
              </a:rPr>
              <a:t>??</a:t>
            </a:r>
            <a:r>
              <a:rPr lang="en-US" sz="2200" dirty="0"/>
              <a:t>;</a:t>
            </a:r>
            <a:r>
              <a:rPr lang="en-US" sz="2200" b="1" dirty="0">
                <a:solidFill>
                  <a:srgbClr val="950000"/>
                </a:solidFill>
              </a:rPr>
              <a:t>  </a:t>
            </a:r>
            <a:br>
              <a:rPr lang="en-US" sz="2200" b="1" dirty="0">
                <a:solidFill>
                  <a:srgbClr val="950000"/>
                </a:solidFill>
              </a:rPr>
            </a:br>
            <a:r>
              <a:rPr lang="en-US" sz="2200" dirty="0">
                <a:solidFill>
                  <a:srgbClr val="950000"/>
                </a:solidFill>
              </a:rPr>
              <a:t>A</a:t>
            </a:r>
            <a:r>
              <a:rPr lang="en-US" sz="2200" baseline="-25000" dirty="0">
                <a:solidFill>
                  <a:srgbClr val="950000"/>
                </a:solidFill>
              </a:rPr>
              <a:t>2</a:t>
            </a:r>
            <a:r>
              <a:rPr lang="en-US" sz="2200" dirty="0">
                <a:solidFill>
                  <a:srgbClr val="950000"/>
                </a:solidFill>
              </a:rPr>
              <a:t> </a:t>
            </a:r>
            <a:r>
              <a:rPr lang="en-US" sz="2200" dirty="0">
                <a:solidFill>
                  <a:srgbClr val="000000"/>
                </a:solidFill>
              </a:rPr>
              <a:t>:=</a:t>
            </a:r>
            <a:r>
              <a:rPr lang="en-US" sz="2200" dirty="0">
                <a:solidFill>
                  <a:srgbClr val="950000"/>
                </a:solidFill>
              </a:rPr>
              <a:t> </a:t>
            </a:r>
            <a:r>
              <a:rPr lang="en-US" sz="2200" b="1" dirty="0">
                <a:solidFill>
                  <a:srgbClr val="950000"/>
                </a:solidFill>
              </a:rPr>
              <a:t>??</a:t>
            </a:r>
            <a:r>
              <a:rPr lang="en-US" sz="2200" dirty="0">
                <a:solidFill>
                  <a:srgbClr val="950000"/>
                </a:solidFill>
              </a:rPr>
              <a:t>; </a:t>
            </a:r>
          </a:p>
          <a:p>
            <a:r>
              <a:rPr lang="en-US" sz="2000" b="1" dirty="0"/>
              <a:t>repeat  (</a:t>
            </a:r>
            <a:r>
              <a:rPr lang="en-US" sz="2000" dirty="0">
                <a:latin typeface="jsMath-cmbx10"/>
              </a:rPr>
              <a:t>every ΔT</a:t>
            </a:r>
            <a:r>
              <a:rPr lang="en-US" sz="2000" b="1" dirty="0">
                <a:latin typeface="jsMath-cmbx10"/>
              </a:rPr>
              <a:t>)</a:t>
            </a:r>
            <a:r>
              <a:rPr lang="en-US" sz="2000" b="1" dirty="0"/>
              <a:t> </a:t>
            </a:r>
            <a:r>
              <a:rPr lang="en-US" sz="2000" dirty="0"/>
              <a:t>  {</a:t>
            </a:r>
          </a:p>
          <a:p>
            <a:r>
              <a:rPr lang="en-US" sz="2000" b="1" dirty="0"/>
              <a:t>     if </a:t>
            </a:r>
            <a:r>
              <a:rPr lang="en-US" sz="2000" dirty="0"/>
              <a:t>(stage = BACK &amp;&amp; time &gt; t</a:t>
            </a:r>
            <a:r>
              <a:rPr lang="en-US" sz="2000" baseline="-25000" dirty="0"/>
              <a:t>1</a:t>
            </a:r>
            <a:r>
              <a:rPr lang="en-US" sz="2000" dirty="0"/>
              <a:t>) </a:t>
            </a:r>
          </a:p>
          <a:p>
            <a:r>
              <a:rPr lang="en-US" sz="2000" dirty="0"/>
              <a:t>           stage = INTURN;</a:t>
            </a:r>
          </a:p>
          <a:p>
            <a:r>
              <a:rPr lang="en-US" sz="2000" dirty="0"/>
              <a:t>   </a:t>
            </a:r>
            <a:r>
              <a:rPr lang="en-US" sz="2000" b="1" dirty="0"/>
              <a:t>  if </a:t>
            </a:r>
            <a:r>
              <a:rPr lang="en-US" sz="2000" dirty="0"/>
              <a:t>(stage = INTURN) {</a:t>
            </a:r>
          </a:p>
          <a:p>
            <a:r>
              <a:rPr lang="en-US" sz="2000" dirty="0"/>
              <a:t>          </a:t>
            </a:r>
            <a:r>
              <a:rPr lang="en-US" sz="2000" b="1" dirty="0"/>
              <a:t>if</a:t>
            </a:r>
            <a:r>
              <a:rPr lang="en-US" sz="2000" dirty="0"/>
              <a:t> (time &gt; t</a:t>
            </a:r>
            <a:r>
              <a:rPr lang="en-US" sz="2000" baseline="-25000" dirty="0"/>
              <a:t>2</a:t>
            </a:r>
            <a:r>
              <a:rPr lang="en-US" sz="2000" dirty="0"/>
              <a:t>) </a:t>
            </a:r>
            <a:r>
              <a:rPr lang="en-US" sz="2000" b="1" dirty="0"/>
              <a:t>then</a:t>
            </a:r>
            <a:r>
              <a:rPr lang="en-US" sz="2000" dirty="0"/>
              <a:t> stage = OUTTURN;</a:t>
            </a:r>
          </a:p>
          <a:p>
            <a:r>
              <a:rPr lang="en-US" sz="2000" dirty="0"/>
              <a:t>          angle = angle – A</a:t>
            </a:r>
            <a:r>
              <a:rPr lang="en-US" sz="2000" baseline="-25000" dirty="0"/>
              <a:t>1</a:t>
            </a:r>
            <a:r>
              <a:rPr lang="en-US" sz="2000" dirty="0"/>
              <a:t>; }   </a:t>
            </a:r>
          </a:p>
          <a:p>
            <a:r>
              <a:rPr lang="en-US" sz="2000" dirty="0"/>
              <a:t>  </a:t>
            </a:r>
            <a:r>
              <a:rPr lang="en-US" sz="2000" b="1" dirty="0"/>
              <a:t>   if </a:t>
            </a:r>
            <a:r>
              <a:rPr lang="en-US" sz="2000" dirty="0"/>
              <a:t>(stage = OUTTURN)</a:t>
            </a:r>
          </a:p>
          <a:p>
            <a:r>
              <a:rPr lang="en-US" sz="2000" dirty="0"/>
              <a:t>          angle = angle + A</a:t>
            </a:r>
            <a:r>
              <a:rPr lang="en-US" sz="2000" baseline="-25000" dirty="0"/>
              <a:t>2</a:t>
            </a:r>
            <a:r>
              <a:rPr lang="en-US" sz="2000" dirty="0"/>
              <a:t>;    </a:t>
            </a:r>
          </a:p>
          <a:p>
            <a:r>
              <a:rPr lang="en-US" sz="2000" dirty="0"/>
              <a:t>   </a:t>
            </a:r>
            <a:r>
              <a:rPr lang="en-US" sz="2000" dirty="0" err="1"/>
              <a:t>moveCar</a:t>
            </a:r>
            <a:r>
              <a:rPr lang="en-US" sz="2000" dirty="0"/>
              <a:t>();  </a:t>
            </a:r>
          </a:p>
          <a:p>
            <a:r>
              <a:rPr lang="en-US" sz="2200" dirty="0"/>
              <a:t>}</a:t>
            </a:r>
          </a:p>
          <a:p>
            <a:r>
              <a:rPr lang="en-US" sz="2000" dirty="0"/>
              <a:t>   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 bwMode="auto">
          <a:xfrm>
            <a:off x="2590800" y="3255263"/>
            <a:ext cx="1676400" cy="326138"/>
          </a:xfrm>
          <a:prstGeom prst="rect">
            <a:avLst/>
          </a:prstGeom>
          <a:noFill/>
          <a:ln w="952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tx1"/>
              </a:solidFill>
              <a:latin typeface="Consolas" pitchFamily="49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8500872" y="5285034"/>
            <a:ext cx="1178436" cy="614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715256" y="5285034"/>
            <a:ext cx="1295400" cy="614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Connector 70"/>
          <p:cNvCxnSpPr/>
          <p:nvPr/>
        </p:nvCxnSpPr>
        <p:spPr>
          <a:xfrm>
            <a:off x="4495801" y="6048622"/>
            <a:ext cx="5729811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" name="Picture 71" descr="redc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573" y="4188320"/>
            <a:ext cx="1626048" cy="801732"/>
          </a:xfrm>
          <a:prstGeom prst="rect">
            <a:avLst/>
          </a:prstGeom>
        </p:spPr>
      </p:pic>
      <p:grpSp>
        <p:nvGrpSpPr>
          <p:cNvPr id="3" name="Group 26"/>
          <p:cNvGrpSpPr/>
          <p:nvPr/>
        </p:nvGrpSpPr>
        <p:grpSpPr>
          <a:xfrm rot="2180526">
            <a:off x="7938427" y="3911434"/>
            <a:ext cx="1337887" cy="1466116"/>
            <a:chOff x="7212555" y="2667000"/>
            <a:chExt cx="1337887" cy="1062402"/>
          </a:xfrm>
        </p:grpSpPr>
        <p:cxnSp>
          <p:nvCxnSpPr>
            <p:cNvPr id="77" name="Straight Arrow Connector 76"/>
            <p:cNvCxnSpPr/>
            <p:nvPr/>
          </p:nvCxnSpPr>
          <p:spPr bwMode="auto">
            <a:xfrm rot="8619474" flipV="1">
              <a:off x="7212555" y="3170105"/>
              <a:ext cx="1009621" cy="559297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arrow" w="sm" len="sm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 bwMode="auto">
            <a:xfrm flipH="1">
              <a:off x="8229600" y="26670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 bwMode="auto">
            <a:xfrm flipH="1">
              <a:off x="8245642" y="33528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37319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641" y="228600"/>
            <a:ext cx="8839201" cy="1143000"/>
          </a:xfrm>
        </p:spPr>
        <p:txBody>
          <a:bodyPr>
            <a:normAutofit/>
          </a:bodyPr>
          <a:lstStyle/>
          <a:p>
            <a:r>
              <a:rPr lang="en-US" sz="3000" dirty="0"/>
              <a:t>Parameter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1" y="1600201"/>
            <a:ext cx="663909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800000"/>
                </a:solidFill>
              </a:rPr>
              <a:t>t</a:t>
            </a:r>
            <a:r>
              <a:rPr lang="en-US" sz="2200" baseline="-25000" dirty="0">
                <a:solidFill>
                  <a:srgbClr val="800000"/>
                </a:solidFill>
              </a:rPr>
              <a:t>1</a:t>
            </a:r>
            <a:r>
              <a:rPr lang="en-US" sz="2200" dirty="0"/>
              <a:t> := </a:t>
            </a:r>
            <a:r>
              <a:rPr lang="en-US" sz="2200" b="1" dirty="0">
                <a:solidFill>
                  <a:srgbClr val="800000"/>
                </a:solidFill>
              </a:rPr>
              <a:t>??</a:t>
            </a:r>
            <a:r>
              <a:rPr lang="en-US" sz="2200" dirty="0"/>
              <a:t>;     </a:t>
            </a:r>
            <a:r>
              <a:rPr lang="en-US" sz="2200" dirty="0">
                <a:solidFill>
                  <a:srgbClr val="800000"/>
                </a:solidFill>
              </a:rPr>
              <a:t>t</a:t>
            </a:r>
            <a:r>
              <a:rPr lang="en-US" sz="2200" baseline="-25000" dirty="0">
                <a:solidFill>
                  <a:srgbClr val="800000"/>
                </a:solidFill>
              </a:rPr>
              <a:t>2</a:t>
            </a:r>
            <a:r>
              <a:rPr lang="en-US" sz="2200" dirty="0"/>
              <a:t> := </a:t>
            </a:r>
            <a:r>
              <a:rPr lang="en-US" sz="2200" b="1" dirty="0">
                <a:solidFill>
                  <a:srgbClr val="800000"/>
                </a:solidFill>
              </a:rPr>
              <a:t>??</a:t>
            </a:r>
            <a:r>
              <a:rPr lang="en-US" sz="2200" dirty="0"/>
              <a:t>;  </a:t>
            </a:r>
            <a:r>
              <a:rPr lang="en-US" sz="2200" dirty="0">
                <a:solidFill>
                  <a:srgbClr val="950000"/>
                </a:solidFill>
              </a:rPr>
              <a:t>A</a:t>
            </a:r>
            <a:r>
              <a:rPr lang="en-US" sz="2200" baseline="-25000" dirty="0">
                <a:solidFill>
                  <a:srgbClr val="950000"/>
                </a:solidFill>
              </a:rPr>
              <a:t>1</a:t>
            </a:r>
            <a:r>
              <a:rPr lang="en-US" sz="2200" dirty="0"/>
              <a:t> := </a:t>
            </a:r>
            <a:r>
              <a:rPr lang="en-US" sz="2200" b="1" dirty="0">
                <a:solidFill>
                  <a:srgbClr val="950000"/>
                </a:solidFill>
              </a:rPr>
              <a:t>??</a:t>
            </a:r>
            <a:r>
              <a:rPr lang="en-US" sz="2200" dirty="0"/>
              <a:t>;</a:t>
            </a:r>
            <a:r>
              <a:rPr lang="en-US" sz="2200" b="1" dirty="0">
                <a:solidFill>
                  <a:srgbClr val="950000"/>
                </a:solidFill>
              </a:rPr>
              <a:t>  </a:t>
            </a:r>
            <a:br>
              <a:rPr lang="en-US" sz="2200" b="1" dirty="0">
                <a:solidFill>
                  <a:srgbClr val="950000"/>
                </a:solidFill>
              </a:rPr>
            </a:br>
            <a:r>
              <a:rPr lang="en-US" sz="2200" dirty="0">
                <a:solidFill>
                  <a:srgbClr val="950000"/>
                </a:solidFill>
              </a:rPr>
              <a:t>A</a:t>
            </a:r>
            <a:r>
              <a:rPr lang="en-US" sz="2200" baseline="-25000" dirty="0">
                <a:solidFill>
                  <a:srgbClr val="950000"/>
                </a:solidFill>
              </a:rPr>
              <a:t>2</a:t>
            </a:r>
            <a:r>
              <a:rPr lang="en-US" sz="2200" dirty="0">
                <a:solidFill>
                  <a:srgbClr val="950000"/>
                </a:solidFill>
              </a:rPr>
              <a:t> </a:t>
            </a:r>
            <a:r>
              <a:rPr lang="en-US" sz="2200" dirty="0">
                <a:solidFill>
                  <a:srgbClr val="000000"/>
                </a:solidFill>
              </a:rPr>
              <a:t>:=</a:t>
            </a:r>
            <a:r>
              <a:rPr lang="en-US" sz="2200" dirty="0">
                <a:solidFill>
                  <a:srgbClr val="950000"/>
                </a:solidFill>
              </a:rPr>
              <a:t> </a:t>
            </a:r>
            <a:r>
              <a:rPr lang="en-US" sz="2200" b="1" dirty="0">
                <a:solidFill>
                  <a:srgbClr val="950000"/>
                </a:solidFill>
              </a:rPr>
              <a:t>??</a:t>
            </a:r>
            <a:r>
              <a:rPr lang="en-US" sz="2200" dirty="0">
                <a:solidFill>
                  <a:srgbClr val="950000"/>
                </a:solidFill>
              </a:rPr>
              <a:t>; </a:t>
            </a:r>
          </a:p>
          <a:p>
            <a:r>
              <a:rPr lang="en-US" sz="2000" b="1" dirty="0"/>
              <a:t>repeat  (</a:t>
            </a:r>
            <a:r>
              <a:rPr lang="en-US" sz="2000" dirty="0">
                <a:latin typeface="jsMath-cmbx10"/>
              </a:rPr>
              <a:t>every ΔT</a:t>
            </a:r>
            <a:r>
              <a:rPr lang="en-US" sz="2000" b="1" dirty="0">
                <a:latin typeface="jsMath-cmbx10"/>
              </a:rPr>
              <a:t>)</a:t>
            </a:r>
            <a:r>
              <a:rPr lang="en-US" sz="2000" b="1" dirty="0"/>
              <a:t> </a:t>
            </a:r>
            <a:r>
              <a:rPr lang="en-US" sz="2000" dirty="0"/>
              <a:t>  {</a:t>
            </a:r>
          </a:p>
          <a:p>
            <a:r>
              <a:rPr lang="en-US" sz="2000" b="1" dirty="0"/>
              <a:t>     if </a:t>
            </a:r>
            <a:r>
              <a:rPr lang="en-US" sz="2000" dirty="0"/>
              <a:t>(stage = BACK &amp;&amp; time &gt; t</a:t>
            </a:r>
            <a:r>
              <a:rPr lang="en-US" sz="2000" baseline="-25000" dirty="0"/>
              <a:t>1</a:t>
            </a:r>
            <a:r>
              <a:rPr lang="en-US" sz="2000" dirty="0"/>
              <a:t>) </a:t>
            </a:r>
          </a:p>
          <a:p>
            <a:r>
              <a:rPr lang="en-US" sz="2000" dirty="0"/>
              <a:t>           stage = INTURN;</a:t>
            </a:r>
          </a:p>
          <a:p>
            <a:r>
              <a:rPr lang="en-US" sz="2000" dirty="0"/>
              <a:t>   </a:t>
            </a:r>
            <a:r>
              <a:rPr lang="en-US" sz="2000" b="1" dirty="0"/>
              <a:t>  if </a:t>
            </a:r>
            <a:r>
              <a:rPr lang="en-US" sz="2000" dirty="0"/>
              <a:t>(stage = INTURN) {</a:t>
            </a:r>
          </a:p>
          <a:p>
            <a:r>
              <a:rPr lang="en-US" sz="2000" dirty="0"/>
              <a:t>          </a:t>
            </a:r>
            <a:r>
              <a:rPr lang="en-US" sz="2000" b="1" dirty="0"/>
              <a:t>if</a:t>
            </a:r>
            <a:r>
              <a:rPr lang="en-US" sz="2000" dirty="0"/>
              <a:t> (time &gt; t</a:t>
            </a:r>
            <a:r>
              <a:rPr lang="en-US" sz="2000" baseline="-25000" dirty="0"/>
              <a:t>2</a:t>
            </a:r>
            <a:r>
              <a:rPr lang="en-US" sz="2000" dirty="0"/>
              <a:t>) </a:t>
            </a:r>
            <a:r>
              <a:rPr lang="en-US" sz="2000" b="1" dirty="0"/>
              <a:t>then</a:t>
            </a:r>
            <a:r>
              <a:rPr lang="en-US" sz="2000" dirty="0"/>
              <a:t> stage = OUTTURN;</a:t>
            </a:r>
          </a:p>
          <a:p>
            <a:r>
              <a:rPr lang="en-US" sz="2000" dirty="0"/>
              <a:t>          angle = angle – A</a:t>
            </a:r>
            <a:r>
              <a:rPr lang="en-US" sz="2000" baseline="-25000" dirty="0"/>
              <a:t>1</a:t>
            </a:r>
            <a:r>
              <a:rPr lang="en-US" sz="2000" dirty="0"/>
              <a:t>; }   </a:t>
            </a:r>
          </a:p>
          <a:p>
            <a:r>
              <a:rPr lang="en-US" sz="2000" dirty="0"/>
              <a:t>  </a:t>
            </a:r>
            <a:r>
              <a:rPr lang="en-US" sz="2000" b="1" dirty="0"/>
              <a:t>   if </a:t>
            </a:r>
            <a:r>
              <a:rPr lang="en-US" sz="2000" dirty="0"/>
              <a:t>(stage = OUTTURN)</a:t>
            </a:r>
          </a:p>
          <a:p>
            <a:r>
              <a:rPr lang="en-US" sz="2000" dirty="0"/>
              <a:t>          angle = angle + A</a:t>
            </a:r>
            <a:r>
              <a:rPr lang="en-US" sz="2000" baseline="-25000" dirty="0"/>
              <a:t>2</a:t>
            </a:r>
            <a:r>
              <a:rPr lang="en-US" sz="2000" dirty="0"/>
              <a:t>;    </a:t>
            </a:r>
          </a:p>
          <a:p>
            <a:r>
              <a:rPr lang="en-US" sz="2000" dirty="0"/>
              <a:t>   </a:t>
            </a:r>
            <a:r>
              <a:rPr lang="en-US" sz="2000" dirty="0" err="1"/>
              <a:t>moveCar</a:t>
            </a:r>
            <a:r>
              <a:rPr lang="en-US" sz="2000" dirty="0"/>
              <a:t>();  </a:t>
            </a:r>
          </a:p>
          <a:p>
            <a:r>
              <a:rPr lang="en-US" sz="2200" dirty="0"/>
              <a:t>}</a:t>
            </a:r>
          </a:p>
          <a:p>
            <a:r>
              <a:rPr lang="en-US" sz="2000" dirty="0"/>
              <a:t>   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 bwMode="auto">
          <a:xfrm>
            <a:off x="2590800" y="4114800"/>
            <a:ext cx="1905000" cy="395816"/>
          </a:xfrm>
          <a:prstGeom prst="rect">
            <a:avLst/>
          </a:prstGeom>
          <a:noFill/>
          <a:ln w="952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tx1"/>
              </a:solidFill>
              <a:latin typeface="Consolas" pitchFamily="49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8500872" y="5285034"/>
            <a:ext cx="1178436" cy="614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715256" y="5285034"/>
            <a:ext cx="1295400" cy="614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Connector 70"/>
          <p:cNvCxnSpPr/>
          <p:nvPr/>
        </p:nvCxnSpPr>
        <p:spPr>
          <a:xfrm>
            <a:off x="4495801" y="6048622"/>
            <a:ext cx="5729811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" name="Picture 71" descr="redc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436689">
            <a:off x="7085185" y="4695579"/>
            <a:ext cx="1626048" cy="801732"/>
          </a:xfrm>
          <a:prstGeom prst="rect">
            <a:avLst/>
          </a:prstGeom>
        </p:spPr>
      </p:pic>
      <p:grpSp>
        <p:nvGrpSpPr>
          <p:cNvPr id="3" name="Group 26"/>
          <p:cNvGrpSpPr/>
          <p:nvPr/>
        </p:nvGrpSpPr>
        <p:grpSpPr>
          <a:xfrm rot="18422129">
            <a:off x="7269565" y="4111961"/>
            <a:ext cx="1133003" cy="1453074"/>
            <a:chOff x="7417439" y="2142356"/>
            <a:chExt cx="1133003" cy="1210444"/>
          </a:xfrm>
        </p:grpSpPr>
        <p:cxnSp>
          <p:nvCxnSpPr>
            <p:cNvPr id="77" name="Straight Arrow Connector 76"/>
            <p:cNvCxnSpPr/>
            <p:nvPr/>
          </p:nvCxnSpPr>
          <p:spPr bwMode="auto">
            <a:xfrm rot="13977871">
              <a:off x="7317142" y="2242653"/>
              <a:ext cx="835807" cy="635214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arrow" w="sm" len="sm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 bwMode="auto">
            <a:xfrm flipH="1">
              <a:off x="8229600" y="26670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 bwMode="auto">
            <a:xfrm flipH="1">
              <a:off x="8245642" y="33528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8096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641" y="228600"/>
            <a:ext cx="8839201" cy="1143000"/>
          </a:xfrm>
        </p:spPr>
        <p:txBody>
          <a:bodyPr>
            <a:normAutofit/>
          </a:bodyPr>
          <a:lstStyle/>
          <a:p>
            <a:r>
              <a:rPr lang="en-US" sz="3000" dirty="0"/>
              <a:t>Application : Parameter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1" y="1600201"/>
            <a:ext cx="663909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800000"/>
                </a:solidFill>
              </a:rPr>
              <a:t>t</a:t>
            </a:r>
            <a:r>
              <a:rPr lang="en-US" sz="2200" baseline="-25000" dirty="0">
                <a:solidFill>
                  <a:srgbClr val="800000"/>
                </a:solidFill>
              </a:rPr>
              <a:t>1</a:t>
            </a:r>
            <a:r>
              <a:rPr lang="en-US" sz="2200" dirty="0"/>
              <a:t> := </a:t>
            </a:r>
            <a:r>
              <a:rPr lang="en-US" sz="2200" b="1" dirty="0">
                <a:solidFill>
                  <a:srgbClr val="800000"/>
                </a:solidFill>
              </a:rPr>
              <a:t>??</a:t>
            </a:r>
            <a:r>
              <a:rPr lang="en-US" sz="2200" dirty="0"/>
              <a:t>;     </a:t>
            </a:r>
            <a:r>
              <a:rPr lang="en-US" sz="2200" dirty="0">
                <a:solidFill>
                  <a:srgbClr val="800000"/>
                </a:solidFill>
              </a:rPr>
              <a:t>t</a:t>
            </a:r>
            <a:r>
              <a:rPr lang="en-US" sz="2200" baseline="-25000" dirty="0">
                <a:solidFill>
                  <a:srgbClr val="800000"/>
                </a:solidFill>
              </a:rPr>
              <a:t>2</a:t>
            </a:r>
            <a:r>
              <a:rPr lang="en-US" sz="2200" dirty="0"/>
              <a:t> := </a:t>
            </a:r>
            <a:r>
              <a:rPr lang="en-US" sz="2200" b="1" dirty="0">
                <a:solidFill>
                  <a:srgbClr val="800000"/>
                </a:solidFill>
              </a:rPr>
              <a:t>??</a:t>
            </a:r>
            <a:r>
              <a:rPr lang="en-US" sz="2200" dirty="0"/>
              <a:t>;  </a:t>
            </a:r>
            <a:r>
              <a:rPr lang="en-US" sz="2200" dirty="0">
                <a:solidFill>
                  <a:srgbClr val="950000"/>
                </a:solidFill>
              </a:rPr>
              <a:t>A</a:t>
            </a:r>
            <a:r>
              <a:rPr lang="en-US" sz="2200" baseline="-25000" dirty="0">
                <a:solidFill>
                  <a:srgbClr val="950000"/>
                </a:solidFill>
              </a:rPr>
              <a:t>1</a:t>
            </a:r>
            <a:r>
              <a:rPr lang="en-US" sz="2200" dirty="0"/>
              <a:t> := </a:t>
            </a:r>
            <a:r>
              <a:rPr lang="en-US" sz="2200" b="1" dirty="0">
                <a:solidFill>
                  <a:srgbClr val="950000"/>
                </a:solidFill>
              </a:rPr>
              <a:t>??</a:t>
            </a:r>
            <a:r>
              <a:rPr lang="en-US" sz="2200" dirty="0"/>
              <a:t>;</a:t>
            </a:r>
            <a:r>
              <a:rPr lang="en-US" sz="2200" b="1" dirty="0">
                <a:solidFill>
                  <a:srgbClr val="950000"/>
                </a:solidFill>
              </a:rPr>
              <a:t>  </a:t>
            </a:r>
            <a:br>
              <a:rPr lang="en-US" sz="2200" b="1" dirty="0">
                <a:solidFill>
                  <a:srgbClr val="950000"/>
                </a:solidFill>
              </a:rPr>
            </a:br>
            <a:r>
              <a:rPr lang="en-US" sz="2200" dirty="0">
                <a:solidFill>
                  <a:srgbClr val="950000"/>
                </a:solidFill>
              </a:rPr>
              <a:t>A</a:t>
            </a:r>
            <a:r>
              <a:rPr lang="en-US" sz="2200" baseline="-25000" dirty="0">
                <a:solidFill>
                  <a:srgbClr val="950000"/>
                </a:solidFill>
              </a:rPr>
              <a:t>2</a:t>
            </a:r>
            <a:r>
              <a:rPr lang="en-US" sz="2200" dirty="0">
                <a:solidFill>
                  <a:srgbClr val="950000"/>
                </a:solidFill>
              </a:rPr>
              <a:t> </a:t>
            </a:r>
            <a:r>
              <a:rPr lang="en-US" sz="2200" dirty="0">
                <a:solidFill>
                  <a:srgbClr val="000000"/>
                </a:solidFill>
              </a:rPr>
              <a:t>:=</a:t>
            </a:r>
            <a:r>
              <a:rPr lang="en-US" sz="2200" dirty="0">
                <a:solidFill>
                  <a:srgbClr val="950000"/>
                </a:solidFill>
              </a:rPr>
              <a:t> </a:t>
            </a:r>
            <a:r>
              <a:rPr lang="en-US" sz="2200" b="1" dirty="0">
                <a:solidFill>
                  <a:srgbClr val="950000"/>
                </a:solidFill>
              </a:rPr>
              <a:t>??</a:t>
            </a:r>
            <a:r>
              <a:rPr lang="en-US" sz="2200" dirty="0">
                <a:solidFill>
                  <a:srgbClr val="950000"/>
                </a:solidFill>
              </a:rPr>
              <a:t>; </a:t>
            </a:r>
          </a:p>
          <a:p>
            <a:r>
              <a:rPr lang="en-US" sz="2000" b="1" dirty="0"/>
              <a:t>repeat  (</a:t>
            </a:r>
            <a:r>
              <a:rPr lang="en-US" sz="2000" dirty="0">
                <a:latin typeface="jsMath-cmbx10"/>
              </a:rPr>
              <a:t>every ΔT</a:t>
            </a:r>
            <a:r>
              <a:rPr lang="en-US" sz="2000" b="1" dirty="0">
                <a:latin typeface="jsMath-cmbx10"/>
              </a:rPr>
              <a:t>)</a:t>
            </a:r>
            <a:r>
              <a:rPr lang="en-US" sz="2000" b="1" dirty="0"/>
              <a:t> </a:t>
            </a:r>
            <a:r>
              <a:rPr lang="en-US" sz="2000" dirty="0"/>
              <a:t>  {</a:t>
            </a:r>
          </a:p>
          <a:p>
            <a:r>
              <a:rPr lang="en-US" sz="2000" b="1" dirty="0"/>
              <a:t>     if </a:t>
            </a:r>
            <a:r>
              <a:rPr lang="en-US" sz="2000" dirty="0"/>
              <a:t>(stage = BACK &amp;&amp; time &gt; t</a:t>
            </a:r>
            <a:r>
              <a:rPr lang="en-US" sz="2000" baseline="-25000" dirty="0"/>
              <a:t>1</a:t>
            </a:r>
            <a:r>
              <a:rPr lang="en-US" sz="2000" dirty="0"/>
              <a:t>) </a:t>
            </a:r>
          </a:p>
          <a:p>
            <a:r>
              <a:rPr lang="en-US" sz="2000" dirty="0"/>
              <a:t>           stage = INTURN;</a:t>
            </a:r>
          </a:p>
          <a:p>
            <a:r>
              <a:rPr lang="en-US" sz="2000" dirty="0"/>
              <a:t>   </a:t>
            </a:r>
            <a:r>
              <a:rPr lang="en-US" sz="2000" b="1" dirty="0"/>
              <a:t>  if </a:t>
            </a:r>
            <a:r>
              <a:rPr lang="en-US" sz="2000" dirty="0"/>
              <a:t>(stage = INTURN) {</a:t>
            </a:r>
          </a:p>
          <a:p>
            <a:r>
              <a:rPr lang="en-US" sz="2000" dirty="0"/>
              <a:t>          </a:t>
            </a:r>
            <a:r>
              <a:rPr lang="en-US" sz="2000" b="1" dirty="0"/>
              <a:t>if</a:t>
            </a:r>
            <a:r>
              <a:rPr lang="en-US" sz="2000" dirty="0"/>
              <a:t> (time &gt; t</a:t>
            </a:r>
            <a:r>
              <a:rPr lang="en-US" sz="2000" baseline="-25000" dirty="0"/>
              <a:t>2</a:t>
            </a:r>
            <a:r>
              <a:rPr lang="en-US" sz="2000" dirty="0"/>
              <a:t>) </a:t>
            </a:r>
            <a:r>
              <a:rPr lang="en-US" sz="2000" b="1" dirty="0"/>
              <a:t>then</a:t>
            </a:r>
            <a:r>
              <a:rPr lang="en-US" sz="2000" dirty="0"/>
              <a:t> stage = OUTTURN;</a:t>
            </a:r>
          </a:p>
          <a:p>
            <a:r>
              <a:rPr lang="en-US" sz="2000" dirty="0"/>
              <a:t>          angle = angle – A</a:t>
            </a:r>
            <a:r>
              <a:rPr lang="en-US" sz="2000" baseline="-25000" dirty="0"/>
              <a:t>1</a:t>
            </a:r>
            <a:r>
              <a:rPr lang="en-US" sz="2000" dirty="0"/>
              <a:t>; }   </a:t>
            </a:r>
          </a:p>
          <a:p>
            <a:r>
              <a:rPr lang="en-US" sz="2000" dirty="0"/>
              <a:t>  </a:t>
            </a:r>
            <a:r>
              <a:rPr lang="en-US" sz="2000" b="1" dirty="0"/>
              <a:t>   if </a:t>
            </a:r>
            <a:r>
              <a:rPr lang="en-US" sz="2000" dirty="0"/>
              <a:t>(stage = OUTTURN)</a:t>
            </a:r>
          </a:p>
          <a:p>
            <a:r>
              <a:rPr lang="en-US" sz="2000" dirty="0"/>
              <a:t>          angle = angle + A</a:t>
            </a:r>
            <a:r>
              <a:rPr lang="en-US" sz="2000" baseline="-25000" dirty="0"/>
              <a:t>2</a:t>
            </a:r>
            <a:r>
              <a:rPr lang="en-US" sz="2000" dirty="0"/>
              <a:t>;    </a:t>
            </a:r>
          </a:p>
          <a:p>
            <a:r>
              <a:rPr lang="en-US" sz="2000" dirty="0"/>
              <a:t>   </a:t>
            </a:r>
            <a:r>
              <a:rPr lang="en-US" sz="2000" dirty="0" err="1"/>
              <a:t>moveCar</a:t>
            </a:r>
            <a:r>
              <a:rPr lang="en-US" sz="2000" dirty="0"/>
              <a:t>();  </a:t>
            </a:r>
          </a:p>
          <a:p>
            <a:r>
              <a:rPr lang="en-US" sz="2200" dirty="0"/>
              <a:t>}</a:t>
            </a:r>
          </a:p>
          <a:p>
            <a:r>
              <a:rPr lang="en-US" sz="2000" dirty="0"/>
              <a:t>   </a:t>
            </a:r>
            <a:endParaRPr lang="en-US" dirty="0"/>
          </a:p>
        </p:txBody>
      </p:sp>
      <p:sp>
        <p:nvSpPr>
          <p:cNvPr id="69" name="Rectangle 68"/>
          <p:cNvSpPr/>
          <p:nvPr/>
        </p:nvSpPr>
        <p:spPr>
          <a:xfrm>
            <a:off x="8505030" y="5285034"/>
            <a:ext cx="1178436" cy="614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717100" y="5286622"/>
            <a:ext cx="1295400" cy="614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Connector 70"/>
          <p:cNvCxnSpPr/>
          <p:nvPr/>
        </p:nvCxnSpPr>
        <p:spPr>
          <a:xfrm>
            <a:off x="4495801" y="6050210"/>
            <a:ext cx="5729811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" name="Picture 71" descr="redc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788656">
            <a:off x="6804308" y="5010200"/>
            <a:ext cx="1626048" cy="801732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 flipV="1">
            <a:off x="6509246" y="4834796"/>
            <a:ext cx="1995784" cy="1258651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0" idx="3"/>
            <a:endCxn id="69" idx="1"/>
          </p:cNvCxnSpPr>
          <p:nvPr/>
        </p:nvCxnSpPr>
        <p:spPr>
          <a:xfrm flipV="1">
            <a:off x="6012500" y="5592038"/>
            <a:ext cx="2492530" cy="1588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92541" y="2738974"/>
            <a:ext cx="41983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800000"/>
                </a:solidFill>
                <a:latin typeface="Calibri"/>
                <a:cs typeface="Calibri"/>
              </a:rPr>
              <a:t>Goal:  minimize Error.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2500" y="1600200"/>
            <a:ext cx="46555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800000"/>
                </a:solidFill>
                <a:latin typeface="Calibri"/>
                <a:cs typeface="Calibri"/>
              </a:rPr>
              <a:t>Error = distance between </a:t>
            </a:r>
            <a:br>
              <a:rPr lang="en-US" sz="2600" b="1" dirty="0">
                <a:solidFill>
                  <a:srgbClr val="800000"/>
                </a:solidFill>
                <a:latin typeface="Calibri"/>
                <a:cs typeface="Calibri"/>
              </a:rPr>
            </a:br>
            <a:r>
              <a:rPr lang="en-US" sz="2600" b="1" dirty="0">
                <a:solidFill>
                  <a:srgbClr val="800000"/>
                </a:solidFill>
                <a:latin typeface="Calibri"/>
                <a:cs typeface="Calibri"/>
              </a:rPr>
              <a:t>ideal and actual final position  </a:t>
            </a:r>
          </a:p>
        </p:txBody>
      </p:sp>
    </p:spTree>
    <p:extLst>
      <p:ext uri="{BB962C8B-B14F-4D97-AF65-F5344CB8AC3E}">
        <p14:creationId xmlns:p14="http://schemas.microsoft.com/office/powerpoint/2010/main" val="10239295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Slice of Error function WRT T2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039" y="1477964"/>
            <a:ext cx="6510337" cy="3786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6242040" y="1887840"/>
              <a:ext cx="1800" cy="46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38080" y="1883880"/>
                <a:ext cx="9720" cy="1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55442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Slice of Error function WRT T2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039" y="1477964"/>
            <a:ext cx="6510337" cy="3786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18084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Slice of Error function WRT T2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039" y="1477964"/>
            <a:ext cx="6510337" cy="3786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43168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Slice of Error function WRT T2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039" y="1477964"/>
            <a:ext cx="6510337" cy="3786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36619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Search with Smoothing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039" y="1477964"/>
            <a:ext cx="6510337" cy="3786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Oval 2"/>
          <p:cNvSpPr/>
          <p:nvPr/>
        </p:nvSpPr>
        <p:spPr>
          <a:xfrm>
            <a:off x="6282448" y="3986072"/>
            <a:ext cx="73152" cy="73152"/>
          </a:xfrm>
          <a:prstGeom prst="ellipse">
            <a:avLst/>
          </a:prstGeom>
          <a:solidFill>
            <a:schemeClr val="tx2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327648" y="3095016"/>
            <a:ext cx="73152" cy="73152"/>
          </a:xfrm>
          <a:prstGeom prst="ellipse">
            <a:avLst/>
          </a:prstGeom>
          <a:solidFill>
            <a:schemeClr val="tx2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744184" y="4343400"/>
            <a:ext cx="73152" cy="73152"/>
          </a:xfrm>
          <a:prstGeom prst="ellipse">
            <a:avLst/>
          </a:prstGeom>
          <a:solidFill>
            <a:schemeClr val="tx2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429000" y="3647872"/>
            <a:ext cx="73152" cy="73152"/>
          </a:xfrm>
          <a:prstGeom prst="ellipse">
            <a:avLst/>
          </a:prstGeom>
          <a:solidFill>
            <a:schemeClr val="tx2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750472" y="4466616"/>
            <a:ext cx="73152" cy="73152"/>
          </a:xfrm>
          <a:prstGeom prst="ellipse">
            <a:avLst/>
          </a:prstGeom>
          <a:solidFill>
            <a:schemeClr val="tx2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552872" y="4748720"/>
            <a:ext cx="73152" cy="73152"/>
          </a:xfrm>
          <a:prstGeom prst="ellipse">
            <a:avLst/>
          </a:prstGeom>
          <a:solidFill>
            <a:schemeClr val="tx2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endCxn id="3" idx="2"/>
          </p:cNvCxnSpPr>
          <p:nvPr/>
        </p:nvCxnSpPr>
        <p:spPr>
          <a:xfrm>
            <a:off x="3502152" y="3684448"/>
            <a:ext cx="2780296" cy="33820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3" idx="6"/>
          </p:cNvCxnSpPr>
          <p:nvPr/>
        </p:nvCxnSpPr>
        <p:spPr>
          <a:xfrm flipV="1">
            <a:off x="6355600" y="3168168"/>
            <a:ext cx="8624" cy="85448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0"/>
            <a:endCxn id="8" idx="0"/>
          </p:cNvCxnSpPr>
          <p:nvPr/>
        </p:nvCxnSpPr>
        <p:spPr>
          <a:xfrm>
            <a:off x="5780760" y="4343400"/>
            <a:ext cx="6288" cy="123216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3"/>
            <a:endCxn id="9" idx="6"/>
          </p:cNvCxnSpPr>
          <p:nvPr/>
        </p:nvCxnSpPr>
        <p:spPr>
          <a:xfrm flipH="1">
            <a:off x="5626025" y="4529056"/>
            <a:ext cx="135161" cy="25624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3"/>
            <a:endCxn id="6" idx="7"/>
          </p:cNvCxnSpPr>
          <p:nvPr/>
        </p:nvCxnSpPr>
        <p:spPr>
          <a:xfrm flipH="1">
            <a:off x="5806623" y="3157455"/>
            <a:ext cx="531738" cy="1196658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94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t="1530" r="670" b="1129"/>
          <a:stretch/>
        </p:blipFill>
        <p:spPr bwMode="auto">
          <a:xfrm>
            <a:off x="2706757" y="2116184"/>
            <a:ext cx="6808304" cy="262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630488" y="2074864"/>
            <a:ext cx="1408112" cy="2669857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044538" y="2209801"/>
            <a:ext cx="3194462" cy="2669857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239000" y="2209799"/>
            <a:ext cx="1213262" cy="2669857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Errors from different starting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0" y="2209800"/>
            <a:ext cx="990600" cy="2209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044538" y="2209800"/>
            <a:ext cx="3194462" cy="2209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239000" y="2209800"/>
            <a:ext cx="1143000" cy="2209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308814" y="1644134"/>
            <a:ext cx="2081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Both are quite good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7864" y="4767872"/>
            <a:ext cx="3524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Result of smoothing is much better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902" y="1742294"/>
            <a:ext cx="1965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Both are quite bad</a:t>
            </a:r>
          </a:p>
        </p:txBody>
      </p:sp>
    </p:spTree>
    <p:extLst>
      <p:ext uri="{BB962C8B-B14F-4D97-AF65-F5344CB8AC3E}">
        <p14:creationId xmlns:p14="http://schemas.microsoft.com/office/powerpoint/2010/main" val="276930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8" grpId="0" animBg="1"/>
      <p:bldP spid="8" grpId="1" animBg="1"/>
      <p:bldP spid="8" grpId="2" animBg="1"/>
      <p:bldP spid="9" grpId="0" animBg="1"/>
      <p:bldP spid="9" grpId="1" animBg="1"/>
      <p:bldP spid="3" grpId="0" animBg="1"/>
      <p:bldP spid="3" grpId="1" animBg="1"/>
      <p:bldP spid="5" grpId="0" animBg="1"/>
      <p:bldP spid="5" grpId="1" animBg="1"/>
      <p:bldP spid="6" grpId="0" animBg="1"/>
      <p:bldP spid="7" grpId="0"/>
      <p:bldP spid="7" grpId="1"/>
      <p:bldP spid="11" grpId="0"/>
      <p:bldP spid="11" grpId="1"/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difference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7548" y="4736068"/>
            <a:ext cx="2783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an error of 40 look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3349" y="4724400"/>
            <a:ext cx="2871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an error of 10 looks like</a:t>
            </a:r>
          </a:p>
        </p:txBody>
      </p:sp>
      <p:pic>
        <p:nvPicPr>
          <p:cNvPr id="7" name="parallelParkGoodSlow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378950" y="1773214"/>
            <a:ext cx="3831850" cy="2873887"/>
          </a:xfrm>
          <a:prstGeom prst="rect">
            <a:avLst/>
          </a:prstGeom>
        </p:spPr>
      </p:pic>
      <p:pic>
        <p:nvPicPr>
          <p:cNvPr id="8" name="parallelParkingBad.wm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730750" y="1793996"/>
            <a:ext cx="3831850" cy="287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1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0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video>
            <p:video>
              <p:cMediaNode>
                <p:cTn id="1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Smooth function converges to original function according to L2 norm.</a:t>
            </a:r>
          </a:p>
          <a:p>
            <a:pPr lvl="1"/>
            <a:r>
              <a:rPr lang="en-US" dirty="0"/>
              <a:t>That’s not enough for optimization.</a:t>
            </a:r>
          </a:p>
          <a:p>
            <a:pPr lvl="1"/>
            <a:r>
              <a:rPr lang="en-US" dirty="0"/>
              <a:t>The function below converges to the original function, but the local minima is in the worst possible point</a:t>
            </a:r>
          </a:p>
        </p:txBody>
      </p:sp>
      <p:sp>
        <p:nvSpPr>
          <p:cNvPr id="4" name="Freeform 3"/>
          <p:cNvSpPr/>
          <p:nvPr/>
        </p:nvSpPr>
        <p:spPr>
          <a:xfrm>
            <a:off x="2034283" y="4207954"/>
            <a:ext cx="6513815" cy="1951312"/>
          </a:xfrm>
          <a:custGeom>
            <a:avLst/>
            <a:gdLst>
              <a:gd name="connsiteX0" fmla="*/ 0 w 6457308"/>
              <a:gd name="connsiteY0" fmla="*/ 2095933 h 2119035"/>
              <a:gd name="connsiteX1" fmla="*/ 1885308 w 6457308"/>
              <a:gd name="connsiteY1" fmla="*/ 1926409 h 2119035"/>
              <a:gd name="connsiteX2" fmla="*/ 3077110 w 6457308"/>
              <a:gd name="connsiteY2" fmla="*/ 683236 h 2119035"/>
              <a:gd name="connsiteX3" fmla="*/ 3503488 w 6457308"/>
              <a:gd name="connsiteY3" fmla="*/ 5 h 2119035"/>
              <a:gd name="connsiteX4" fmla="*/ 4135348 w 6457308"/>
              <a:gd name="connsiteY4" fmla="*/ 672962 h 2119035"/>
              <a:gd name="connsiteX5" fmla="*/ 4849402 w 6457308"/>
              <a:gd name="connsiteY5" fmla="*/ 1705515 h 2119035"/>
              <a:gd name="connsiteX6" fmla="*/ 6046342 w 6457308"/>
              <a:gd name="connsiteY6" fmla="*/ 1926409 h 2119035"/>
              <a:gd name="connsiteX7" fmla="*/ 6457308 w 6457308"/>
              <a:gd name="connsiteY7" fmla="*/ 1936683 h 2119035"/>
              <a:gd name="connsiteX0" fmla="*/ 0 w 6457308"/>
              <a:gd name="connsiteY0" fmla="*/ 2095928 h 2119443"/>
              <a:gd name="connsiteX1" fmla="*/ 1885308 w 6457308"/>
              <a:gd name="connsiteY1" fmla="*/ 1926404 h 2119443"/>
              <a:gd name="connsiteX2" fmla="*/ 3005191 w 6457308"/>
              <a:gd name="connsiteY2" fmla="*/ 672957 h 2119443"/>
              <a:gd name="connsiteX3" fmla="*/ 3503488 w 6457308"/>
              <a:gd name="connsiteY3" fmla="*/ 0 h 2119443"/>
              <a:gd name="connsiteX4" fmla="*/ 4135348 w 6457308"/>
              <a:gd name="connsiteY4" fmla="*/ 672957 h 2119443"/>
              <a:gd name="connsiteX5" fmla="*/ 4849402 w 6457308"/>
              <a:gd name="connsiteY5" fmla="*/ 1705510 h 2119443"/>
              <a:gd name="connsiteX6" fmla="*/ 6046342 w 6457308"/>
              <a:gd name="connsiteY6" fmla="*/ 1926404 h 2119443"/>
              <a:gd name="connsiteX7" fmla="*/ 6457308 w 6457308"/>
              <a:gd name="connsiteY7" fmla="*/ 1936678 h 2119443"/>
              <a:gd name="connsiteX0" fmla="*/ 0 w 6457308"/>
              <a:gd name="connsiteY0" fmla="*/ 2095928 h 2119443"/>
              <a:gd name="connsiteX1" fmla="*/ 1885308 w 6457308"/>
              <a:gd name="connsiteY1" fmla="*/ 1926404 h 2119443"/>
              <a:gd name="connsiteX2" fmla="*/ 3005191 w 6457308"/>
              <a:gd name="connsiteY2" fmla="*/ 672957 h 2119443"/>
              <a:gd name="connsiteX3" fmla="*/ 3503488 w 6457308"/>
              <a:gd name="connsiteY3" fmla="*/ 0 h 2119443"/>
              <a:gd name="connsiteX4" fmla="*/ 4135348 w 6457308"/>
              <a:gd name="connsiteY4" fmla="*/ 672957 h 2119443"/>
              <a:gd name="connsiteX5" fmla="*/ 4849402 w 6457308"/>
              <a:gd name="connsiteY5" fmla="*/ 1705510 h 2119443"/>
              <a:gd name="connsiteX6" fmla="*/ 6046342 w 6457308"/>
              <a:gd name="connsiteY6" fmla="*/ 1926404 h 2119443"/>
              <a:gd name="connsiteX7" fmla="*/ 6457308 w 6457308"/>
              <a:gd name="connsiteY7" fmla="*/ 1936678 h 2119443"/>
              <a:gd name="connsiteX0" fmla="*/ 0 w 6513815"/>
              <a:gd name="connsiteY0" fmla="*/ 1402423 h 1951312"/>
              <a:gd name="connsiteX1" fmla="*/ 1941815 w 6513815"/>
              <a:gd name="connsiteY1" fmla="*/ 1926404 h 1951312"/>
              <a:gd name="connsiteX2" fmla="*/ 3061698 w 6513815"/>
              <a:gd name="connsiteY2" fmla="*/ 672957 h 1951312"/>
              <a:gd name="connsiteX3" fmla="*/ 3559995 w 6513815"/>
              <a:gd name="connsiteY3" fmla="*/ 0 h 1951312"/>
              <a:gd name="connsiteX4" fmla="*/ 4191855 w 6513815"/>
              <a:gd name="connsiteY4" fmla="*/ 672957 h 1951312"/>
              <a:gd name="connsiteX5" fmla="*/ 4905909 w 6513815"/>
              <a:gd name="connsiteY5" fmla="*/ 1705510 h 1951312"/>
              <a:gd name="connsiteX6" fmla="*/ 6102849 w 6513815"/>
              <a:gd name="connsiteY6" fmla="*/ 1926404 h 1951312"/>
              <a:gd name="connsiteX7" fmla="*/ 6513815 w 6513815"/>
              <a:gd name="connsiteY7" fmla="*/ 1936678 h 1951312"/>
              <a:gd name="connsiteX0" fmla="*/ 0 w 6513815"/>
              <a:gd name="connsiteY0" fmla="*/ 1402423 h 1951312"/>
              <a:gd name="connsiteX1" fmla="*/ 1941815 w 6513815"/>
              <a:gd name="connsiteY1" fmla="*/ 1926404 h 1951312"/>
              <a:gd name="connsiteX2" fmla="*/ 3061698 w 6513815"/>
              <a:gd name="connsiteY2" fmla="*/ 672957 h 1951312"/>
              <a:gd name="connsiteX3" fmla="*/ 3559995 w 6513815"/>
              <a:gd name="connsiteY3" fmla="*/ 0 h 1951312"/>
              <a:gd name="connsiteX4" fmla="*/ 4191855 w 6513815"/>
              <a:gd name="connsiteY4" fmla="*/ 672957 h 1951312"/>
              <a:gd name="connsiteX5" fmla="*/ 4905909 w 6513815"/>
              <a:gd name="connsiteY5" fmla="*/ 1705510 h 1951312"/>
              <a:gd name="connsiteX6" fmla="*/ 6102849 w 6513815"/>
              <a:gd name="connsiteY6" fmla="*/ 1926404 h 1951312"/>
              <a:gd name="connsiteX7" fmla="*/ 6513815 w 6513815"/>
              <a:gd name="connsiteY7" fmla="*/ 1936678 h 1951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13815" h="1951312">
                <a:moveTo>
                  <a:pt x="0" y="1402423"/>
                </a:moveTo>
                <a:cubicBezTo>
                  <a:pt x="609172" y="1610046"/>
                  <a:pt x="1431532" y="2047982"/>
                  <a:pt x="1941815" y="1926404"/>
                </a:cubicBezTo>
                <a:cubicBezTo>
                  <a:pt x="2452098" y="1804826"/>
                  <a:pt x="2848509" y="988887"/>
                  <a:pt x="3061698" y="672957"/>
                </a:cubicBezTo>
                <a:cubicBezTo>
                  <a:pt x="3274887" y="357027"/>
                  <a:pt x="3371636" y="0"/>
                  <a:pt x="3559995" y="0"/>
                </a:cubicBezTo>
                <a:cubicBezTo>
                  <a:pt x="3748354" y="0"/>
                  <a:pt x="3967536" y="388705"/>
                  <a:pt x="4191855" y="672957"/>
                </a:cubicBezTo>
                <a:cubicBezTo>
                  <a:pt x="4416174" y="957209"/>
                  <a:pt x="4587410" y="1496602"/>
                  <a:pt x="4905909" y="1705510"/>
                </a:cubicBezTo>
                <a:cubicBezTo>
                  <a:pt x="5224408" y="1914418"/>
                  <a:pt x="5834865" y="1887876"/>
                  <a:pt x="6102849" y="1926404"/>
                </a:cubicBezTo>
                <a:cubicBezTo>
                  <a:pt x="6370833" y="1964932"/>
                  <a:pt x="6442324" y="1950805"/>
                  <a:pt x="6513815" y="1936678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2065106" y="4789096"/>
            <a:ext cx="6524090" cy="1468166"/>
          </a:xfrm>
          <a:custGeom>
            <a:avLst/>
            <a:gdLst>
              <a:gd name="connsiteX0" fmla="*/ 0 w 6457308"/>
              <a:gd name="connsiteY0" fmla="*/ 2095933 h 2119035"/>
              <a:gd name="connsiteX1" fmla="*/ 1885308 w 6457308"/>
              <a:gd name="connsiteY1" fmla="*/ 1926409 h 2119035"/>
              <a:gd name="connsiteX2" fmla="*/ 3077110 w 6457308"/>
              <a:gd name="connsiteY2" fmla="*/ 683236 h 2119035"/>
              <a:gd name="connsiteX3" fmla="*/ 3503488 w 6457308"/>
              <a:gd name="connsiteY3" fmla="*/ 5 h 2119035"/>
              <a:gd name="connsiteX4" fmla="*/ 4135348 w 6457308"/>
              <a:gd name="connsiteY4" fmla="*/ 672962 h 2119035"/>
              <a:gd name="connsiteX5" fmla="*/ 4849402 w 6457308"/>
              <a:gd name="connsiteY5" fmla="*/ 1705515 h 2119035"/>
              <a:gd name="connsiteX6" fmla="*/ 6046342 w 6457308"/>
              <a:gd name="connsiteY6" fmla="*/ 1926409 h 2119035"/>
              <a:gd name="connsiteX7" fmla="*/ 6457308 w 6457308"/>
              <a:gd name="connsiteY7" fmla="*/ 1936683 h 2119035"/>
              <a:gd name="connsiteX0" fmla="*/ 0 w 6457308"/>
              <a:gd name="connsiteY0" fmla="*/ 2095928 h 2119443"/>
              <a:gd name="connsiteX1" fmla="*/ 1885308 w 6457308"/>
              <a:gd name="connsiteY1" fmla="*/ 1926404 h 2119443"/>
              <a:gd name="connsiteX2" fmla="*/ 3005191 w 6457308"/>
              <a:gd name="connsiteY2" fmla="*/ 672957 h 2119443"/>
              <a:gd name="connsiteX3" fmla="*/ 3503488 w 6457308"/>
              <a:gd name="connsiteY3" fmla="*/ 0 h 2119443"/>
              <a:gd name="connsiteX4" fmla="*/ 4135348 w 6457308"/>
              <a:gd name="connsiteY4" fmla="*/ 672957 h 2119443"/>
              <a:gd name="connsiteX5" fmla="*/ 4849402 w 6457308"/>
              <a:gd name="connsiteY5" fmla="*/ 1705510 h 2119443"/>
              <a:gd name="connsiteX6" fmla="*/ 6046342 w 6457308"/>
              <a:gd name="connsiteY6" fmla="*/ 1926404 h 2119443"/>
              <a:gd name="connsiteX7" fmla="*/ 6457308 w 6457308"/>
              <a:gd name="connsiteY7" fmla="*/ 1936678 h 2119443"/>
              <a:gd name="connsiteX0" fmla="*/ 0 w 6457308"/>
              <a:gd name="connsiteY0" fmla="*/ 2095928 h 2119443"/>
              <a:gd name="connsiteX1" fmla="*/ 1885308 w 6457308"/>
              <a:gd name="connsiteY1" fmla="*/ 1926404 h 2119443"/>
              <a:gd name="connsiteX2" fmla="*/ 3005191 w 6457308"/>
              <a:gd name="connsiteY2" fmla="*/ 672957 h 2119443"/>
              <a:gd name="connsiteX3" fmla="*/ 3503488 w 6457308"/>
              <a:gd name="connsiteY3" fmla="*/ 0 h 2119443"/>
              <a:gd name="connsiteX4" fmla="*/ 4135348 w 6457308"/>
              <a:gd name="connsiteY4" fmla="*/ 672957 h 2119443"/>
              <a:gd name="connsiteX5" fmla="*/ 4849402 w 6457308"/>
              <a:gd name="connsiteY5" fmla="*/ 1705510 h 2119443"/>
              <a:gd name="connsiteX6" fmla="*/ 6046342 w 6457308"/>
              <a:gd name="connsiteY6" fmla="*/ 1926404 h 2119443"/>
              <a:gd name="connsiteX7" fmla="*/ 6457308 w 6457308"/>
              <a:gd name="connsiteY7" fmla="*/ 1936678 h 2119443"/>
              <a:gd name="connsiteX0" fmla="*/ 0 w 6457308"/>
              <a:gd name="connsiteY0" fmla="*/ 1427070 h 1468166"/>
              <a:gd name="connsiteX1" fmla="*/ 1885308 w 6457308"/>
              <a:gd name="connsiteY1" fmla="*/ 1257546 h 1468166"/>
              <a:gd name="connsiteX2" fmla="*/ 3005191 w 6457308"/>
              <a:gd name="connsiteY2" fmla="*/ 4099 h 1468166"/>
              <a:gd name="connsiteX3" fmla="*/ 3616504 w 6457308"/>
              <a:gd name="connsiteY3" fmla="*/ 1468166 h 1468166"/>
              <a:gd name="connsiteX4" fmla="*/ 4135348 w 6457308"/>
              <a:gd name="connsiteY4" fmla="*/ 4099 h 1468166"/>
              <a:gd name="connsiteX5" fmla="*/ 4849402 w 6457308"/>
              <a:gd name="connsiteY5" fmla="*/ 1036652 h 1468166"/>
              <a:gd name="connsiteX6" fmla="*/ 6046342 w 6457308"/>
              <a:gd name="connsiteY6" fmla="*/ 1257546 h 1468166"/>
              <a:gd name="connsiteX7" fmla="*/ 6457308 w 6457308"/>
              <a:gd name="connsiteY7" fmla="*/ 1267820 h 1468166"/>
              <a:gd name="connsiteX0" fmla="*/ 0 w 6524090"/>
              <a:gd name="connsiteY0" fmla="*/ 836306 h 1468166"/>
              <a:gd name="connsiteX1" fmla="*/ 1952090 w 6524090"/>
              <a:gd name="connsiteY1" fmla="*/ 1257546 h 1468166"/>
              <a:gd name="connsiteX2" fmla="*/ 3071973 w 6524090"/>
              <a:gd name="connsiteY2" fmla="*/ 4099 h 1468166"/>
              <a:gd name="connsiteX3" fmla="*/ 3683286 w 6524090"/>
              <a:gd name="connsiteY3" fmla="*/ 1468166 h 1468166"/>
              <a:gd name="connsiteX4" fmla="*/ 4202130 w 6524090"/>
              <a:gd name="connsiteY4" fmla="*/ 4099 h 1468166"/>
              <a:gd name="connsiteX5" fmla="*/ 4916184 w 6524090"/>
              <a:gd name="connsiteY5" fmla="*/ 1036652 h 1468166"/>
              <a:gd name="connsiteX6" fmla="*/ 6113124 w 6524090"/>
              <a:gd name="connsiteY6" fmla="*/ 1257546 h 1468166"/>
              <a:gd name="connsiteX7" fmla="*/ 6524090 w 6524090"/>
              <a:gd name="connsiteY7" fmla="*/ 1267820 h 1468166"/>
              <a:gd name="connsiteX0" fmla="*/ 0 w 6524090"/>
              <a:gd name="connsiteY0" fmla="*/ 836306 h 1468166"/>
              <a:gd name="connsiteX1" fmla="*/ 1952090 w 6524090"/>
              <a:gd name="connsiteY1" fmla="*/ 1257546 h 1468166"/>
              <a:gd name="connsiteX2" fmla="*/ 3071973 w 6524090"/>
              <a:gd name="connsiteY2" fmla="*/ 4099 h 1468166"/>
              <a:gd name="connsiteX3" fmla="*/ 3683286 w 6524090"/>
              <a:gd name="connsiteY3" fmla="*/ 1468166 h 1468166"/>
              <a:gd name="connsiteX4" fmla="*/ 4202130 w 6524090"/>
              <a:gd name="connsiteY4" fmla="*/ 4099 h 1468166"/>
              <a:gd name="connsiteX5" fmla="*/ 4916184 w 6524090"/>
              <a:gd name="connsiteY5" fmla="*/ 1036652 h 1468166"/>
              <a:gd name="connsiteX6" fmla="*/ 6113124 w 6524090"/>
              <a:gd name="connsiteY6" fmla="*/ 1257546 h 1468166"/>
              <a:gd name="connsiteX7" fmla="*/ 6524090 w 6524090"/>
              <a:gd name="connsiteY7" fmla="*/ 1267820 h 1468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24090" h="1468166">
                <a:moveTo>
                  <a:pt x="0" y="836306"/>
                </a:moveTo>
                <a:cubicBezTo>
                  <a:pt x="655406" y="1043929"/>
                  <a:pt x="1440095" y="1396247"/>
                  <a:pt x="1952090" y="1257546"/>
                </a:cubicBezTo>
                <a:cubicBezTo>
                  <a:pt x="2464086" y="1118845"/>
                  <a:pt x="2783440" y="-31004"/>
                  <a:pt x="3071973" y="4099"/>
                </a:cubicBezTo>
                <a:cubicBezTo>
                  <a:pt x="3360506" y="39202"/>
                  <a:pt x="3494927" y="1468166"/>
                  <a:pt x="3683286" y="1468166"/>
                </a:cubicBezTo>
                <a:cubicBezTo>
                  <a:pt x="3871645" y="1468166"/>
                  <a:pt x="3996647" y="76018"/>
                  <a:pt x="4202130" y="4099"/>
                </a:cubicBezTo>
                <a:cubicBezTo>
                  <a:pt x="4407613" y="-67820"/>
                  <a:pt x="4597685" y="827744"/>
                  <a:pt x="4916184" y="1036652"/>
                </a:cubicBezTo>
                <a:cubicBezTo>
                  <a:pt x="5234683" y="1245560"/>
                  <a:pt x="5845140" y="1219018"/>
                  <a:pt x="6113124" y="1257546"/>
                </a:cubicBezTo>
                <a:cubicBezTo>
                  <a:pt x="6381108" y="1296074"/>
                  <a:pt x="6452599" y="1281947"/>
                  <a:pt x="6524090" y="126782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2044986" y="4477656"/>
            <a:ext cx="6524090" cy="2015912"/>
          </a:xfrm>
          <a:custGeom>
            <a:avLst/>
            <a:gdLst>
              <a:gd name="connsiteX0" fmla="*/ 0 w 6457308"/>
              <a:gd name="connsiteY0" fmla="*/ 2095933 h 2119035"/>
              <a:gd name="connsiteX1" fmla="*/ 1885308 w 6457308"/>
              <a:gd name="connsiteY1" fmla="*/ 1926409 h 2119035"/>
              <a:gd name="connsiteX2" fmla="*/ 3077110 w 6457308"/>
              <a:gd name="connsiteY2" fmla="*/ 683236 h 2119035"/>
              <a:gd name="connsiteX3" fmla="*/ 3503488 w 6457308"/>
              <a:gd name="connsiteY3" fmla="*/ 5 h 2119035"/>
              <a:gd name="connsiteX4" fmla="*/ 4135348 w 6457308"/>
              <a:gd name="connsiteY4" fmla="*/ 672962 h 2119035"/>
              <a:gd name="connsiteX5" fmla="*/ 4849402 w 6457308"/>
              <a:gd name="connsiteY5" fmla="*/ 1705515 h 2119035"/>
              <a:gd name="connsiteX6" fmla="*/ 6046342 w 6457308"/>
              <a:gd name="connsiteY6" fmla="*/ 1926409 h 2119035"/>
              <a:gd name="connsiteX7" fmla="*/ 6457308 w 6457308"/>
              <a:gd name="connsiteY7" fmla="*/ 1936683 h 2119035"/>
              <a:gd name="connsiteX0" fmla="*/ 0 w 6457308"/>
              <a:gd name="connsiteY0" fmla="*/ 2095928 h 2119443"/>
              <a:gd name="connsiteX1" fmla="*/ 1885308 w 6457308"/>
              <a:gd name="connsiteY1" fmla="*/ 1926404 h 2119443"/>
              <a:gd name="connsiteX2" fmla="*/ 3005191 w 6457308"/>
              <a:gd name="connsiteY2" fmla="*/ 672957 h 2119443"/>
              <a:gd name="connsiteX3" fmla="*/ 3503488 w 6457308"/>
              <a:gd name="connsiteY3" fmla="*/ 0 h 2119443"/>
              <a:gd name="connsiteX4" fmla="*/ 4135348 w 6457308"/>
              <a:gd name="connsiteY4" fmla="*/ 672957 h 2119443"/>
              <a:gd name="connsiteX5" fmla="*/ 4849402 w 6457308"/>
              <a:gd name="connsiteY5" fmla="*/ 1705510 h 2119443"/>
              <a:gd name="connsiteX6" fmla="*/ 6046342 w 6457308"/>
              <a:gd name="connsiteY6" fmla="*/ 1926404 h 2119443"/>
              <a:gd name="connsiteX7" fmla="*/ 6457308 w 6457308"/>
              <a:gd name="connsiteY7" fmla="*/ 1936678 h 2119443"/>
              <a:gd name="connsiteX0" fmla="*/ 0 w 6457308"/>
              <a:gd name="connsiteY0" fmla="*/ 2095928 h 2119443"/>
              <a:gd name="connsiteX1" fmla="*/ 1885308 w 6457308"/>
              <a:gd name="connsiteY1" fmla="*/ 1926404 h 2119443"/>
              <a:gd name="connsiteX2" fmla="*/ 3005191 w 6457308"/>
              <a:gd name="connsiteY2" fmla="*/ 672957 h 2119443"/>
              <a:gd name="connsiteX3" fmla="*/ 3503488 w 6457308"/>
              <a:gd name="connsiteY3" fmla="*/ 0 h 2119443"/>
              <a:gd name="connsiteX4" fmla="*/ 4135348 w 6457308"/>
              <a:gd name="connsiteY4" fmla="*/ 672957 h 2119443"/>
              <a:gd name="connsiteX5" fmla="*/ 4849402 w 6457308"/>
              <a:gd name="connsiteY5" fmla="*/ 1705510 h 2119443"/>
              <a:gd name="connsiteX6" fmla="*/ 6046342 w 6457308"/>
              <a:gd name="connsiteY6" fmla="*/ 1926404 h 2119443"/>
              <a:gd name="connsiteX7" fmla="*/ 6457308 w 6457308"/>
              <a:gd name="connsiteY7" fmla="*/ 1936678 h 2119443"/>
              <a:gd name="connsiteX0" fmla="*/ 0 w 6457308"/>
              <a:gd name="connsiteY0" fmla="*/ 1427070 h 1468166"/>
              <a:gd name="connsiteX1" fmla="*/ 1885308 w 6457308"/>
              <a:gd name="connsiteY1" fmla="*/ 1257546 h 1468166"/>
              <a:gd name="connsiteX2" fmla="*/ 3005191 w 6457308"/>
              <a:gd name="connsiteY2" fmla="*/ 4099 h 1468166"/>
              <a:gd name="connsiteX3" fmla="*/ 3616504 w 6457308"/>
              <a:gd name="connsiteY3" fmla="*/ 1468166 h 1468166"/>
              <a:gd name="connsiteX4" fmla="*/ 4135348 w 6457308"/>
              <a:gd name="connsiteY4" fmla="*/ 4099 h 1468166"/>
              <a:gd name="connsiteX5" fmla="*/ 4849402 w 6457308"/>
              <a:gd name="connsiteY5" fmla="*/ 1036652 h 1468166"/>
              <a:gd name="connsiteX6" fmla="*/ 6046342 w 6457308"/>
              <a:gd name="connsiteY6" fmla="*/ 1257546 h 1468166"/>
              <a:gd name="connsiteX7" fmla="*/ 6457308 w 6457308"/>
              <a:gd name="connsiteY7" fmla="*/ 1267820 h 1468166"/>
              <a:gd name="connsiteX0" fmla="*/ 0 w 6524090"/>
              <a:gd name="connsiteY0" fmla="*/ 836306 h 1468166"/>
              <a:gd name="connsiteX1" fmla="*/ 1952090 w 6524090"/>
              <a:gd name="connsiteY1" fmla="*/ 1257546 h 1468166"/>
              <a:gd name="connsiteX2" fmla="*/ 3071973 w 6524090"/>
              <a:gd name="connsiteY2" fmla="*/ 4099 h 1468166"/>
              <a:gd name="connsiteX3" fmla="*/ 3683286 w 6524090"/>
              <a:gd name="connsiteY3" fmla="*/ 1468166 h 1468166"/>
              <a:gd name="connsiteX4" fmla="*/ 4202130 w 6524090"/>
              <a:gd name="connsiteY4" fmla="*/ 4099 h 1468166"/>
              <a:gd name="connsiteX5" fmla="*/ 4916184 w 6524090"/>
              <a:gd name="connsiteY5" fmla="*/ 1036652 h 1468166"/>
              <a:gd name="connsiteX6" fmla="*/ 6113124 w 6524090"/>
              <a:gd name="connsiteY6" fmla="*/ 1257546 h 1468166"/>
              <a:gd name="connsiteX7" fmla="*/ 6524090 w 6524090"/>
              <a:gd name="connsiteY7" fmla="*/ 1267820 h 1468166"/>
              <a:gd name="connsiteX0" fmla="*/ 0 w 6524090"/>
              <a:gd name="connsiteY0" fmla="*/ 836306 h 1468166"/>
              <a:gd name="connsiteX1" fmla="*/ 1952090 w 6524090"/>
              <a:gd name="connsiteY1" fmla="*/ 1257546 h 1468166"/>
              <a:gd name="connsiteX2" fmla="*/ 3071973 w 6524090"/>
              <a:gd name="connsiteY2" fmla="*/ 4099 h 1468166"/>
              <a:gd name="connsiteX3" fmla="*/ 3683286 w 6524090"/>
              <a:gd name="connsiteY3" fmla="*/ 1468166 h 1468166"/>
              <a:gd name="connsiteX4" fmla="*/ 4202130 w 6524090"/>
              <a:gd name="connsiteY4" fmla="*/ 4099 h 1468166"/>
              <a:gd name="connsiteX5" fmla="*/ 4916184 w 6524090"/>
              <a:gd name="connsiteY5" fmla="*/ 1036652 h 1468166"/>
              <a:gd name="connsiteX6" fmla="*/ 6113124 w 6524090"/>
              <a:gd name="connsiteY6" fmla="*/ 1257546 h 1468166"/>
              <a:gd name="connsiteX7" fmla="*/ 6524090 w 6524090"/>
              <a:gd name="connsiteY7" fmla="*/ 1267820 h 1468166"/>
              <a:gd name="connsiteX0" fmla="*/ 0 w 6524090"/>
              <a:gd name="connsiteY0" fmla="*/ 1135942 h 1769097"/>
              <a:gd name="connsiteX1" fmla="*/ 1952090 w 6524090"/>
              <a:gd name="connsiteY1" fmla="*/ 1557182 h 1769097"/>
              <a:gd name="connsiteX2" fmla="*/ 3272319 w 6524090"/>
              <a:gd name="connsiteY2" fmla="*/ 647 h 1769097"/>
              <a:gd name="connsiteX3" fmla="*/ 3683286 w 6524090"/>
              <a:gd name="connsiteY3" fmla="*/ 1767802 h 1769097"/>
              <a:gd name="connsiteX4" fmla="*/ 4202130 w 6524090"/>
              <a:gd name="connsiteY4" fmla="*/ 303735 h 1769097"/>
              <a:gd name="connsiteX5" fmla="*/ 4916184 w 6524090"/>
              <a:gd name="connsiteY5" fmla="*/ 1336288 h 1769097"/>
              <a:gd name="connsiteX6" fmla="*/ 6113124 w 6524090"/>
              <a:gd name="connsiteY6" fmla="*/ 1557182 h 1769097"/>
              <a:gd name="connsiteX7" fmla="*/ 6524090 w 6524090"/>
              <a:gd name="connsiteY7" fmla="*/ 1567456 h 1769097"/>
              <a:gd name="connsiteX0" fmla="*/ 0 w 6524090"/>
              <a:gd name="connsiteY0" fmla="*/ 1154475 h 1787630"/>
              <a:gd name="connsiteX1" fmla="*/ 1952090 w 6524090"/>
              <a:gd name="connsiteY1" fmla="*/ 1575715 h 1787630"/>
              <a:gd name="connsiteX2" fmla="*/ 3272319 w 6524090"/>
              <a:gd name="connsiteY2" fmla="*/ 19180 h 1787630"/>
              <a:gd name="connsiteX3" fmla="*/ 3683286 w 6524090"/>
              <a:gd name="connsiteY3" fmla="*/ 1786335 h 1787630"/>
              <a:gd name="connsiteX4" fmla="*/ 4202130 w 6524090"/>
              <a:gd name="connsiteY4" fmla="*/ 322268 h 1787630"/>
              <a:gd name="connsiteX5" fmla="*/ 4916184 w 6524090"/>
              <a:gd name="connsiteY5" fmla="*/ 1354821 h 1787630"/>
              <a:gd name="connsiteX6" fmla="*/ 6113124 w 6524090"/>
              <a:gd name="connsiteY6" fmla="*/ 1575715 h 1787630"/>
              <a:gd name="connsiteX7" fmla="*/ 6524090 w 6524090"/>
              <a:gd name="connsiteY7" fmla="*/ 1585989 h 1787630"/>
              <a:gd name="connsiteX0" fmla="*/ 0 w 6524090"/>
              <a:gd name="connsiteY0" fmla="*/ 1154028 h 1785888"/>
              <a:gd name="connsiteX1" fmla="*/ 1952090 w 6524090"/>
              <a:gd name="connsiteY1" fmla="*/ 1575268 h 1785888"/>
              <a:gd name="connsiteX2" fmla="*/ 3272319 w 6524090"/>
              <a:gd name="connsiteY2" fmla="*/ 18733 h 1785888"/>
              <a:gd name="connsiteX3" fmla="*/ 3683286 w 6524090"/>
              <a:gd name="connsiteY3" fmla="*/ 1785888 h 1785888"/>
              <a:gd name="connsiteX4" fmla="*/ 3878494 w 6524090"/>
              <a:gd name="connsiteY4" fmla="*/ 13596 h 1785888"/>
              <a:gd name="connsiteX5" fmla="*/ 4916184 w 6524090"/>
              <a:gd name="connsiteY5" fmla="*/ 1354374 h 1785888"/>
              <a:gd name="connsiteX6" fmla="*/ 6113124 w 6524090"/>
              <a:gd name="connsiteY6" fmla="*/ 1575268 h 1785888"/>
              <a:gd name="connsiteX7" fmla="*/ 6524090 w 6524090"/>
              <a:gd name="connsiteY7" fmla="*/ 1585542 h 1785888"/>
              <a:gd name="connsiteX0" fmla="*/ 0 w 6524090"/>
              <a:gd name="connsiteY0" fmla="*/ 1154028 h 1785888"/>
              <a:gd name="connsiteX1" fmla="*/ 1952090 w 6524090"/>
              <a:gd name="connsiteY1" fmla="*/ 1575268 h 1785888"/>
              <a:gd name="connsiteX2" fmla="*/ 3272319 w 6524090"/>
              <a:gd name="connsiteY2" fmla="*/ 18733 h 1785888"/>
              <a:gd name="connsiteX3" fmla="*/ 3683286 w 6524090"/>
              <a:gd name="connsiteY3" fmla="*/ 1785888 h 1785888"/>
              <a:gd name="connsiteX4" fmla="*/ 3878494 w 6524090"/>
              <a:gd name="connsiteY4" fmla="*/ 13596 h 1785888"/>
              <a:gd name="connsiteX5" fmla="*/ 4916184 w 6524090"/>
              <a:gd name="connsiteY5" fmla="*/ 1354374 h 1785888"/>
              <a:gd name="connsiteX6" fmla="*/ 6113124 w 6524090"/>
              <a:gd name="connsiteY6" fmla="*/ 1575268 h 1785888"/>
              <a:gd name="connsiteX7" fmla="*/ 6524090 w 6524090"/>
              <a:gd name="connsiteY7" fmla="*/ 1585542 h 1785888"/>
              <a:gd name="connsiteX0" fmla="*/ 0 w 6524090"/>
              <a:gd name="connsiteY0" fmla="*/ 1147747 h 2015912"/>
              <a:gd name="connsiteX1" fmla="*/ 1952090 w 6524090"/>
              <a:gd name="connsiteY1" fmla="*/ 1568987 h 2015912"/>
              <a:gd name="connsiteX2" fmla="*/ 3272319 w 6524090"/>
              <a:gd name="connsiteY2" fmla="*/ 12452 h 2015912"/>
              <a:gd name="connsiteX3" fmla="*/ 3595956 w 6524090"/>
              <a:gd name="connsiteY3" fmla="*/ 2015912 h 2015912"/>
              <a:gd name="connsiteX4" fmla="*/ 3878494 w 6524090"/>
              <a:gd name="connsiteY4" fmla="*/ 7315 h 2015912"/>
              <a:gd name="connsiteX5" fmla="*/ 4916184 w 6524090"/>
              <a:gd name="connsiteY5" fmla="*/ 1348093 h 2015912"/>
              <a:gd name="connsiteX6" fmla="*/ 6113124 w 6524090"/>
              <a:gd name="connsiteY6" fmla="*/ 1568987 h 2015912"/>
              <a:gd name="connsiteX7" fmla="*/ 6524090 w 6524090"/>
              <a:gd name="connsiteY7" fmla="*/ 1579261 h 2015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24090" h="2015912">
                <a:moveTo>
                  <a:pt x="0" y="1147747"/>
                </a:moveTo>
                <a:cubicBezTo>
                  <a:pt x="655406" y="1355370"/>
                  <a:pt x="1406704" y="1758203"/>
                  <a:pt x="1952090" y="1568987"/>
                </a:cubicBezTo>
                <a:cubicBezTo>
                  <a:pt x="2497476" y="1379771"/>
                  <a:pt x="2998341" y="-62035"/>
                  <a:pt x="3272319" y="12452"/>
                </a:cubicBezTo>
                <a:cubicBezTo>
                  <a:pt x="3546297" y="86939"/>
                  <a:pt x="3494927" y="2016768"/>
                  <a:pt x="3595956" y="2015912"/>
                </a:cubicBezTo>
                <a:cubicBezTo>
                  <a:pt x="3696985" y="2015056"/>
                  <a:pt x="3658456" y="118618"/>
                  <a:pt x="3878494" y="7315"/>
                </a:cubicBezTo>
                <a:cubicBezTo>
                  <a:pt x="4098532" y="-103988"/>
                  <a:pt x="4543746" y="1087814"/>
                  <a:pt x="4916184" y="1348093"/>
                </a:cubicBezTo>
                <a:cubicBezTo>
                  <a:pt x="5288622" y="1608372"/>
                  <a:pt x="5845140" y="1530459"/>
                  <a:pt x="6113124" y="1568987"/>
                </a:cubicBezTo>
                <a:cubicBezTo>
                  <a:pt x="6381108" y="1607515"/>
                  <a:pt x="6452599" y="1593388"/>
                  <a:pt x="6524090" y="1579261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2079233" y="4279111"/>
            <a:ext cx="6452172" cy="2368725"/>
          </a:xfrm>
          <a:custGeom>
            <a:avLst/>
            <a:gdLst>
              <a:gd name="connsiteX0" fmla="*/ 0 w 6457308"/>
              <a:gd name="connsiteY0" fmla="*/ 2095933 h 2119035"/>
              <a:gd name="connsiteX1" fmla="*/ 1885308 w 6457308"/>
              <a:gd name="connsiteY1" fmla="*/ 1926409 h 2119035"/>
              <a:gd name="connsiteX2" fmla="*/ 3077110 w 6457308"/>
              <a:gd name="connsiteY2" fmla="*/ 683236 h 2119035"/>
              <a:gd name="connsiteX3" fmla="*/ 3503488 w 6457308"/>
              <a:gd name="connsiteY3" fmla="*/ 5 h 2119035"/>
              <a:gd name="connsiteX4" fmla="*/ 4135348 w 6457308"/>
              <a:gd name="connsiteY4" fmla="*/ 672962 h 2119035"/>
              <a:gd name="connsiteX5" fmla="*/ 4849402 w 6457308"/>
              <a:gd name="connsiteY5" fmla="*/ 1705515 h 2119035"/>
              <a:gd name="connsiteX6" fmla="*/ 6046342 w 6457308"/>
              <a:gd name="connsiteY6" fmla="*/ 1926409 h 2119035"/>
              <a:gd name="connsiteX7" fmla="*/ 6457308 w 6457308"/>
              <a:gd name="connsiteY7" fmla="*/ 1936683 h 2119035"/>
              <a:gd name="connsiteX0" fmla="*/ 0 w 6457308"/>
              <a:gd name="connsiteY0" fmla="*/ 2095928 h 2119443"/>
              <a:gd name="connsiteX1" fmla="*/ 1885308 w 6457308"/>
              <a:gd name="connsiteY1" fmla="*/ 1926404 h 2119443"/>
              <a:gd name="connsiteX2" fmla="*/ 3005191 w 6457308"/>
              <a:gd name="connsiteY2" fmla="*/ 672957 h 2119443"/>
              <a:gd name="connsiteX3" fmla="*/ 3503488 w 6457308"/>
              <a:gd name="connsiteY3" fmla="*/ 0 h 2119443"/>
              <a:gd name="connsiteX4" fmla="*/ 4135348 w 6457308"/>
              <a:gd name="connsiteY4" fmla="*/ 672957 h 2119443"/>
              <a:gd name="connsiteX5" fmla="*/ 4849402 w 6457308"/>
              <a:gd name="connsiteY5" fmla="*/ 1705510 h 2119443"/>
              <a:gd name="connsiteX6" fmla="*/ 6046342 w 6457308"/>
              <a:gd name="connsiteY6" fmla="*/ 1926404 h 2119443"/>
              <a:gd name="connsiteX7" fmla="*/ 6457308 w 6457308"/>
              <a:gd name="connsiteY7" fmla="*/ 1936678 h 2119443"/>
              <a:gd name="connsiteX0" fmla="*/ 0 w 6457308"/>
              <a:gd name="connsiteY0" fmla="*/ 2095928 h 2119443"/>
              <a:gd name="connsiteX1" fmla="*/ 1885308 w 6457308"/>
              <a:gd name="connsiteY1" fmla="*/ 1926404 h 2119443"/>
              <a:gd name="connsiteX2" fmla="*/ 3005191 w 6457308"/>
              <a:gd name="connsiteY2" fmla="*/ 672957 h 2119443"/>
              <a:gd name="connsiteX3" fmla="*/ 3503488 w 6457308"/>
              <a:gd name="connsiteY3" fmla="*/ 0 h 2119443"/>
              <a:gd name="connsiteX4" fmla="*/ 4135348 w 6457308"/>
              <a:gd name="connsiteY4" fmla="*/ 672957 h 2119443"/>
              <a:gd name="connsiteX5" fmla="*/ 4849402 w 6457308"/>
              <a:gd name="connsiteY5" fmla="*/ 1705510 h 2119443"/>
              <a:gd name="connsiteX6" fmla="*/ 6046342 w 6457308"/>
              <a:gd name="connsiteY6" fmla="*/ 1926404 h 2119443"/>
              <a:gd name="connsiteX7" fmla="*/ 6457308 w 6457308"/>
              <a:gd name="connsiteY7" fmla="*/ 1936678 h 2119443"/>
              <a:gd name="connsiteX0" fmla="*/ 0 w 6457308"/>
              <a:gd name="connsiteY0" fmla="*/ 1427070 h 1468166"/>
              <a:gd name="connsiteX1" fmla="*/ 1885308 w 6457308"/>
              <a:gd name="connsiteY1" fmla="*/ 1257546 h 1468166"/>
              <a:gd name="connsiteX2" fmla="*/ 3005191 w 6457308"/>
              <a:gd name="connsiteY2" fmla="*/ 4099 h 1468166"/>
              <a:gd name="connsiteX3" fmla="*/ 3616504 w 6457308"/>
              <a:gd name="connsiteY3" fmla="*/ 1468166 h 1468166"/>
              <a:gd name="connsiteX4" fmla="*/ 4135348 w 6457308"/>
              <a:gd name="connsiteY4" fmla="*/ 4099 h 1468166"/>
              <a:gd name="connsiteX5" fmla="*/ 4849402 w 6457308"/>
              <a:gd name="connsiteY5" fmla="*/ 1036652 h 1468166"/>
              <a:gd name="connsiteX6" fmla="*/ 6046342 w 6457308"/>
              <a:gd name="connsiteY6" fmla="*/ 1257546 h 1468166"/>
              <a:gd name="connsiteX7" fmla="*/ 6457308 w 6457308"/>
              <a:gd name="connsiteY7" fmla="*/ 1267820 h 1468166"/>
              <a:gd name="connsiteX0" fmla="*/ 0 w 6524090"/>
              <a:gd name="connsiteY0" fmla="*/ 836306 h 1468166"/>
              <a:gd name="connsiteX1" fmla="*/ 1952090 w 6524090"/>
              <a:gd name="connsiteY1" fmla="*/ 1257546 h 1468166"/>
              <a:gd name="connsiteX2" fmla="*/ 3071973 w 6524090"/>
              <a:gd name="connsiteY2" fmla="*/ 4099 h 1468166"/>
              <a:gd name="connsiteX3" fmla="*/ 3683286 w 6524090"/>
              <a:gd name="connsiteY3" fmla="*/ 1468166 h 1468166"/>
              <a:gd name="connsiteX4" fmla="*/ 4202130 w 6524090"/>
              <a:gd name="connsiteY4" fmla="*/ 4099 h 1468166"/>
              <a:gd name="connsiteX5" fmla="*/ 4916184 w 6524090"/>
              <a:gd name="connsiteY5" fmla="*/ 1036652 h 1468166"/>
              <a:gd name="connsiteX6" fmla="*/ 6113124 w 6524090"/>
              <a:gd name="connsiteY6" fmla="*/ 1257546 h 1468166"/>
              <a:gd name="connsiteX7" fmla="*/ 6524090 w 6524090"/>
              <a:gd name="connsiteY7" fmla="*/ 1267820 h 1468166"/>
              <a:gd name="connsiteX0" fmla="*/ 0 w 6524090"/>
              <a:gd name="connsiteY0" fmla="*/ 836306 h 1468166"/>
              <a:gd name="connsiteX1" fmla="*/ 1952090 w 6524090"/>
              <a:gd name="connsiteY1" fmla="*/ 1257546 h 1468166"/>
              <a:gd name="connsiteX2" fmla="*/ 3071973 w 6524090"/>
              <a:gd name="connsiteY2" fmla="*/ 4099 h 1468166"/>
              <a:gd name="connsiteX3" fmla="*/ 3683286 w 6524090"/>
              <a:gd name="connsiteY3" fmla="*/ 1468166 h 1468166"/>
              <a:gd name="connsiteX4" fmla="*/ 4202130 w 6524090"/>
              <a:gd name="connsiteY4" fmla="*/ 4099 h 1468166"/>
              <a:gd name="connsiteX5" fmla="*/ 4916184 w 6524090"/>
              <a:gd name="connsiteY5" fmla="*/ 1036652 h 1468166"/>
              <a:gd name="connsiteX6" fmla="*/ 6113124 w 6524090"/>
              <a:gd name="connsiteY6" fmla="*/ 1257546 h 1468166"/>
              <a:gd name="connsiteX7" fmla="*/ 6524090 w 6524090"/>
              <a:gd name="connsiteY7" fmla="*/ 1267820 h 1468166"/>
              <a:gd name="connsiteX0" fmla="*/ 0 w 6524090"/>
              <a:gd name="connsiteY0" fmla="*/ 1135942 h 1769097"/>
              <a:gd name="connsiteX1" fmla="*/ 1952090 w 6524090"/>
              <a:gd name="connsiteY1" fmla="*/ 1557182 h 1769097"/>
              <a:gd name="connsiteX2" fmla="*/ 3272319 w 6524090"/>
              <a:gd name="connsiteY2" fmla="*/ 647 h 1769097"/>
              <a:gd name="connsiteX3" fmla="*/ 3683286 w 6524090"/>
              <a:gd name="connsiteY3" fmla="*/ 1767802 h 1769097"/>
              <a:gd name="connsiteX4" fmla="*/ 4202130 w 6524090"/>
              <a:gd name="connsiteY4" fmla="*/ 303735 h 1769097"/>
              <a:gd name="connsiteX5" fmla="*/ 4916184 w 6524090"/>
              <a:gd name="connsiteY5" fmla="*/ 1336288 h 1769097"/>
              <a:gd name="connsiteX6" fmla="*/ 6113124 w 6524090"/>
              <a:gd name="connsiteY6" fmla="*/ 1557182 h 1769097"/>
              <a:gd name="connsiteX7" fmla="*/ 6524090 w 6524090"/>
              <a:gd name="connsiteY7" fmla="*/ 1567456 h 1769097"/>
              <a:gd name="connsiteX0" fmla="*/ 0 w 6524090"/>
              <a:gd name="connsiteY0" fmla="*/ 1154475 h 1787630"/>
              <a:gd name="connsiteX1" fmla="*/ 1952090 w 6524090"/>
              <a:gd name="connsiteY1" fmla="*/ 1575715 h 1787630"/>
              <a:gd name="connsiteX2" fmla="*/ 3272319 w 6524090"/>
              <a:gd name="connsiteY2" fmla="*/ 19180 h 1787630"/>
              <a:gd name="connsiteX3" fmla="*/ 3683286 w 6524090"/>
              <a:gd name="connsiteY3" fmla="*/ 1786335 h 1787630"/>
              <a:gd name="connsiteX4" fmla="*/ 4202130 w 6524090"/>
              <a:gd name="connsiteY4" fmla="*/ 322268 h 1787630"/>
              <a:gd name="connsiteX5" fmla="*/ 4916184 w 6524090"/>
              <a:gd name="connsiteY5" fmla="*/ 1354821 h 1787630"/>
              <a:gd name="connsiteX6" fmla="*/ 6113124 w 6524090"/>
              <a:gd name="connsiteY6" fmla="*/ 1575715 h 1787630"/>
              <a:gd name="connsiteX7" fmla="*/ 6524090 w 6524090"/>
              <a:gd name="connsiteY7" fmla="*/ 1585989 h 1787630"/>
              <a:gd name="connsiteX0" fmla="*/ 0 w 6524090"/>
              <a:gd name="connsiteY0" fmla="*/ 1154028 h 1785888"/>
              <a:gd name="connsiteX1" fmla="*/ 1952090 w 6524090"/>
              <a:gd name="connsiteY1" fmla="*/ 1575268 h 1785888"/>
              <a:gd name="connsiteX2" fmla="*/ 3272319 w 6524090"/>
              <a:gd name="connsiteY2" fmla="*/ 18733 h 1785888"/>
              <a:gd name="connsiteX3" fmla="*/ 3683286 w 6524090"/>
              <a:gd name="connsiteY3" fmla="*/ 1785888 h 1785888"/>
              <a:gd name="connsiteX4" fmla="*/ 3878494 w 6524090"/>
              <a:gd name="connsiteY4" fmla="*/ 13596 h 1785888"/>
              <a:gd name="connsiteX5" fmla="*/ 4916184 w 6524090"/>
              <a:gd name="connsiteY5" fmla="*/ 1354374 h 1785888"/>
              <a:gd name="connsiteX6" fmla="*/ 6113124 w 6524090"/>
              <a:gd name="connsiteY6" fmla="*/ 1575268 h 1785888"/>
              <a:gd name="connsiteX7" fmla="*/ 6524090 w 6524090"/>
              <a:gd name="connsiteY7" fmla="*/ 1585542 h 1785888"/>
              <a:gd name="connsiteX0" fmla="*/ 0 w 6524090"/>
              <a:gd name="connsiteY0" fmla="*/ 1154028 h 1785888"/>
              <a:gd name="connsiteX1" fmla="*/ 1952090 w 6524090"/>
              <a:gd name="connsiteY1" fmla="*/ 1575268 h 1785888"/>
              <a:gd name="connsiteX2" fmla="*/ 3272319 w 6524090"/>
              <a:gd name="connsiteY2" fmla="*/ 18733 h 1785888"/>
              <a:gd name="connsiteX3" fmla="*/ 3683286 w 6524090"/>
              <a:gd name="connsiteY3" fmla="*/ 1785888 h 1785888"/>
              <a:gd name="connsiteX4" fmla="*/ 3878494 w 6524090"/>
              <a:gd name="connsiteY4" fmla="*/ 13596 h 1785888"/>
              <a:gd name="connsiteX5" fmla="*/ 4916184 w 6524090"/>
              <a:gd name="connsiteY5" fmla="*/ 1354374 h 1785888"/>
              <a:gd name="connsiteX6" fmla="*/ 6113124 w 6524090"/>
              <a:gd name="connsiteY6" fmla="*/ 1575268 h 1785888"/>
              <a:gd name="connsiteX7" fmla="*/ 6524090 w 6524090"/>
              <a:gd name="connsiteY7" fmla="*/ 1585542 h 1785888"/>
              <a:gd name="connsiteX0" fmla="*/ 0 w 6524090"/>
              <a:gd name="connsiteY0" fmla="*/ 1147747 h 2015912"/>
              <a:gd name="connsiteX1" fmla="*/ 1952090 w 6524090"/>
              <a:gd name="connsiteY1" fmla="*/ 1568987 h 2015912"/>
              <a:gd name="connsiteX2" fmla="*/ 3272319 w 6524090"/>
              <a:gd name="connsiteY2" fmla="*/ 12452 h 2015912"/>
              <a:gd name="connsiteX3" fmla="*/ 3595956 w 6524090"/>
              <a:gd name="connsiteY3" fmla="*/ 2015912 h 2015912"/>
              <a:gd name="connsiteX4" fmla="*/ 3878494 w 6524090"/>
              <a:gd name="connsiteY4" fmla="*/ 7315 h 2015912"/>
              <a:gd name="connsiteX5" fmla="*/ 4916184 w 6524090"/>
              <a:gd name="connsiteY5" fmla="*/ 1348093 h 2015912"/>
              <a:gd name="connsiteX6" fmla="*/ 6113124 w 6524090"/>
              <a:gd name="connsiteY6" fmla="*/ 1568987 h 2015912"/>
              <a:gd name="connsiteX7" fmla="*/ 6524090 w 6524090"/>
              <a:gd name="connsiteY7" fmla="*/ 1579261 h 2015912"/>
              <a:gd name="connsiteX0" fmla="*/ 0 w 6524090"/>
              <a:gd name="connsiteY0" fmla="*/ 1476685 h 2346016"/>
              <a:gd name="connsiteX1" fmla="*/ 1952090 w 6524090"/>
              <a:gd name="connsiteY1" fmla="*/ 1897925 h 2346016"/>
              <a:gd name="connsiteX2" fmla="*/ 3344238 w 6524090"/>
              <a:gd name="connsiteY2" fmla="*/ 2343 h 2346016"/>
              <a:gd name="connsiteX3" fmla="*/ 3595956 w 6524090"/>
              <a:gd name="connsiteY3" fmla="*/ 2344850 h 2346016"/>
              <a:gd name="connsiteX4" fmla="*/ 3878494 w 6524090"/>
              <a:gd name="connsiteY4" fmla="*/ 336253 h 2346016"/>
              <a:gd name="connsiteX5" fmla="*/ 4916184 w 6524090"/>
              <a:gd name="connsiteY5" fmla="*/ 1677031 h 2346016"/>
              <a:gd name="connsiteX6" fmla="*/ 6113124 w 6524090"/>
              <a:gd name="connsiteY6" fmla="*/ 1897925 h 2346016"/>
              <a:gd name="connsiteX7" fmla="*/ 6524090 w 6524090"/>
              <a:gd name="connsiteY7" fmla="*/ 1908199 h 2346016"/>
              <a:gd name="connsiteX0" fmla="*/ 0 w 6524090"/>
              <a:gd name="connsiteY0" fmla="*/ 1516187 h 2384363"/>
              <a:gd name="connsiteX1" fmla="*/ 1952090 w 6524090"/>
              <a:gd name="connsiteY1" fmla="*/ 1937427 h 2384363"/>
              <a:gd name="connsiteX2" fmla="*/ 3344238 w 6524090"/>
              <a:gd name="connsiteY2" fmla="*/ 41845 h 2384363"/>
              <a:gd name="connsiteX3" fmla="*/ 3595956 w 6524090"/>
              <a:gd name="connsiteY3" fmla="*/ 2384352 h 2384363"/>
              <a:gd name="connsiteX4" fmla="*/ 3590818 w 6524090"/>
              <a:gd name="connsiteY4" fmla="*/ 5886 h 2384363"/>
              <a:gd name="connsiteX5" fmla="*/ 4916184 w 6524090"/>
              <a:gd name="connsiteY5" fmla="*/ 1716533 h 2384363"/>
              <a:gd name="connsiteX6" fmla="*/ 6113124 w 6524090"/>
              <a:gd name="connsiteY6" fmla="*/ 1937427 h 2384363"/>
              <a:gd name="connsiteX7" fmla="*/ 6524090 w 6524090"/>
              <a:gd name="connsiteY7" fmla="*/ 1947701 h 2384363"/>
              <a:gd name="connsiteX0" fmla="*/ 0 w 6524090"/>
              <a:gd name="connsiteY0" fmla="*/ 1522602 h 2406719"/>
              <a:gd name="connsiteX1" fmla="*/ 1952090 w 6524090"/>
              <a:gd name="connsiteY1" fmla="*/ 1943842 h 2406719"/>
              <a:gd name="connsiteX2" fmla="*/ 3344238 w 6524090"/>
              <a:gd name="connsiteY2" fmla="*/ 48260 h 2406719"/>
              <a:gd name="connsiteX3" fmla="*/ 3595956 w 6524090"/>
              <a:gd name="connsiteY3" fmla="*/ 2390767 h 2406719"/>
              <a:gd name="connsiteX4" fmla="*/ 3520181 w 6524090"/>
              <a:gd name="connsiteY4" fmla="*/ 1026402 h 2406719"/>
              <a:gd name="connsiteX5" fmla="*/ 3590818 w 6524090"/>
              <a:gd name="connsiteY5" fmla="*/ 12301 h 2406719"/>
              <a:gd name="connsiteX6" fmla="*/ 4916184 w 6524090"/>
              <a:gd name="connsiteY6" fmla="*/ 1722948 h 2406719"/>
              <a:gd name="connsiteX7" fmla="*/ 6113124 w 6524090"/>
              <a:gd name="connsiteY7" fmla="*/ 1943842 h 2406719"/>
              <a:gd name="connsiteX8" fmla="*/ 6524090 w 6524090"/>
              <a:gd name="connsiteY8" fmla="*/ 1954116 h 2406719"/>
              <a:gd name="connsiteX0" fmla="*/ 0 w 6524090"/>
              <a:gd name="connsiteY0" fmla="*/ 1628541 h 2497466"/>
              <a:gd name="connsiteX1" fmla="*/ 1952090 w 6524090"/>
              <a:gd name="connsiteY1" fmla="*/ 2049781 h 2497466"/>
              <a:gd name="connsiteX2" fmla="*/ 3344238 w 6524090"/>
              <a:gd name="connsiteY2" fmla="*/ 154199 h 2497466"/>
              <a:gd name="connsiteX3" fmla="*/ 3595956 w 6524090"/>
              <a:gd name="connsiteY3" fmla="*/ 2496706 h 2497466"/>
              <a:gd name="connsiteX4" fmla="*/ 3525318 w 6524090"/>
              <a:gd name="connsiteY4" fmla="*/ 408013 h 2497466"/>
              <a:gd name="connsiteX5" fmla="*/ 3590818 w 6524090"/>
              <a:gd name="connsiteY5" fmla="*/ 118240 h 2497466"/>
              <a:gd name="connsiteX6" fmla="*/ 4916184 w 6524090"/>
              <a:gd name="connsiteY6" fmla="*/ 1828887 h 2497466"/>
              <a:gd name="connsiteX7" fmla="*/ 6113124 w 6524090"/>
              <a:gd name="connsiteY7" fmla="*/ 2049781 h 2497466"/>
              <a:gd name="connsiteX8" fmla="*/ 6524090 w 6524090"/>
              <a:gd name="connsiteY8" fmla="*/ 2060055 h 2497466"/>
              <a:gd name="connsiteX0" fmla="*/ 0 w 6524090"/>
              <a:gd name="connsiteY0" fmla="*/ 1593227 h 2462152"/>
              <a:gd name="connsiteX1" fmla="*/ 1952090 w 6524090"/>
              <a:gd name="connsiteY1" fmla="*/ 2014467 h 2462152"/>
              <a:gd name="connsiteX2" fmla="*/ 3344238 w 6524090"/>
              <a:gd name="connsiteY2" fmla="*/ 118885 h 2462152"/>
              <a:gd name="connsiteX3" fmla="*/ 3595956 w 6524090"/>
              <a:gd name="connsiteY3" fmla="*/ 2461392 h 2462152"/>
              <a:gd name="connsiteX4" fmla="*/ 3525318 w 6524090"/>
              <a:gd name="connsiteY4" fmla="*/ 372699 h 2462152"/>
              <a:gd name="connsiteX5" fmla="*/ 3590818 w 6524090"/>
              <a:gd name="connsiteY5" fmla="*/ 82926 h 2462152"/>
              <a:gd name="connsiteX6" fmla="*/ 4916184 w 6524090"/>
              <a:gd name="connsiteY6" fmla="*/ 1793573 h 2462152"/>
              <a:gd name="connsiteX7" fmla="*/ 6113124 w 6524090"/>
              <a:gd name="connsiteY7" fmla="*/ 2014467 h 2462152"/>
              <a:gd name="connsiteX8" fmla="*/ 6524090 w 6524090"/>
              <a:gd name="connsiteY8" fmla="*/ 2024741 h 2462152"/>
              <a:gd name="connsiteX0" fmla="*/ 0 w 6524090"/>
              <a:gd name="connsiteY0" fmla="*/ 1533953 h 2402878"/>
              <a:gd name="connsiteX1" fmla="*/ 1952090 w 6524090"/>
              <a:gd name="connsiteY1" fmla="*/ 1955193 h 2402878"/>
              <a:gd name="connsiteX2" fmla="*/ 3344238 w 6524090"/>
              <a:gd name="connsiteY2" fmla="*/ 59611 h 2402878"/>
              <a:gd name="connsiteX3" fmla="*/ 3595956 w 6524090"/>
              <a:gd name="connsiteY3" fmla="*/ 2402118 h 2402878"/>
              <a:gd name="connsiteX4" fmla="*/ 3525318 w 6524090"/>
              <a:gd name="connsiteY4" fmla="*/ 313425 h 2402878"/>
              <a:gd name="connsiteX5" fmla="*/ 3693559 w 6524090"/>
              <a:gd name="connsiteY5" fmla="*/ 95571 h 2402878"/>
              <a:gd name="connsiteX6" fmla="*/ 4916184 w 6524090"/>
              <a:gd name="connsiteY6" fmla="*/ 1734299 h 2402878"/>
              <a:gd name="connsiteX7" fmla="*/ 6113124 w 6524090"/>
              <a:gd name="connsiteY7" fmla="*/ 1955193 h 2402878"/>
              <a:gd name="connsiteX8" fmla="*/ 6524090 w 6524090"/>
              <a:gd name="connsiteY8" fmla="*/ 1965467 h 2402878"/>
              <a:gd name="connsiteX0" fmla="*/ 0 w 6524090"/>
              <a:gd name="connsiteY0" fmla="*/ 1664657 h 2532976"/>
              <a:gd name="connsiteX1" fmla="*/ 1952090 w 6524090"/>
              <a:gd name="connsiteY1" fmla="*/ 2085897 h 2532976"/>
              <a:gd name="connsiteX2" fmla="*/ 3344238 w 6524090"/>
              <a:gd name="connsiteY2" fmla="*/ 190315 h 2532976"/>
              <a:gd name="connsiteX3" fmla="*/ 3437988 w 6524090"/>
              <a:gd name="connsiteY3" fmla="*/ 331113 h 2532976"/>
              <a:gd name="connsiteX4" fmla="*/ 3595956 w 6524090"/>
              <a:gd name="connsiteY4" fmla="*/ 2532822 h 2532976"/>
              <a:gd name="connsiteX5" fmla="*/ 3525318 w 6524090"/>
              <a:gd name="connsiteY5" fmla="*/ 444129 h 2532976"/>
              <a:gd name="connsiteX6" fmla="*/ 3693559 w 6524090"/>
              <a:gd name="connsiteY6" fmla="*/ 226275 h 2532976"/>
              <a:gd name="connsiteX7" fmla="*/ 4916184 w 6524090"/>
              <a:gd name="connsiteY7" fmla="*/ 1865003 h 2532976"/>
              <a:gd name="connsiteX8" fmla="*/ 6113124 w 6524090"/>
              <a:gd name="connsiteY8" fmla="*/ 2085897 h 2532976"/>
              <a:gd name="connsiteX9" fmla="*/ 6524090 w 6524090"/>
              <a:gd name="connsiteY9" fmla="*/ 2096171 h 2532976"/>
              <a:gd name="connsiteX0" fmla="*/ 0 w 6524090"/>
              <a:gd name="connsiteY0" fmla="*/ 1538444 h 2406763"/>
              <a:gd name="connsiteX1" fmla="*/ 1952090 w 6524090"/>
              <a:gd name="connsiteY1" fmla="*/ 1959684 h 2406763"/>
              <a:gd name="connsiteX2" fmla="*/ 3344238 w 6524090"/>
              <a:gd name="connsiteY2" fmla="*/ 64102 h 2406763"/>
              <a:gd name="connsiteX3" fmla="*/ 3437988 w 6524090"/>
              <a:gd name="connsiteY3" fmla="*/ 204900 h 2406763"/>
              <a:gd name="connsiteX4" fmla="*/ 3595956 w 6524090"/>
              <a:gd name="connsiteY4" fmla="*/ 2406609 h 2406763"/>
              <a:gd name="connsiteX5" fmla="*/ 3525318 w 6524090"/>
              <a:gd name="connsiteY5" fmla="*/ 317916 h 2406763"/>
              <a:gd name="connsiteX6" fmla="*/ 3693559 w 6524090"/>
              <a:gd name="connsiteY6" fmla="*/ 100062 h 2406763"/>
              <a:gd name="connsiteX7" fmla="*/ 4916184 w 6524090"/>
              <a:gd name="connsiteY7" fmla="*/ 1738790 h 2406763"/>
              <a:gd name="connsiteX8" fmla="*/ 6113124 w 6524090"/>
              <a:gd name="connsiteY8" fmla="*/ 1959684 h 2406763"/>
              <a:gd name="connsiteX9" fmla="*/ 6524090 w 6524090"/>
              <a:gd name="connsiteY9" fmla="*/ 1969958 h 2406763"/>
              <a:gd name="connsiteX0" fmla="*/ 0 w 6524090"/>
              <a:gd name="connsiteY0" fmla="*/ 1533953 h 2403986"/>
              <a:gd name="connsiteX1" fmla="*/ 1952090 w 6524090"/>
              <a:gd name="connsiteY1" fmla="*/ 1955193 h 2403986"/>
              <a:gd name="connsiteX2" fmla="*/ 3344238 w 6524090"/>
              <a:gd name="connsiteY2" fmla="*/ 59611 h 2403986"/>
              <a:gd name="connsiteX3" fmla="*/ 3473948 w 6524090"/>
              <a:gd name="connsiteY3" fmla="*/ 673020 h 2403986"/>
              <a:gd name="connsiteX4" fmla="*/ 3595956 w 6524090"/>
              <a:gd name="connsiteY4" fmla="*/ 2402118 h 2403986"/>
              <a:gd name="connsiteX5" fmla="*/ 3525318 w 6524090"/>
              <a:gd name="connsiteY5" fmla="*/ 313425 h 2403986"/>
              <a:gd name="connsiteX6" fmla="*/ 3693559 w 6524090"/>
              <a:gd name="connsiteY6" fmla="*/ 95571 h 2403986"/>
              <a:gd name="connsiteX7" fmla="*/ 4916184 w 6524090"/>
              <a:gd name="connsiteY7" fmla="*/ 1734299 h 2403986"/>
              <a:gd name="connsiteX8" fmla="*/ 6113124 w 6524090"/>
              <a:gd name="connsiteY8" fmla="*/ 1955193 h 2403986"/>
              <a:gd name="connsiteX9" fmla="*/ 6524090 w 6524090"/>
              <a:gd name="connsiteY9" fmla="*/ 1965467 h 2403986"/>
              <a:gd name="connsiteX0" fmla="*/ 0 w 6524090"/>
              <a:gd name="connsiteY0" fmla="*/ 1533953 h 2403986"/>
              <a:gd name="connsiteX1" fmla="*/ 1952090 w 6524090"/>
              <a:gd name="connsiteY1" fmla="*/ 1955193 h 2403986"/>
              <a:gd name="connsiteX2" fmla="*/ 3287730 w 6524090"/>
              <a:gd name="connsiteY2" fmla="*/ 69885 h 2403986"/>
              <a:gd name="connsiteX3" fmla="*/ 3473948 w 6524090"/>
              <a:gd name="connsiteY3" fmla="*/ 673020 h 2403986"/>
              <a:gd name="connsiteX4" fmla="*/ 3595956 w 6524090"/>
              <a:gd name="connsiteY4" fmla="*/ 2402118 h 2403986"/>
              <a:gd name="connsiteX5" fmla="*/ 3525318 w 6524090"/>
              <a:gd name="connsiteY5" fmla="*/ 313425 h 2403986"/>
              <a:gd name="connsiteX6" fmla="*/ 3693559 w 6524090"/>
              <a:gd name="connsiteY6" fmla="*/ 95571 h 2403986"/>
              <a:gd name="connsiteX7" fmla="*/ 4916184 w 6524090"/>
              <a:gd name="connsiteY7" fmla="*/ 1734299 h 2403986"/>
              <a:gd name="connsiteX8" fmla="*/ 6113124 w 6524090"/>
              <a:gd name="connsiteY8" fmla="*/ 1955193 h 2403986"/>
              <a:gd name="connsiteX9" fmla="*/ 6524090 w 6524090"/>
              <a:gd name="connsiteY9" fmla="*/ 1965467 h 2403986"/>
              <a:gd name="connsiteX0" fmla="*/ 0 w 6524090"/>
              <a:gd name="connsiteY0" fmla="*/ 1533953 h 2403986"/>
              <a:gd name="connsiteX1" fmla="*/ 1952090 w 6524090"/>
              <a:gd name="connsiteY1" fmla="*/ 1955193 h 2403986"/>
              <a:gd name="connsiteX2" fmla="*/ 3287730 w 6524090"/>
              <a:gd name="connsiteY2" fmla="*/ 69885 h 2403986"/>
              <a:gd name="connsiteX3" fmla="*/ 3473948 w 6524090"/>
              <a:gd name="connsiteY3" fmla="*/ 673020 h 2403986"/>
              <a:gd name="connsiteX4" fmla="*/ 3554860 w 6524090"/>
              <a:gd name="connsiteY4" fmla="*/ 2402118 h 2403986"/>
              <a:gd name="connsiteX5" fmla="*/ 3525318 w 6524090"/>
              <a:gd name="connsiteY5" fmla="*/ 313425 h 2403986"/>
              <a:gd name="connsiteX6" fmla="*/ 3693559 w 6524090"/>
              <a:gd name="connsiteY6" fmla="*/ 95571 h 2403986"/>
              <a:gd name="connsiteX7" fmla="*/ 4916184 w 6524090"/>
              <a:gd name="connsiteY7" fmla="*/ 1734299 h 2403986"/>
              <a:gd name="connsiteX8" fmla="*/ 6113124 w 6524090"/>
              <a:gd name="connsiteY8" fmla="*/ 1955193 h 2403986"/>
              <a:gd name="connsiteX9" fmla="*/ 6524090 w 6524090"/>
              <a:gd name="connsiteY9" fmla="*/ 1965467 h 2403986"/>
              <a:gd name="connsiteX0" fmla="*/ 0 w 6524090"/>
              <a:gd name="connsiteY0" fmla="*/ 1533953 h 2403986"/>
              <a:gd name="connsiteX1" fmla="*/ 1952090 w 6524090"/>
              <a:gd name="connsiteY1" fmla="*/ 1955193 h 2403986"/>
              <a:gd name="connsiteX2" fmla="*/ 3037296 w 6524090"/>
              <a:gd name="connsiteY2" fmla="*/ 411029 h 2403986"/>
              <a:gd name="connsiteX3" fmla="*/ 3287730 w 6524090"/>
              <a:gd name="connsiteY3" fmla="*/ 69885 h 2403986"/>
              <a:gd name="connsiteX4" fmla="*/ 3473948 w 6524090"/>
              <a:gd name="connsiteY4" fmla="*/ 673020 h 2403986"/>
              <a:gd name="connsiteX5" fmla="*/ 3554860 w 6524090"/>
              <a:gd name="connsiteY5" fmla="*/ 2402118 h 2403986"/>
              <a:gd name="connsiteX6" fmla="*/ 3525318 w 6524090"/>
              <a:gd name="connsiteY6" fmla="*/ 313425 h 2403986"/>
              <a:gd name="connsiteX7" fmla="*/ 3693559 w 6524090"/>
              <a:gd name="connsiteY7" fmla="*/ 95571 h 2403986"/>
              <a:gd name="connsiteX8" fmla="*/ 4916184 w 6524090"/>
              <a:gd name="connsiteY8" fmla="*/ 1734299 h 2403986"/>
              <a:gd name="connsiteX9" fmla="*/ 6113124 w 6524090"/>
              <a:gd name="connsiteY9" fmla="*/ 1955193 h 2403986"/>
              <a:gd name="connsiteX10" fmla="*/ 6524090 w 6524090"/>
              <a:gd name="connsiteY10" fmla="*/ 1965467 h 2403986"/>
              <a:gd name="connsiteX0" fmla="*/ 0 w 6524090"/>
              <a:gd name="connsiteY0" fmla="*/ 1533953 h 2403986"/>
              <a:gd name="connsiteX1" fmla="*/ 1952090 w 6524090"/>
              <a:gd name="connsiteY1" fmla="*/ 1955193 h 2403986"/>
              <a:gd name="connsiteX2" fmla="*/ 3073255 w 6524090"/>
              <a:gd name="connsiteY2" fmla="*/ 482948 h 2403986"/>
              <a:gd name="connsiteX3" fmla="*/ 3287730 w 6524090"/>
              <a:gd name="connsiteY3" fmla="*/ 69885 h 2403986"/>
              <a:gd name="connsiteX4" fmla="*/ 3473948 w 6524090"/>
              <a:gd name="connsiteY4" fmla="*/ 673020 h 2403986"/>
              <a:gd name="connsiteX5" fmla="*/ 3554860 w 6524090"/>
              <a:gd name="connsiteY5" fmla="*/ 2402118 h 2403986"/>
              <a:gd name="connsiteX6" fmla="*/ 3525318 w 6524090"/>
              <a:gd name="connsiteY6" fmla="*/ 313425 h 2403986"/>
              <a:gd name="connsiteX7" fmla="*/ 3693559 w 6524090"/>
              <a:gd name="connsiteY7" fmla="*/ 95571 h 2403986"/>
              <a:gd name="connsiteX8" fmla="*/ 4916184 w 6524090"/>
              <a:gd name="connsiteY8" fmla="*/ 1734299 h 2403986"/>
              <a:gd name="connsiteX9" fmla="*/ 6113124 w 6524090"/>
              <a:gd name="connsiteY9" fmla="*/ 1955193 h 2403986"/>
              <a:gd name="connsiteX10" fmla="*/ 6524090 w 6524090"/>
              <a:gd name="connsiteY10" fmla="*/ 1965467 h 2403986"/>
              <a:gd name="connsiteX0" fmla="*/ 0 w 6524090"/>
              <a:gd name="connsiteY0" fmla="*/ 1533953 h 2403986"/>
              <a:gd name="connsiteX1" fmla="*/ 1952090 w 6524090"/>
              <a:gd name="connsiteY1" fmla="*/ 1955193 h 2403986"/>
              <a:gd name="connsiteX2" fmla="*/ 3073255 w 6524090"/>
              <a:gd name="connsiteY2" fmla="*/ 482948 h 2403986"/>
              <a:gd name="connsiteX3" fmla="*/ 3287730 w 6524090"/>
              <a:gd name="connsiteY3" fmla="*/ 69885 h 2403986"/>
              <a:gd name="connsiteX4" fmla="*/ 3473948 w 6524090"/>
              <a:gd name="connsiteY4" fmla="*/ 673020 h 2403986"/>
              <a:gd name="connsiteX5" fmla="*/ 3554860 w 6524090"/>
              <a:gd name="connsiteY5" fmla="*/ 2402118 h 2403986"/>
              <a:gd name="connsiteX6" fmla="*/ 3525318 w 6524090"/>
              <a:gd name="connsiteY6" fmla="*/ 313425 h 2403986"/>
              <a:gd name="connsiteX7" fmla="*/ 3693559 w 6524090"/>
              <a:gd name="connsiteY7" fmla="*/ 95571 h 2403986"/>
              <a:gd name="connsiteX8" fmla="*/ 4916184 w 6524090"/>
              <a:gd name="connsiteY8" fmla="*/ 1734299 h 2403986"/>
              <a:gd name="connsiteX9" fmla="*/ 6113124 w 6524090"/>
              <a:gd name="connsiteY9" fmla="*/ 1955193 h 2403986"/>
              <a:gd name="connsiteX10" fmla="*/ 6524090 w 6524090"/>
              <a:gd name="connsiteY10" fmla="*/ 1965467 h 2403986"/>
              <a:gd name="connsiteX0" fmla="*/ 0 w 6524090"/>
              <a:gd name="connsiteY0" fmla="*/ 1533953 h 2403986"/>
              <a:gd name="connsiteX1" fmla="*/ 1962364 w 6524090"/>
              <a:gd name="connsiteY1" fmla="*/ 1847315 h 2403986"/>
              <a:gd name="connsiteX2" fmla="*/ 3073255 w 6524090"/>
              <a:gd name="connsiteY2" fmla="*/ 482948 h 2403986"/>
              <a:gd name="connsiteX3" fmla="*/ 3287730 w 6524090"/>
              <a:gd name="connsiteY3" fmla="*/ 69885 h 2403986"/>
              <a:gd name="connsiteX4" fmla="*/ 3473948 w 6524090"/>
              <a:gd name="connsiteY4" fmla="*/ 673020 h 2403986"/>
              <a:gd name="connsiteX5" fmla="*/ 3554860 w 6524090"/>
              <a:gd name="connsiteY5" fmla="*/ 2402118 h 2403986"/>
              <a:gd name="connsiteX6" fmla="*/ 3525318 w 6524090"/>
              <a:gd name="connsiteY6" fmla="*/ 313425 h 2403986"/>
              <a:gd name="connsiteX7" fmla="*/ 3693559 w 6524090"/>
              <a:gd name="connsiteY7" fmla="*/ 95571 h 2403986"/>
              <a:gd name="connsiteX8" fmla="*/ 4916184 w 6524090"/>
              <a:gd name="connsiteY8" fmla="*/ 1734299 h 2403986"/>
              <a:gd name="connsiteX9" fmla="*/ 6113124 w 6524090"/>
              <a:gd name="connsiteY9" fmla="*/ 1955193 h 2403986"/>
              <a:gd name="connsiteX10" fmla="*/ 6524090 w 6524090"/>
              <a:gd name="connsiteY10" fmla="*/ 1965467 h 2403986"/>
              <a:gd name="connsiteX0" fmla="*/ 0 w 6544639"/>
              <a:gd name="connsiteY0" fmla="*/ 1390115 h 2403986"/>
              <a:gd name="connsiteX1" fmla="*/ 1982913 w 6544639"/>
              <a:gd name="connsiteY1" fmla="*/ 1847315 h 2403986"/>
              <a:gd name="connsiteX2" fmla="*/ 3093804 w 6544639"/>
              <a:gd name="connsiteY2" fmla="*/ 482948 h 2403986"/>
              <a:gd name="connsiteX3" fmla="*/ 3308279 w 6544639"/>
              <a:gd name="connsiteY3" fmla="*/ 69885 h 2403986"/>
              <a:gd name="connsiteX4" fmla="*/ 3494497 w 6544639"/>
              <a:gd name="connsiteY4" fmla="*/ 673020 h 2403986"/>
              <a:gd name="connsiteX5" fmla="*/ 3575409 w 6544639"/>
              <a:gd name="connsiteY5" fmla="*/ 2402118 h 2403986"/>
              <a:gd name="connsiteX6" fmla="*/ 3545867 w 6544639"/>
              <a:gd name="connsiteY6" fmla="*/ 313425 h 2403986"/>
              <a:gd name="connsiteX7" fmla="*/ 3714108 w 6544639"/>
              <a:gd name="connsiteY7" fmla="*/ 95571 h 2403986"/>
              <a:gd name="connsiteX8" fmla="*/ 4936733 w 6544639"/>
              <a:gd name="connsiteY8" fmla="*/ 1734299 h 2403986"/>
              <a:gd name="connsiteX9" fmla="*/ 6133673 w 6544639"/>
              <a:gd name="connsiteY9" fmla="*/ 1955193 h 2403986"/>
              <a:gd name="connsiteX10" fmla="*/ 6544639 w 6544639"/>
              <a:gd name="connsiteY10" fmla="*/ 1965467 h 2403986"/>
              <a:gd name="connsiteX0" fmla="*/ 0 w 6544639"/>
              <a:gd name="connsiteY0" fmla="*/ 1390115 h 2403986"/>
              <a:gd name="connsiteX1" fmla="*/ 1982913 w 6544639"/>
              <a:gd name="connsiteY1" fmla="*/ 1847315 h 2403986"/>
              <a:gd name="connsiteX2" fmla="*/ 3093804 w 6544639"/>
              <a:gd name="connsiteY2" fmla="*/ 482948 h 2403986"/>
              <a:gd name="connsiteX3" fmla="*/ 3308279 w 6544639"/>
              <a:gd name="connsiteY3" fmla="*/ 69885 h 2403986"/>
              <a:gd name="connsiteX4" fmla="*/ 3494497 w 6544639"/>
              <a:gd name="connsiteY4" fmla="*/ 673020 h 2403986"/>
              <a:gd name="connsiteX5" fmla="*/ 3575409 w 6544639"/>
              <a:gd name="connsiteY5" fmla="*/ 2402118 h 2403986"/>
              <a:gd name="connsiteX6" fmla="*/ 3545867 w 6544639"/>
              <a:gd name="connsiteY6" fmla="*/ 313425 h 2403986"/>
              <a:gd name="connsiteX7" fmla="*/ 3714108 w 6544639"/>
              <a:gd name="connsiteY7" fmla="*/ 95571 h 2403986"/>
              <a:gd name="connsiteX8" fmla="*/ 4936733 w 6544639"/>
              <a:gd name="connsiteY8" fmla="*/ 1734299 h 2403986"/>
              <a:gd name="connsiteX9" fmla="*/ 5768940 w 6544639"/>
              <a:gd name="connsiteY9" fmla="*/ 1867863 h 2403986"/>
              <a:gd name="connsiteX10" fmla="*/ 6544639 w 6544639"/>
              <a:gd name="connsiteY10" fmla="*/ 1965467 h 2403986"/>
              <a:gd name="connsiteX0" fmla="*/ 0 w 6544639"/>
              <a:gd name="connsiteY0" fmla="*/ 1379261 h 2393132"/>
              <a:gd name="connsiteX1" fmla="*/ 1982913 w 6544639"/>
              <a:gd name="connsiteY1" fmla="*/ 1836461 h 2393132"/>
              <a:gd name="connsiteX2" fmla="*/ 3093804 w 6544639"/>
              <a:gd name="connsiteY2" fmla="*/ 472094 h 2393132"/>
              <a:gd name="connsiteX3" fmla="*/ 3308279 w 6544639"/>
              <a:gd name="connsiteY3" fmla="*/ 59031 h 2393132"/>
              <a:gd name="connsiteX4" fmla="*/ 3494497 w 6544639"/>
              <a:gd name="connsiteY4" fmla="*/ 662166 h 2393132"/>
              <a:gd name="connsiteX5" fmla="*/ 3575409 w 6544639"/>
              <a:gd name="connsiteY5" fmla="*/ 2391264 h 2393132"/>
              <a:gd name="connsiteX6" fmla="*/ 3545867 w 6544639"/>
              <a:gd name="connsiteY6" fmla="*/ 302571 h 2393132"/>
              <a:gd name="connsiteX7" fmla="*/ 3714108 w 6544639"/>
              <a:gd name="connsiteY7" fmla="*/ 84717 h 2393132"/>
              <a:gd name="connsiteX8" fmla="*/ 4787757 w 6544639"/>
              <a:gd name="connsiteY8" fmla="*/ 1574470 h 2393132"/>
              <a:gd name="connsiteX9" fmla="*/ 5768940 w 6544639"/>
              <a:gd name="connsiteY9" fmla="*/ 1857009 h 2393132"/>
              <a:gd name="connsiteX10" fmla="*/ 6544639 w 6544639"/>
              <a:gd name="connsiteY10" fmla="*/ 1954613 h 2393132"/>
              <a:gd name="connsiteX0" fmla="*/ 0 w 6452172"/>
              <a:gd name="connsiteY0" fmla="*/ 1379261 h 2393132"/>
              <a:gd name="connsiteX1" fmla="*/ 1982913 w 6452172"/>
              <a:gd name="connsiteY1" fmla="*/ 1836461 h 2393132"/>
              <a:gd name="connsiteX2" fmla="*/ 3093804 w 6452172"/>
              <a:gd name="connsiteY2" fmla="*/ 472094 h 2393132"/>
              <a:gd name="connsiteX3" fmla="*/ 3308279 w 6452172"/>
              <a:gd name="connsiteY3" fmla="*/ 59031 h 2393132"/>
              <a:gd name="connsiteX4" fmla="*/ 3494497 w 6452172"/>
              <a:gd name="connsiteY4" fmla="*/ 662166 h 2393132"/>
              <a:gd name="connsiteX5" fmla="*/ 3575409 w 6452172"/>
              <a:gd name="connsiteY5" fmla="*/ 2391264 h 2393132"/>
              <a:gd name="connsiteX6" fmla="*/ 3545867 w 6452172"/>
              <a:gd name="connsiteY6" fmla="*/ 302571 h 2393132"/>
              <a:gd name="connsiteX7" fmla="*/ 3714108 w 6452172"/>
              <a:gd name="connsiteY7" fmla="*/ 84717 h 2393132"/>
              <a:gd name="connsiteX8" fmla="*/ 4787757 w 6452172"/>
              <a:gd name="connsiteY8" fmla="*/ 1574470 h 2393132"/>
              <a:gd name="connsiteX9" fmla="*/ 5768940 w 6452172"/>
              <a:gd name="connsiteY9" fmla="*/ 1857009 h 2393132"/>
              <a:gd name="connsiteX10" fmla="*/ 6452172 w 6452172"/>
              <a:gd name="connsiteY10" fmla="*/ 1872420 h 2393132"/>
              <a:gd name="connsiteX0" fmla="*/ 0 w 6452172"/>
              <a:gd name="connsiteY0" fmla="*/ 1379261 h 2393132"/>
              <a:gd name="connsiteX1" fmla="*/ 1982913 w 6452172"/>
              <a:gd name="connsiteY1" fmla="*/ 1836461 h 2393132"/>
              <a:gd name="connsiteX2" fmla="*/ 3093804 w 6452172"/>
              <a:gd name="connsiteY2" fmla="*/ 472094 h 2393132"/>
              <a:gd name="connsiteX3" fmla="*/ 3349376 w 6452172"/>
              <a:gd name="connsiteY3" fmla="*/ 79579 h 2393132"/>
              <a:gd name="connsiteX4" fmla="*/ 3494497 w 6452172"/>
              <a:gd name="connsiteY4" fmla="*/ 662166 h 2393132"/>
              <a:gd name="connsiteX5" fmla="*/ 3575409 w 6452172"/>
              <a:gd name="connsiteY5" fmla="*/ 2391264 h 2393132"/>
              <a:gd name="connsiteX6" fmla="*/ 3545867 w 6452172"/>
              <a:gd name="connsiteY6" fmla="*/ 302571 h 2393132"/>
              <a:gd name="connsiteX7" fmla="*/ 3714108 w 6452172"/>
              <a:gd name="connsiteY7" fmla="*/ 84717 h 2393132"/>
              <a:gd name="connsiteX8" fmla="*/ 4787757 w 6452172"/>
              <a:gd name="connsiteY8" fmla="*/ 1574470 h 2393132"/>
              <a:gd name="connsiteX9" fmla="*/ 5768940 w 6452172"/>
              <a:gd name="connsiteY9" fmla="*/ 1857009 h 2393132"/>
              <a:gd name="connsiteX10" fmla="*/ 6452172 w 6452172"/>
              <a:gd name="connsiteY10" fmla="*/ 1872420 h 2393132"/>
              <a:gd name="connsiteX0" fmla="*/ 0 w 6452172"/>
              <a:gd name="connsiteY0" fmla="*/ 1354854 h 2368725"/>
              <a:gd name="connsiteX1" fmla="*/ 1982913 w 6452172"/>
              <a:gd name="connsiteY1" fmla="*/ 1812054 h 2368725"/>
              <a:gd name="connsiteX2" fmla="*/ 3093804 w 6452172"/>
              <a:gd name="connsiteY2" fmla="*/ 447687 h 2368725"/>
              <a:gd name="connsiteX3" fmla="*/ 3349376 w 6452172"/>
              <a:gd name="connsiteY3" fmla="*/ 55172 h 2368725"/>
              <a:gd name="connsiteX4" fmla="*/ 3494497 w 6452172"/>
              <a:gd name="connsiteY4" fmla="*/ 637759 h 2368725"/>
              <a:gd name="connsiteX5" fmla="*/ 3575409 w 6452172"/>
              <a:gd name="connsiteY5" fmla="*/ 2366857 h 2368725"/>
              <a:gd name="connsiteX6" fmla="*/ 3545867 w 6452172"/>
              <a:gd name="connsiteY6" fmla="*/ 278164 h 2368725"/>
              <a:gd name="connsiteX7" fmla="*/ 3760342 w 6452172"/>
              <a:gd name="connsiteY7" fmla="*/ 91132 h 2368725"/>
              <a:gd name="connsiteX8" fmla="*/ 4787757 w 6452172"/>
              <a:gd name="connsiteY8" fmla="*/ 1550063 h 2368725"/>
              <a:gd name="connsiteX9" fmla="*/ 5768940 w 6452172"/>
              <a:gd name="connsiteY9" fmla="*/ 1832602 h 2368725"/>
              <a:gd name="connsiteX10" fmla="*/ 6452172 w 6452172"/>
              <a:gd name="connsiteY10" fmla="*/ 1848013 h 236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52172" h="2368725">
                <a:moveTo>
                  <a:pt x="0" y="1354854"/>
                </a:moveTo>
                <a:cubicBezTo>
                  <a:pt x="655406" y="1562477"/>
                  <a:pt x="1467279" y="1963249"/>
                  <a:pt x="1982913" y="1812054"/>
                </a:cubicBezTo>
                <a:cubicBezTo>
                  <a:pt x="2498547" y="1660860"/>
                  <a:pt x="2871197" y="761905"/>
                  <a:pt x="3093804" y="447687"/>
                </a:cubicBezTo>
                <a:cubicBezTo>
                  <a:pt x="3249629" y="123195"/>
                  <a:pt x="3282594" y="23493"/>
                  <a:pt x="3349376" y="55172"/>
                </a:cubicBezTo>
                <a:cubicBezTo>
                  <a:pt x="3416158" y="86851"/>
                  <a:pt x="3452544" y="247341"/>
                  <a:pt x="3494497" y="637759"/>
                </a:cubicBezTo>
                <a:cubicBezTo>
                  <a:pt x="3536450" y="1028177"/>
                  <a:pt x="3566847" y="2426789"/>
                  <a:pt x="3575409" y="2366857"/>
                </a:cubicBezTo>
                <a:cubicBezTo>
                  <a:pt x="3583971" y="2306925"/>
                  <a:pt x="3546723" y="674575"/>
                  <a:pt x="3545867" y="278164"/>
                </a:cubicBezTo>
                <a:cubicBezTo>
                  <a:pt x="3514189" y="76962"/>
                  <a:pt x="3553360" y="-120851"/>
                  <a:pt x="3760342" y="91132"/>
                </a:cubicBezTo>
                <a:cubicBezTo>
                  <a:pt x="3967324" y="303115"/>
                  <a:pt x="4452991" y="1259818"/>
                  <a:pt x="4787757" y="1550063"/>
                </a:cubicBezTo>
                <a:cubicBezTo>
                  <a:pt x="5122523" y="1840308"/>
                  <a:pt x="5491537" y="1782944"/>
                  <a:pt x="5768940" y="1832602"/>
                </a:cubicBezTo>
                <a:cubicBezTo>
                  <a:pt x="6046343" y="1882260"/>
                  <a:pt x="6380681" y="1862140"/>
                  <a:pt x="6452172" y="1848013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13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  <p:bldP spid="6" grpId="0" animBg="1"/>
      <p:bldP spid="6" grpId="1" animBg="1"/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Programs tend to be difficult to optimize</a:t>
            </a:r>
          </a:p>
          <a:p>
            <a:pPr lvl="1"/>
            <a:r>
              <a:rPr lang="en-US" dirty="0"/>
              <a:t>Even with smoothing, there are too many local minima</a:t>
            </a:r>
          </a:p>
          <a:p>
            <a:pPr lvl="1"/>
            <a:endParaRPr lang="en-US" dirty="0"/>
          </a:p>
          <a:p>
            <a:r>
              <a:rPr lang="en-US" dirty="0"/>
              <a:t>Can be useful in combination with other search techniques</a:t>
            </a:r>
          </a:p>
          <a:p>
            <a:pPr lvl="1"/>
            <a:r>
              <a:rPr lang="en-US" dirty="0"/>
              <a:t>e.g. Hamiltonian Monte Carlo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11920" y="977760"/>
              <a:ext cx="9233280" cy="3940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960" y="969480"/>
                <a:ext cx="9241200" cy="395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3864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D4C004-12E2-4BD2-F80D-4A388F603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Relaxation + Top-Down  = Near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63B79D-9762-7069-203B-F98838C79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0979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11638720" cy="1325563"/>
          </a:xfrm>
        </p:spPr>
        <p:txBody>
          <a:bodyPr/>
          <a:lstStyle/>
          <a:p>
            <a:r>
              <a:rPr lang="en-US" dirty="0"/>
              <a:t>Learning to synthesize incrementally 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CF9780-ED67-BDA4-ADEC-04650D041B2C}"/>
              </a:ext>
            </a:extLst>
          </p:cNvPr>
          <p:cNvSpPr/>
          <p:nvPr/>
        </p:nvSpPr>
        <p:spPr>
          <a:xfrm>
            <a:off x="2125192" y="4020208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5B0C7B-F1F7-DCE3-8BB8-F36C0E8617AE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2437388" y="3147192"/>
            <a:ext cx="865827" cy="925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F76364-4845-86F9-A251-854D48FEE3E0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2490952" y="4127413"/>
            <a:ext cx="1175398" cy="72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4175AA-1BAC-4F72-3182-209A7879F90E}"/>
              </a:ext>
            </a:extLst>
          </p:cNvPr>
          <p:cNvCxnSpPr>
            <a:cxnSpLocks/>
            <a:stCxn id="10" idx="5"/>
          </p:cNvCxnSpPr>
          <p:nvPr/>
        </p:nvCxnSpPr>
        <p:spPr>
          <a:xfrm>
            <a:off x="2437388" y="4327021"/>
            <a:ext cx="997081" cy="555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E4B48834-B7E8-9FDB-A439-3C22CB9D74C3}"/>
              </a:ext>
            </a:extLst>
          </p:cNvPr>
          <p:cNvSpPr/>
          <p:nvPr/>
        </p:nvSpPr>
        <p:spPr>
          <a:xfrm>
            <a:off x="3666350" y="3911257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4A84F46-F8A3-5626-196D-1C3051C2930D}"/>
              </a:ext>
            </a:extLst>
          </p:cNvPr>
          <p:cNvCxnSpPr>
            <a:cxnSpLocks/>
            <a:stCxn id="15" idx="7"/>
          </p:cNvCxnSpPr>
          <p:nvPr/>
        </p:nvCxnSpPr>
        <p:spPr>
          <a:xfrm flipV="1">
            <a:off x="3978546" y="3387368"/>
            <a:ext cx="916766" cy="576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1A8630-C48A-864D-F005-AA8E40101B7B}"/>
              </a:ext>
            </a:extLst>
          </p:cNvPr>
          <p:cNvCxnSpPr>
            <a:cxnSpLocks/>
            <a:stCxn id="15" idx="6"/>
          </p:cNvCxnSpPr>
          <p:nvPr/>
        </p:nvCxnSpPr>
        <p:spPr>
          <a:xfrm flipV="1">
            <a:off x="4032110" y="4008556"/>
            <a:ext cx="1226337" cy="8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E5DD84A-D9FA-D228-B65D-414BAC866F3D}"/>
              </a:ext>
            </a:extLst>
          </p:cNvPr>
          <p:cNvCxnSpPr>
            <a:cxnSpLocks/>
            <a:stCxn id="15" idx="5"/>
          </p:cNvCxnSpPr>
          <p:nvPr/>
        </p:nvCxnSpPr>
        <p:spPr>
          <a:xfrm>
            <a:off x="3978546" y="4218070"/>
            <a:ext cx="1048020" cy="545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2E245B4A-4A72-9A54-8797-D8B3DDFBBAA1}"/>
              </a:ext>
            </a:extLst>
          </p:cNvPr>
          <p:cNvSpPr/>
          <p:nvPr/>
        </p:nvSpPr>
        <p:spPr>
          <a:xfrm>
            <a:off x="3432531" y="4812406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B15A04B-0A1F-3170-F919-0BEA19E90AC9}"/>
              </a:ext>
            </a:extLst>
          </p:cNvPr>
          <p:cNvCxnSpPr>
            <a:cxnSpLocks/>
            <a:stCxn id="23" idx="6"/>
          </p:cNvCxnSpPr>
          <p:nvPr/>
        </p:nvCxnSpPr>
        <p:spPr>
          <a:xfrm>
            <a:off x="3798291" y="4992133"/>
            <a:ext cx="991684" cy="125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2616D2F-D754-1726-E394-1A39C85AE952}"/>
              </a:ext>
            </a:extLst>
          </p:cNvPr>
          <p:cNvCxnSpPr>
            <a:cxnSpLocks/>
            <a:stCxn id="23" idx="5"/>
          </p:cNvCxnSpPr>
          <p:nvPr/>
        </p:nvCxnSpPr>
        <p:spPr>
          <a:xfrm>
            <a:off x="3744727" y="5119219"/>
            <a:ext cx="926021" cy="48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5B8AF2C-B7A5-1E24-1A19-7E4F3C6D3216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3615411" y="5171860"/>
            <a:ext cx="645955" cy="848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EB2E3C7A-4057-0854-2EDF-44288C5F873E}"/>
              </a:ext>
            </a:extLst>
          </p:cNvPr>
          <p:cNvSpPr/>
          <p:nvPr/>
        </p:nvSpPr>
        <p:spPr>
          <a:xfrm flipV="1">
            <a:off x="3299824" y="2865496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52B3F9C-4E43-138B-A2B1-AA38BB467173}"/>
              </a:ext>
            </a:extLst>
          </p:cNvPr>
          <p:cNvCxnSpPr>
            <a:cxnSpLocks/>
            <a:stCxn id="34" idx="6"/>
          </p:cNvCxnSpPr>
          <p:nvPr/>
        </p:nvCxnSpPr>
        <p:spPr>
          <a:xfrm flipV="1">
            <a:off x="3665584" y="2919914"/>
            <a:ext cx="991684" cy="125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6591234-215D-BAE2-D08E-C88325CC29A8}"/>
              </a:ext>
            </a:extLst>
          </p:cNvPr>
          <p:cNvCxnSpPr>
            <a:cxnSpLocks/>
            <a:stCxn id="34" idx="5"/>
          </p:cNvCxnSpPr>
          <p:nvPr/>
        </p:nvCxnSpPr>
        <p:spPr>
          <a:xfrm flipV="1">
            <a:off x="3612020" y="2432752"/>
            <a:ext cx="926021" cy="48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5778014-D9D5-1A92-4373-42344BD73FB8}"/>
              </a:ext>
            </a:extLst>
          </p:cNvPr>
          <p:cNvCxnSpPr>
            <a:cxnSpLocks/>
            <a:stCxn id="34" idx="4"/>
          </p:cNvCxnSpPr>
          <p:nvPr/>
        </p:nvCxnSpPr>
        <p:spPr>
          <a:xfrm flipV="1">
            <a:off x="3482704" y="2017191"/>
            <a:ext cx="645955" cy="848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93084940-84C5-7A41-55C9-890AEDCD8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365" y="4354545"/>
            <a:ext cx="529768" cy="423816"/>
          </a:xfrm>
          <a:custGeom>
            <a:avLst/>
            <a:gdLst>
              <a:gd name="connsiteX0" fmla="*/ 777 w 761998"/>
              <a:gd name="connsiteY0" fmla="*/ 637 h 609601"/>
              <a:gd name="connsiteX1" fmla="*/ 762775 w 761998"/>
              <a:gd name="connsiteY1" fmla="*/ 637 h 609601"/>
              <a:gd name="connsiteX2" fmla="*/ 762775 w 761998"/>
              <a:gd name="connsiteY2" fmla="*/ 610239 h 609601"/>
              <a:gd name="connsiteX3" fmla="*/ 777 w 761998"/>
              <a:gd name="connsiteY3" fmla="*/ 610239 h 60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1998" h="609601">
                <a:moveTo>
                  <a:pt x="777" y="637"/>
                </a:moveTo>
                <a:lnTo>
                  <a:pt x="762775" y="637"/>
                </a:lnTo>
                <a:lnTo>
                  <a:pt x="762775" y="610239"/>
                </a:lnTo>
                <a:lnTo>
                  <a:pt x="777" y="610239"/>
                </a:lnTo>
                <a:close/>
              </a:path>
            </a:pathLst>
          </a:cu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C4CAB9A-9C55-2C8C-EF85-F805E4914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291" y="4268740"/>
            <a:ext cx="529768" cy="423816"/>
          </a:xfrm>
          <a:custGeom>
            <a:avLst/>
            <a:gdLst>
              <a:gd name="connsiteX0" fmla="*/ 777 w 761998"/>
              <a:gd name="connsiteY0" fmla="*/ 637 h 609601"/>
              <a:gd name="connsiteX1" fmla="*/ 762775 w 761998"/>
              <a:gd name="connsiteY1" fmla="*/ 637 h 609601"/>
              <a:gd name="connsiteX2" fmla="*/ 762775 w 761998"/>
              <a:gd name="connsiteY2" fmla="*/ 610239 h 609601"/>
              <a:gd name="connsiteX3" fmla="*/ 777 w 761998"/>
              <a:gd name="connsiteY3" fmla="*/ 610239 h 60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1998" h="609601">
                <a:moveTo>
                  <a:pt x="777" y="637"/>
                </a:moveTo>
                <a:lnTo>
                  <a:pt x="762775" y="637"/>
                </a:lnTo>
                <a:lnTo>
                  <a:pt x="762775" y="610239"/>
                </a:lnTo>
                <a:lnTo>
                  <a:pt x="777" y="610239"/>
                </a:lnTo>
                <a:close/>
              </a:path>
            </a:pathLst>
          </a:cu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77C020E-FE7A-6F26-5801-A77EF6D2D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527" y="5319406"/>
            <a:ext cx="529768" cy="423816"/>
          </a:xfrm>
          <a:custGeom>
            <a:avLst/>
            <a:gdLst>
              <a:gd name="connsiteX0" fmla="*/ 777 w 761998"/>
              <a:gd name="connsiteY0" fmla="*/ 637 h 609601"/>
              <a:gd name="connsiteX1" fmla="*/ 762775 w 761998"/>
              <a:gd name="connsiteY1" fmla="*/ 637 h 609601"/>
              <a:gd name="connsiteX2" fmla="*/ 762775 w 761998"/>
              <a:gd name="connsiteY2" fmla="*/ 610239 h 609601"/>
              <a:gd name="connsiteX3" fmla="*/ 777 w 761998"/>
              <a:gd name="connsiteY3" fmla="*/ 610239 h 60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1998" h="609601">
                <a:moveTo>
                  <a:pt x="777" y="637"/>
                </a:moveTo>
                <a:lnTo>
                  <a:pt x="762775" y="637"/>
                </a:lnTo>
                <a:lnTo>
                  <a:pt x="762775" y="610239"/>
                </a:lnTo>
                <a:lnTo>
                  <a:pt x="777" y="610239"/>
                </a:lnTo>
                <a:close/>
              </a:path>
            </a:pathLst>
          </a:cu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65B4AEE-CA43-EDA2-6777-2E4289331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704" y="3210498"/>
            <a:ext cx="529768" cy="423816"/>
          </a:xfrm>
          <a:custGeom>
            <a:avLst/>
            <a:gdLst>
              <a:gd name="connsiteX0" fmla="*/ 777 w 761998"/>
              <a:gd name="connsiteY0" fmla="*/ 637 h 609601"/>
              <a:gd name="connsiteX1" fmla="*/ 762775 w 761998"/>
              <a:gd name="connsiteY1" fmla="*/ 637 h 609601"/>
              <a:gd name="connsiteX2" fmla="*/ 762775 w 761998"/>
              <a:gd name="connsiteY2" fmla="*/ 610239 h 609601"/>
              <a:gd name="connsiteX3" fmla="*/ 777 w 761998"/>
              <a:gd name="connsiteY3" fmla="*/ 610239 h 60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1998" h="609601">
                <a:moveTo>
                  <a:pt x="777" y="637"/>
                </a:moveTo>
                <a:lnTo>
                  <a:pt x="762775" y="637"/>
                </a:lnTo>
                <a:lnTo>
                  <a:pt x="762775" y="610239"/>
                </a:lnTo>
                <a:lnTo>
                  <a:pt x="777" y="610239"/>
                </a:lnTo>
                <a:close/>
              </a:path>
            </a:pathLst>
          </a:custGeom>
        </p:spPr>
      </p:pic>
      <p:sp>
        <p:nvSpPr>
          <p:cNvPr id="60" name="Oval 59">
            <a:extLst>
              <a:ext uri="{FF2B5EF4-FFF2-40B4-BE49-F238E27FC236}">
                <a16:creationId xmlns:a16="http://schemas.microsoft.com/office/drawing/2014/main" id="{05457D07-C9CC-4B55-01D8-8965074D44A2}"/>
              </a:ext>
            </a:extLst>
          </p:cNvPr>
          <p:cNvSpPr/>
          <p:nvPr/>
        </p:nvSpPr>
        <p:spPr>
          <a:xfrm>
            <a:off x="4502556" y="2151171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030AF49-C4C3-F123-8B19-CACF3D60BAC0}"/>
              </a:ext>
            </a:extLst>
          </p:cNvPr>
          <p:cNvSpPr/>
          <p:nvPr/>
        </p:nvSpPr>
        <p:spPr>
          <a:xfrm>
            <a:off x="4687819" y="2688200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A41BD72-7BD5-DF2D-4EC5-1E55613B5C03}"/>
              </a:ext>
            </a:extLst>
          </p:cNvPr>
          <p:cNvSpPr/>
          <p:nvPr/>
        </p:nvSpPr>
        <p:spPr>
          <a:xfrm flipV="1">
            <a:off x="4075030" y="1717614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D2B781F-A42F-CE64-8AFF-013B13123B64}"/>
              </a:ext>
            </a:extLst>
          </p:cNvPr>
          <p:cNvSpPr/>
          <p:nvPr/>
        </p:nvSpPr>
        <p:spPr>
          <a:xfrm>
            <a:off x="5261072" y="3784171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5C99DB5-BE6F-B305-2D3F-8DB8EDD45322}"/>
              </a:ext>
            </a:extLst>
          </p:cNvPr>
          <p:cNvSpPr/>
          <p:nvPr/>
        </p:nvSpPr>
        <p:spPr>
          <a:xfrm>
            <a:off x="5005704" y="4671463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ABF5A44-8788-3FC1-5E58-B477034B0097}"/>
              </a:ext>
            </a:extLst>
          </p:cNvPr>
          <p:cNvSpPr/>
          <p:nvPr/>
        </p:nvSpPr>
        <p:spPr>
          <a:xfrm flipV="1">
            <a:off x="4895312" y="3124861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92EF7D85-102B-EFA9-34AA-377DA17D3736}"/>
              </a:ext>
            </a:extLst>
          </p:cNvPr>
          <p:cNvSpPr/>
          <p:nvPr/>
        </p:nvSpPr>
        <p:spPr>
          <a:xfrm>
            <a:off x="4670748" y="5494186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74D4D72-1102-33DE-D9A5-168B98106A97}"/>
              </a:ext>
            </a:extLst>
          </p:cNvPr>
          <p:cNvSpPr/>
          <p:nvPr/>
        </p:nvSpPr>
        <p:spPr>
          <a:xfrm>
            <a:off x="4145179" y="5964058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721EFBA-6705-3387-AA9B-8E2AFA977F06}"/>
              </a:ext>
            </a:extLst>
          </p:cNvPr>
          <p:cNvSpPr/>
          <p:nvPr/>
        </p:nvSpPr>
        <p:spPr>
          <a:xfrm flipV="1">
            <a:off x="4769627" y="4992133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A17BF26A-396E-4A6D-91E6-6172F4009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213" y="1294200"/>
            <a:ext cx="1094522" cy="910680"/>
          </a:xfrm>
          <a:custGeom>
            <a:avLst/>
            <a:gdLst>
              <a:gd name="connsiteX0" fmla="*/ 971 w 659396"/>
              <a:gd name="connsiteY0" fmla="*/ 319 h 548640"/>
              <a:gd name="connsiteX1" fmla="*/ 660368 w 659396"/>
              <a:gd name="connsiteY1" fmla="*/ 319 h 548640"/>
              <a:gd name="connsiteX2" fmla="*/ 660368 w 659396"/>
              <a:gd name="connsiteY2" fmla="*/ 548959 h 548640"/>
              <a:gd name="connsiteX3" fmla="*/ 971 w 659396"/>
              <a:gd name="connsiteY3" fmla="*/ 548959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9396" h="548640">
                <a:moveTo>
                  <a:pt x="971" y="319"/>
                </a:moveTo>
                <a:lnTo>
                  <a:pt x="660368" y="319"/>
                </a:lnTo>
                <a:lnTo>
                  <a:pt x="660368" y="548959"/>
                </a:lnTo>
                <a:lnTo>
                  <a:pt x="971" y="548959"/>
                </a:lnTo>
                <a:close/>
              </a:path>
            </a:pathLst>
          </a:custGeom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34BCF625-43AC-3F47-03EF-19B1CBDF083C}"/>
              </a:ext>
            </a:extLst>
          </p:cNvPr>
          <p:cNvSpPr txBox="1"/>
          <p:nvPr/>
        </p:nvSpPr>
        <p:spPr>
          <a:xfrm>
            <a:off x="1762446" y="4767269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policy</a:t>
            </a: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3B901459-B81D-5AD4-FECC-5A8F4669252B}"/>
              </a:ext>
            </a:extLst>
          </p:cNvPr>
          <p:cNvSpPr/>
          <p:nvPr/>
        </p:nvSpPr>
        <p:spPr>
          <a:xfrm>
            <a:off x="3808818" y="1294200"/>
            <a:ext cx="2277170" cy="5415964"/>
          </a:xfrm>
          <a:custGeom>
            <a:avLst/>
            <a:gdLst>
              <a:gd name="connsiteX0" fmla="*/ 284787 w 2277170"/>
              <a:gd name="connsiteY0" fmla="*/ 116762 h 5415964"/>
              <a:gd name="connsiteX1" fmla="*/ 173 w 2277170"/>
              <a:gd name="connsiteY1" fmla="*/ 679935 h 5415964"/>
              <a:gd name="connsiteX2" fmla="*/ 321121 w 2277170"/>
              <a:gd name="connsiteY2" fmla="*/ 1073551 h 5415964"/>
              <a:gd name="connsiteX3" fmla="*/ 654181 w 2277170"/>
              <a:gd name="connsiteY3" fmla="*/ 1794171 h 5415964"/>
              <a:gd name="connsiteX4" fmla="*/ 1035685 w 2277170"/>
              <a:gd name="connsiteY4" fmla="*/ 2466346 h 5415964"/>
              <a:gd name="connsiteX5" fmla="*/ 1029630 w 2277170"/>
              <a:gd name="connsiteY5" fmla="*/ 3084020 h 5415964"/>
              <a:gd name="connsiteX6" fmla="*/ 660236 w 2277170"/>
              <a:gd name="connsiteY6" fmla="*/ 3629026 h 5415964"/>
              <a:gd name="connsiteX7" fmla="*/ 12284 w 2277170"/>
              <a:gd name="connsiteY7" fmla="*/ 4700873 h 5415964"/>
              <a:gd name="connsiteX8" fmla="*/ 496734 w 2277170"/>
              <a:gd name="connsiteY8" fmla="*/ 5415437 h 5415964"/>
              <a:gd name="connsiteX9" fmla="*/ 1756305 w 2277170"/>
              <a:gd name="connsiteY9" fmla="*/ 4779596 h 5415964"/>
              <a:gd name="connsiteX10" fmla="*/ 2277089 w 2277170"/>
              <a:gd name="connsiteY10" fmla="*/ 2914462 h 5415964"/>
              <a:gd name="connsiteX11" fmla="*/ 1726027 w 2277170"/>
              <a:gd name="connsiteY11" fmla="*/ 1303665 h 5415964"/>
              <a:gd name="connsiteX12" fmla="*/ 823738 w 2277170"/>
              <a:gd name="connsiteY12" fmla="*/ 110706 h 5415964"/>
              <a:gd name="connsiteX13" fmla="*/ 284787 w 2277170"/>
              <a:gd name="connsiteY13" fmla="*/ 116762 h 541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77170" h="5415964">
                <a:moveTo>
                  <a:pt x="284787" y="116762"/>
                </a:moveTo>
                <a:cubicBezTo>
                  <a:pt x="147526" y="211633"/>
                  <a:pt x="-5883" y="520470"/>
                  <a:pt x="173" y="679935"/>
                </a:cubicBezTo>
                <a:cubicBezTo>
                  <a:pt x="6229" y="839400"/>
                  <a:pt x="212120" y="887845"/>
                  <a:pt x="321121" y="1073551"/>
                </a:cubicBezTo>
                <a:cubicBezTo>
                  <a:pt x="430122" y="1259257"/>
                  <a:pt x="535087" y="1562039"/>
                  <a:pt x="654181" y="1794171"/>
                </a:cubicBezTo>
                <a:cubicBezTo>
                  <a:pt x="773275" y="2026303"/>
                  <a:pt x="973110" y="2251371"/>
                  <a:pt x="1035685" y="2466346"/>
                </a:cubicBezTo>
                <a:cubicBezTo>
                  <a:pt x="1098260" y="2681321"/>
                  <a:pt x="1092205" y="2890240"/>
                  <a:pt x="1029630" y="3084020"/>
                </a:cubicBezTo>
                <a:cubicBezTo>
                  <a:pt x="967055" y="3277800"/>
                  <a:pt x="829794" y="3359551"/>
                  <a:pt x="660236" y="3629026"/>
                </a:cubicBezTo>
                <a:cubicBezTo>
                  <a:pt x="490678" y="3898502"/>
                  <a:pt x="39534" y="4403138"/>
                  <a:pt x="12284" y="4700873"/>
                </a:cubicBezTo>
                <a:cubicBezTo>
                  <a:pt x="-14966" y="4998608"/>
                  <a:pt x="206064" y="5402317"/>
                  <a:pt x="496734" y="5415437"/>
                </a:cubicBezTo>
                <a:cubicBezTo>
                  <a:pt x="787404" y="5428557"/>
                  <a:pt x="1459579" y="5196425"/>
                  <a:pt x="1756305" y="4779596"/>
                </a:cubicBezTo>
                <a:cubicBezTo>
                  <a:pt x="2053031" y="4362767"/>
                  <a:pt x="2282135" y="3493784"/>
                  <a:pt x="2277089" y="2914462"/>
                </a:cubicBezTo>
                <a:cubicBezTo>
                  <a:pt x="2272043" y="2335140"/>
                  <a:pt x="1968252" y="1770958"/>
                  <a:pt x="1726027" y="1303665"/>
                </a:cubicBezTo>
                <a:cubicBezTo>
                  <a:pt x="1483802" y="836372"/>
                  <a:pt x="1061926" y="308523"/>
                  <a:pt x="823738" y="110706"/>
                </a:cubicBezTo>
                <a:cubicBezTo>
                  <a:pt x="585550" y="-87111"/>
                  <a:pt x="422048" y="21891"/>
                  <a:pt x="284787" y="116762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23391C2-99B6-C5EA-3B10-4C8B493CBD87}"/>
              </a:ext>
            </a:extLst>
          </p:cNvPr>
          <p:cNvSpPr txBox="1"/>
          <p:nvPr/>
        </p:nvSpPr>
        <p:spPr>
          <a:xfrm>
            <a:off x="5594384" y="2204880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 function</a:t>
            </a:r>
          </a:p>
        </p:txBody>
      </p:sp>
    </p:spTree>
    <p:extLst>
      <p:ext uri="{BB962C8B-B14F-4D97-AF65-F5344CB8AC3E}">
        <p14:creationId xmlns:p14="http://schemas.microsoft.com/office/powerpoint/2010/main" val="344378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23" grpId="0" animBg="1"/>
      <p:bldP spid="34" grpId="0" animBg="1"/>
      <p:bldP spid="60" grpId="0" animBg="1"/>
      <p:bldP spid="61" grpId="0" animBg="1"/>
      <p:bldP spid="62" grpId="0" animBg="1"/>
      <p:bldP spid="75" grpId="0" animBg="1"/>
      <p:bldP spid="76" grpId="0" animBg="1"/>
      <p:bldP spid="77" grpId="0" animBg="1"/>
      <p:bldP spid="90" grpId="0" animBg="1"/>
      <p:bldP spid="91" grpId="0" animBg="1"/>
      <p:bldP spid="92" grpId="0" animBg="1"/>
      <p:bldP spid="149" grpId="0"/>
      <p:bldP spid="150" grpId="0" animBg="1"/>
      <p:bldP spid="15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F3D9-F435-361B-2945-C34B26326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Guiding program search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02026A1E-82C2-9848-D92D-BB3C3B49C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472" y="1825625"/>
            <a:ext cx="567732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 far</a:t>
            </a:r>
          </a:p>
          <a:p>
            <a:pPr lvl="1"/>
            <a:r>
              <a:rPr lang="en-US" dirty="0"/>
              <a:t>Neural network policy to guide search</a:t>
            </a:r>
          </a:p>
          <a:p>
            <a:pPr lvl="1"/>
            <a:r>
              <a:rPr lang="en-US" dirty="0"/>
              <a:t>Value function scores individual states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AD6B25-A286-85DD-2B5A-3BFBBAFEE4C9}"/>
              </a:ext>
            </a:extLst>
          </p:cNvPr>
          <p:cNvSpPr/>
          <p:nvPr/>
        </p:nvSpPr>
        <p:spPr>
          <a:xfrm>
            <a:off x="2125192" y="4020208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979527F-B119-E3DD-0CAA-4BAE2BEC8A13}"/>
              </a:ext>
            </a:extLst>
          </p:cNvPr>
          <p:cNvCxnSpPr>
            <a:cxnSpLocks/>
            <a:stCxn id="4" idx="7"/>
          </p:cNvCxnSpPr>
          <p:nvPr/>
        </p:nvCxnSpPr>
        <p:spPr>
          <a:xfrm flipV="1">
            <a:off x="2437388" y="3147192"/>
            <a:ext cx="865827" cy="925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3314811-3A5A-AD99-09A9-5A0944BC6A47}"/>
              </a:ext>
            </a:extLst>
          </p:cNvPr>
          <p:cNvCxnSpPr>
            <a:cxnSpLocks/>
            <a:stCxn id="4" idx="6"/>
          </p:cNvCxnSpPr>
          <p:nvPr/>
        </p:nvCxnSpPr>
        <p:spPr>
          <a:xfrm flipV="1">
            <a:off x="2490952" y="4127413"/>
            <a:ext cx="1175398" cy="72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04F878-B2C1-1859-0A2F-A65BEEBC4D8C}"/>
              </a:ext>
            </a:extLst>
          </p:cNvPr>
          <p:cNvCxnSpPr>
            <a:cxnSpLocks/>
            <a:stCxn id="4" idx="5"/>
          </p:cNvCxnSpPr>
          <p:nvPr/>
        </p:nvCxnSpPr>
        <p:spPr>
          <a:xfrm>
            <a:off x="2437388" y="4327021"/>
            <a:ext cx="997081" cy="555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F3FA8302-4CDC-3052-E227-15061ADFE97A}"/>
              </a:ext>
            </a:extLst>
          </p:cNvPr>
          <p:cNvSpPr/>
          <p:nvPr/>
        </p:nvSpPr>
        <p:spPr>
          <a:xfrm>
            <a:off x="3666350" y="3911257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26E231-B067-1035-67B4-2ED1410899B2}"/>
              </a:ext>
            </a:extLst>
          </p:cNvPr>
          <p:cNvCxnSpPr>
            <a:cxnSpLocks/>
            <a:stCxn id="9" idx="7"/>
          </p:cNvCxnSpPr>
          <p:nvPr/>
        </p:nvCxnSpPr>
        <p:spPr>
          <a:xfrm flipV="1">
            <a:off x="3978546" y="3387368"/>
            <a:ext cx="916766" cy="576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7D7382D-307B-D769-D58A-400BE8F448A6}"/>
              </a:ext>
            </a:extLst>
          </p:cNvPr>
          <p:cNvCxnSpPr>
            <a:cxnSpLocks/>
            <a:stCxn id="9" idx="6"/>
          </p:cNvCxnSpPr>
          <p:nvPr/>
        </p:nvCxnSpPr>
        <p:spPr>
          <a:xfrm flipV="1">
            <a:off x="4032110" y="4008556"/>
            <a:ext cx="1226337" cy="8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867CD3-8C02-1A62-F660-C2827D38ACEF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3978546" y="4218070"/>
            <a:ext cx="1048020" cy="545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6AADC36-48EC-52BC-F824-4DE5F605A076}"/>
              </a:ext>
            </a:extLst>
          </p:cNvPr>
          <p:cNvGrpSpPr/>
          <p:nvPr/>
        </p:nvGrpSpPr>
        <p:grpSpPr>
          <a:xfrm>
            <a:off x="3432531" y="4812406"/>
            <a:ext cx="1357444" cy="1207759"/>
            <a:chOff x="3432531" y="4812406"/>
            <a:chExt cx="1357444" cy="120775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A00278-9FB8-95B1-E047-6A1B7C3E453C}"/>
                </a:ext>
              </a:extLst>
            </p:cNvPr>
            <p:cNvSpPr/>
            <p:nvPr/>
          </p:nvSpPr>
          <p:spPr>
            <a:xfrm>
              <a:off x="3432531" y="4812406"/>
              <a:ext cx="365760" cy="35945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436BDAF-BCFA-C72D-97C3-BDBC9B2E2593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>
              <a:off x="3798291" y="4992133"/>
              <a:ext cx="991684" cy="1253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BF0BD8A-435A-6828-124F-A1A9D23565B1}"/>
                </a:ext>
              </a:extLst>
            </p:cNvPr>
            <p:cNvCxnSpPr>
              <a:cxnSpLocks/>
              <a:stCxn id="10" idx="5"/>
            </p:cNvCxnSpPr>
            <p:nvPr/>
          </p:nvCxnSpPr>
          <p:spPr>
            <a:xfrm>
              <a:off x="3744727" y="5119219"/>
              <a:ext cx="926021" cy="4853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49CB18E-1D69-B6EF-5590-D9C20491774C}"/>
                </a:ext>
              </a:extLst>
            </p:cNvPr>
            <p:cNvCxnSpPr>
              <a:cxnSpLocks/>
              <a:stCxn id="10" idx="4"/>
            </p:cNvCxnSpPr>
            <p:nvPr/>
          </p:nvCxnSpPr>
          <p:spPr>
            <a:xfrm>
              <a:off x="3615411" y="5171860"/>
              <a:ext cx="645955" cy="8483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FA15AA7-3672-6BFF-682F-243B19B112FE}"/>
              </a:ext>
            </a:extLst>
          </p:cNvPr>
          <p:cNvGrpSpPr/>
          <p:nvPr/>
        </p:nvGrpSpPr>
        <p:grpSpPr>
          <a:xfrm flipV="1">
            <a:off x="3299824" y="2017191"/>
            <a:ext cx="1357444" cy="1207759"/>
            <a:chOff x="3584931" y="4964806"/>
            <a:chExt cx="1357444" cy="1207759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A27B148-88A0-7BC9-533C-DB090BED9F39}"/>
                </a:ext>
              </a:extLst>
            </p:cNvPr>
            <p:cNvSpPr/>
            <p:nvPr/>
          </p:nvSpPr>
          <p:spPr>
            <a:xfrm>
              <a:off x="3584931" y="4964806"/>
              <a:ext cx="365760" cy="35945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67062E4-7246-414F-6C1D-D6EC82597F29}"/>
                </a:ext>
              </a:extLst>
            </p:cNvPr>
            <p:cNvCxnSpPr>
              <a:cxnSpLocks/>
              <a:stCxn id="17" idx="6"/>
            </p:cNvCxnSpPr>
            <p:nvPr/>
          </p:nvCxnSpPr>
          <p:spPr>
            <a:xfrm>
              <a:off x="3950691" y="5144533"/>
              <a:ext cx="991684" cy="1253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BFC3581-ED39-9E68-C306-EF0C6B518D08}"/>
                </a:ext>
              </a:extLst>
            </p:cNvPr>
            <p:cNvCxnSpPr>
              <a:cxnSpLocks/>
              <a:stCxn id="17" idx="5"/>
            </p:cNvCxnSpPr>
            <p:nvPr/>
          </p:nvCxnSpPr>
          <p:spPr>
            <a:xfrm>
              <a:off x="3897127" y="5271619"/>
              <a:ext cx="926021" cy="4853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749AC25-97BB-F1F5-8AF6-313D9EDDAB19}"/>
                </a:ext>
              </a:extLst>
            </p:cNvPr>
            <p:cNvCxnSpPr>
              <a:cxnSpLocks/>
              <a:stCxn id="17" idx="4"/>
            </p:cNvCxnSpPr>
            <p:nvPr/>
          </p:nvCxnSpPr>
          <p:spPr>
            <a:xfrm>
              <a:off x="3767811" y="5324260"/>
              <a:ext cx="645955" cy="8483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A22E3EA0-FFA7-6C9C-FD48-E433099BE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504" y="4506748"/>
            <a:ext cx="529768" cy="423816"/>
          </a:xfrm>
          <a:custGeom>
            <a:avLst/>
            <a:gdLst>
              <a:gd name="connsiteX0" fmla="*/ 777 w 761998"/>
              <a:gd name="connsiteY0" fmla="*/ 637 h 609601"/>
              <a:gd name="connsiteX1" fmla="*/ 762775 w 761998"/>
              <a:gd name="connsiteY1" fmla="*/ 637 h 609601"/>
              <a:gd name="connsiteX2" fmla="*/ 762775 w 761998"/>
              <a:gd name="connsiteY2" fmla="*/ 610239 h 609601"/>
              <a:gd name="connsiteX3" fmla="*/ 777 w 761998"/>
              <a:gd name="connsiteY3" fmla="*/ 610239 h 60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1998" h="609601">
                <a:moveTo>
                  <a:pt x="777" y="637"/>
                </a:moveTo>
                <a:lnTo>
                  <a:pt x="762775" y="637"/>
                </a:lnTo>
                <a:lnTo>
                  <a:pt x="762775" y="610239"/>
                </a:lnTo>
                <a:lnTo>
                  <a:pt x="777" y="610239"/>
                </a:lnTo>
                <a:close/>
              </a:path>
            </a:pathLst>
          </a:cu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54423F-505F-B4EA-393B-BCE06D612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066" y="4170172"/>
            <a:ext cx="529768" cy="440785"/>
          </a:xfrm>
          <a:custGeom>
            <a:avLst/>
            <a:gdLst>
              <a:gd name="connsiteX0" fmla="*/ 971 w 659396"/>
              <a:gd name="connsiteY0" fmla="*/ 319 h 548640"/>
              <a:gd name="connsiteX1" fmla="*/ 660368 w 659396"/>
              <a:gd name="connsiteY1" fmla="*/ 319 h 548640"/>
              <a:gd name="connsiteX2" fmla="*/ 660368 w 659396"/>
              <a:gd name="connsiteY2" fmla="*/ 548959 h 548640"/>
              <a:gd name="connsiteX3" fmla="*/ 971 w 659396"/>
              <a:gd name="connsiteY3" fmla="*/ 548959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9396" h="548640">
                <a:moveTo>
                  <a:pt x="971" y="319"/>
                </a:moveTo>
                <a:lnTo>
                  <a:pt x="660368" y="319"/>
                </a:lnTo>
                <a:lnTo>
                  <a:pt x="660368" y="548959"/>
                </a:lnTo>
                <a:lnTo>
                  <a:pt x="971" y="548959"/>
                </a:lnTo>
                <a:close/>
              </a:path>
            </a:pathLst>
          </a:cu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9308BA5-3ADA-C0B6-5E38-53E3A6B491A4}"/>
              </a:ext>
            </a:extLst>
          </p:cNvPr>
          <p:cNvSpPr/>
          <p:nvPr/>
        </p:nvSpPr>
        <p:spPr>
          <a:xfrm>
            <a:off x="2561531" y="3808990"/>
            <a:ext cx="252628" cy="694663"/>
          </a:xfrm>
          <a:custGeom>
            <a:avLst/>
            <a:gdLst>
              <a:gd name="connsiteX0" fmla="*/ 0 w 239010"/>
              <a:gd name="connsiteY0" fmla="*/ 0 h 718928"/>
              <a:gd name="connsiteX1" fmla="*/ 163502 w 239010"/>
              <a:gd name="connsiteY1" fmla="*/ 199835 h 718928"/>
              <a:gd name="connsiteX2" fmla="*/ 236170 w 239010"/>
              <a:gd name="connsiteY2" fmla="*/ 520784 h 718928"/>
              <a:gd name="connsiteX3" fmla="*/ 72668 w 239010"/>
              <a:gd name="connsiteY3" fmla="*/ 708508 h 718928"/>
              <a:gd name="connsiteX4" fmla="*/ 12111 w 239010"/>
              <a:gd name="connsiteY4" fmla="*/ 678230 h 718928"/>
              <a:gd name="connsiteX0" fmla="*/ 0 w 238592"/>
              <a:gd name="connsiteY0" fmla="*/ 0 h 694663"/>
              <a:gd name="connsiteX1" fmla="*/ 163502 w 238592"/>
              <a:gd name="connsiteY1" fmla="*/ 199835 h 694663"/>
              <a:gd name="connsiteX2" fmla="*/ 236170 w 238592"/>
              <a:gd name="connsiteY2" fmla="*/ 520784 h 694663"/>
              <a:gd name="connsiteX3" fmla="*/ 201113 w 238592"/>
              <a:gd name="connsiteY3" fmla="*/ 668751 h 694663"/>
              <a:gd name="connsiteX4" fmla="*/ 12111 w 238592"/>
              <a:gd name="connsiteY4" fmla="*/ 678230 h 694663"/>
              <a:gd name="connsiteX0" fmla="*/ 0 w 252628"/>
              <a:gd name="connsiteY0" fmla="*/ 0 h 694663"/>
              <a:gd name="connsiteX1" fmla="*/ 163502 w 252628"/>
              <a:gd name="connsiteY1" fmla="*/ 199835 h 694663"/>
              <a:gd name="connsiteX2" fmla="*/ 251461 w 252628"/>
              <a:gd name="connsiteY2" fmla="*/ 422922 h 694663"/>
              <a:gd name="connsiteX3" fmla="*/ 201113 w 252628"/>
              <a:gd name="connsiteY3" fmla="*/ 668751 h 694663"/>
              <a:gd name="connsiteX4" fmla="*/ 12111 w 252628"/>
              <a:gd name="connsiteY4" fmla="*/ 678230 h 694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628" h="694663">
                <a:moveTo>
                  <a:pt x="0" y="0"/>
                </a:moveTo>
                <a:cubicBezTo>
                  <a:pt x="62070" y="56519"/>
                  <a:pt x="121592" y="129348"/>
                  <a:pt x="163502" y="199835"/>
                </a:cubicBezTo>
                <a:cubicBezTo>
                  <a:pt x="205412" y="270322"/>
                  <a:pt x="245193" y="344769"/>
                  <a:pt x="251461" y="422922"/>
                </a:cubicBezTo>
                <a:cubicBezTo>
                  <a:pt x="257729" y="501075"/>
                  <a:pt x="238456" y="642510"/>
                  <a:pt x="201113" y="668751"/>
                </a:cubicBezTo>
                <a:cubicBezTo>
                  <a:pt x="163770" y="694992"/>
                  <a:pt x="23718" y="706489"/>
                  <a:pt x="12111" y="678230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E8F3CEF-B1A1-6172-3733-F0DAF880340B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3521613" y="4503653"/>
            <a:ext cx="93798" cy="30875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00FDE6D-0E82-FBB6-273B-BF0D8C4E92FB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3543415" y="4218070"/>
            <a:ext cx="176499" cy="10528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DCDF8AC-3B3A-F4EA-482A-FEF66E649D63}"/>
              </a:ext>
            </a:extLst>
          </p:cNvPr>
          <p:cNvCxnSpPr>
            <a:cxnSpLocks/>
            <a:endCxn id="17" idx="7"/>
          </p:cNvCxnSpPr>
          <p:nvPr/>
        </p:nvCxnSpPr>
        <p:spPr>
          <a:xfrm flipV="1">
            <a:off x="3489490" y="3172309"/>
            <a:ext cx="122530" cy="107766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71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/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F3D9-F435-361B-2945-C34B26326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Guiding program search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02026A1E-82C2-9848-D92D-BB3C3B49C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472" y="1825625"/>
            <a:ext cx="5677328" cy="4351338"/>
          </a:xfrm>
        </p:spPr>
        <p:txBody>
          <a:bodyPr/>
          <a:lstStyle/>
          <a:p>
            <a:r>
              <a:rPr lang="en-US" dirty="0"/>
              <a:t>Problem: You only get ground truth on the leaves of the search tree</a:t>
            </a:r>
          </a:p>
          <a:p>
            <a:pPr lvl="1"/>
            <a:r>
              <a:rPr lang="en-US" dirty="0"/>
              <a:t>Value for an intermediate node is only an estimate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AD6B25-A286-85DD-2B5A-3BFBBAFEE4C9}"/>
              </a:ext>
            </a:extLst>
          </p:cNvPr>
          <p:cNvSpPr/>
          <p:nvPr/>
        </p:nvSpPr>
        <p:spPr>
          <a:xfrm>
            <a:off x="2125192" y="4020208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979527F-B119-E3DD-0CAA-4BAE2BEC8A13}"/>
              </a:ext>
            </a:extLst>
          </p:cNvPr>
          <p:cNvCxnSpPr>
            <a:cxnSpLocks/>
            <a:stCxn id="4" idx="7"/>
          </p:cNvCxnSpPr>
          <p:nvPr/>
        </p:nvCxnSpPr>
        <p:spPr>
          <a:xfrm flipV="1">
            <a:off x="2437388" y="3147192"/>
            <a:ext cx="865827" cy="925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3314811-3A5A-AD99-09A9-5A0944BC6A47}"/>
              </a:ext>
            </a:extLst>
          </p:cNvPr>
          <p:cNvCxnSpPr>
            <a:cxnSpLocks/>
            <a:stCxn id="4" idx="6"/>
          </p:cNvCxnSpPr>
          <p:nvPr/>
        </p:nvCxnSpPr>
        <p:spPr>
          <a:xfrm flipV="1">
            <a:off x="2490952" y="4127413"/>
            <a:ext cx="1175398" cy="72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04F878-B2C1-1859-0A2F-A65BEEBC4D8C}"/>
              </a:ext>
            </a:extLst>
          </p:cNvPr>
          <p:cNvCxnSpPr>
            <a:cxnSpLocks/>
            <a:stCxn id="4" idx="5"/>
          </p:cNvCxnSpPr>
          <p:nvPr/>
        </p:nvCxnSpPr>
        <p:spPr>
          <a:xfrm>
            <a:off x="2437388" y="4327021"/>
            <a:ext cx="997081" cy="555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F3FA8302-4CDC-3052-E227-15061ADFE97A}"/>
              </a:ext>
            </a:extLst>
          </p:cNvPr>
          <p:cNvSpPr/>
          <p:nvPr/>
        </p:nvSpPr>
        <p:spPr>
          <a:xfrm>
            <a:off x="3666350" y="3911257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26E231-B067-1035-67B4-2ED1410899B2}"/>
              </a:ext>
            </a:extLst>
          </p:cNvPr>
          <p:cNvCxnSpPr>
            <a:cxnSpLocks/>
            <a:stCxn id="9" idx="7"/>
          </p:cNvCxnSpPr>
          <p:nvPr/>
        </p:nvCxnSpPr>
        <p:spPr>
          <a:xfrm flipV="1">
            <a:off x="3978546" y="3387368"/>
            <a:ext cx="916766" cy="576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7D7382D-307B-D769-D58A-400BE8F448A6}"/>
              </a:ext>
            </a:extLst>
          </p:cNvPr>
          <p:cNvCxnSpPr>
            <a:cxnSpLocks/>
            <a:stCxn id="9" idx="6"/>
          </p:cNvCxnSpPr>
          <p:nvPr/>
        </p:nvCxnSpPr>
        <p:spPr>
          <a:xfrm flipV="1">
            <a:off x="4032110" y="4008556"/>
            <a:ext cx="1226337" cy="8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867CD3-8C02-1A62-F660-C2827D38ACEF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3978546" y="4218070"/>
            <a:ext cx="1048020" cy="545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6AADC36-48EC-52BC-F824-4DE5F605A076}"/>
              </a:ext>
            </a:extLst>
          </p:cNvPr>
          <p:cNvGrpSpPr/>
          <p:nvPr/>
        </p:nvGrpSpPr>
        <p:grpSpPr>
          <a:xfrm>
            <a:off x="3432531" y="4812406"/>
            <a:ext cx="1357444" cy="1207759"/>
            <a:chOff x="3432531" y="4812406"/>
            <a:chExt cx="1357444" cy="120775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A00278-9FB8-95B1-E047-6A1B7C3E453C}"/>
                </a:ext>
              </a:extLst>
            </p:cNvPr>
            <p:cNvSpPr/>
            <p:nvPr/>
          </p:nvSpPr>
          <p:spPr>
            <a:xfrm>
              <a:off x="3432531" y="4812406"/>
              <a:ext cx="365760" cy="35945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436BDAF-BCFA-C72D-97C3-BDBC9B2E2593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>
              <a:off x="3798291" y="4992133"/>
              <a:ext cx="991684" cy="1253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BF0BD8A-435A-6828-124F-A1A9D23565B1}"/>
                </a:ext>
              </a:extLst>
            </p:cNvPr>
            <p:cNvCxnSpPr>
              <a:cxnSpLocks/>
              <a:stCxn id="10" idx="5"/>
            </p:cNvCxnSpPr>
            <p:nvPr/>
          </p:nvCxnSpPr>
          <p:spPr>
            <a:xfrm>
              <a:off x="3744727" y="5119219"/>
              <a:ext cx="926021" cy="4853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49CB18E-1D69-B6EF-5590-D9C20491774C}"/>
                </a:ext>
              </a:extLst>
            </p:cNvPr>
            <p:cNvCxnSpPr>
              <a:cxnSpLocks/>
              <a:stCxn id="10" idx="4"/>
            </p:cNvCxnSpPr>
            <p:nvPr/>
          </p:nvCxnSpPr>
          <p:spPr>
            <a:xfrm>
              <a:off x="3615411" y="5171860"/>
              <a:ext cx="645955" cy="8483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FA15AA7-3672-6BFF-682F-243B19B112FE}"/>
              </a:ext>
            </a:extLst>
          </p:cNvPr>
          <p:cNvGrpSpPr/>
          <p:nvPr/>
        </p:nvGrpSpPr>
        <p:grpSpPr>
          <a:xfrm flipV="1">
            <a:off x="3299824" y="2017191"/>
            <a:ext cx="1357444" cy="1207759"/>
            <a:chOff x="3584931" y="4964806"/>
            <a:chExt cx="1357444" cy="1207759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A27B148-88A0-7BC9-533C-DB090BED9F39}"/>
                </a:ext>
              </a:extLst>
            </p:cNvPr>
            <p:cNvSpPr/>
            <p:nvPr/>
          </p:nvSpPr>
          <p:spPr>
            <a:xfrm>
              <a:off x="3584931" y="4964806"/>
              <a:ext cx="365760" cy="35945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67062E4-7246-414F-6C1D-D6EC82597F29}"/>
                </a:ext>
              </a:extLst>
            </p:cNvPr>
            <p:cNvCxnSpPr>
              <a:cxnSpLocks/>
              <a:stCxn id="17" idx="6"/>
            </p:cNvCxnSpPr>
            <p:nvPr/>
          </p:nvCxnSpPr>
          <p:spPr>
            <a:xfrm>
              <a:off x="3950691" y="5144533"/>
              <a:ext cx="991684" cy="1253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BFC3581-ED39-9E68-C306-EF0C6B518D08}"/>
                </a:ext>
              </a:extLst>
            </p:cNvPr>
            <p:cNvCxnSpPr>
              <a:cxnSpLocks/>
              <a:stCxn id="17" idx="5"/>
            </p:cNvCxnSpPr>
            <p:nvPr/>
          </p:nvCxnSpPr>
          <p:spPr>
            <a:xfrm>
              <a:off x="3897127" y="5271619"/>
              <a:ext cx="926021" cy="4853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749AC25-97BB-F1F5-8AF6-313D9EDDAB19}"/>
                </a:ext>
              </a:extLst>
            </p:cNvPr>
            <p:cNvCxnSpPr>
              <a:cxnSpLocks/>
              <a:stCxn id="17" idx="4"/>
            </p:cNvCxnSpPr>
            <p:nvPr/>
          </p:nvCxnSpPr>
          <p:spPr>
            <a:xfrm>
              <a:off x="3767811" y="5324260"/>
              <a:ext cx="645955" cy="8483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1B6C688-4BDD-A418-D073-16639170CC1F}"/>
              </a:ext>
            </a:extLst>
          </p:cNvPr>
          <p:cNvGrpSpPr/>
          <p:nvPr/>
        </p:nvGrpSpPr>
        <p:grpSpPr>
          <a:xfrm>
            <a:off x="4814104" y="4991533"/>
            <a:ext cx="1357444" cy="1207759"/>
            <a:chOff x="3432531" y="4812406"/>
            <a:chExt cx="1357444" cy="1207759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B63F3D5-A0DF-E03D-891F-0821478011E6}"/>
                </a:ext>
              </a:extLst>
            </p:cNvPr>
            <p:cNvSpPr/>
            <p:nvPr/>
          </p:nvSpPr>
          <p:spPr>
            <a:xfrm>
              <a:off x="3432531" y="4812406"/>
              <a:ext cx="365760" cy="35945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70052B3-9F51-D9E8-AFA2-5AF02CDC4585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3798291" y="4992133"/>
              <a:ext cx="991684" cy="1253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7DC02FA-09F9-525F-4DE7-7E1E9E5E07F8}"/>
                </a:ext>
              </a:extLst>
            </p:cNvPr>
            <p:cNvCxnSpPr>
              <a:cxnSpLocks/>
              <a:stCxn id="8" idx="5"/>
            </p:cNvCxnSpPr>
            <p:nvPr/>
          </p:nvCxnSpPr>
          <p:spPr>
            <a:xfrm>
              <a:off x="3744727" y="5119219"/>
              <a:ext cx="926021" cy="4853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64126EF-BA44-CEBE-BA4C-CF66FFB3E904}"/>
                </a:ext>
              </a:extLst>
            </p:cNvPr>
            <p:cNvCxnSpPr>
              <a:cxnSpLocks/>
              <a:stCxn id="8" idx="4"/>
            </p:cNvCxnSpPr>
            <p:nvPr/>
          </p:nvCxnSpPr>
          <p:spPr>
            <a:xfrm>
              <a:off x="3615411" y="5171860"/>
              <a:ext cx="645955" cy="8483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863F1D7C-46BE-A1B8-85BE-56754EEA85ED}"/>
              </a:ext>
            </a:extLst>
          </p:cNvPr>
          <p:cNvSpPr/>
          <p:nvPr/>
        </p:nvSpPr>
        <p:spPr>
          <a:xfrm>
            <a:off x="6052321" y="5731090"/>
            <a:ext cx="365760" cy="35945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B491AB6-4F84-2E2C-DF15-C3F3190D8B3C}"/>
                  </a:ext>
                </a:extLst>
              </p:cNvPr>
              <p:cNvSpPr txBox="1"/>
              <p:nvPr/>
            </p:nvSpPr>
            <p:spPr>
              <a:xfrm>
                <a:off x="6139547" y="5989970"/>
                <a:ext cx="3543923" cy="573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 </m:t>
                      </m:r>
                      <m:limLow>
                        <m:limLow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i="0" dirty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lim>
                      </m:limLow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0" dirty="0" smtClean="0">
                          <a:latin typeface="Cambria Math" panose="02040503050406030204" pitchFamily="18" charset="0"/>
                        </a:rPr>
                        <m:t>Loss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B491AB6-4F84-2E2C-DF15-C3F3190D8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9547" y="5989970"/>
                <a:ext cx="3543923" cy="573106"/>
              </a:xfrm>
              <a:prstGeom prst="rect">
                <a:avLst/>
              </a:prstGeom>
              <a:blipFill>
                <a:blip r:embed="rId2"/>
                <a:stretch>
                  <a:fillRect b="-5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664A6AC-165F-D387-DAF5-AEA90EBCDBC0}"/>
                  </a:ext>
                </a:extLst>
              </p:cNvPr>
              <p:cNvSpPr txBox="1"/>
              <p:nvPr/>
            </p:nvSpPr>
            <p:spPr>
              <a:xfrm>
                <a:off x="6039978" y="5721212"/>
                <a:ext cx="37401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664A6AC-165F-D387-DAF5-AEA90EBCD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978" y="5721212"/>
                <a:ext cx="374013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495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F3D9-F435-361B-2945-C34B26326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Guiding program search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02026A1E-82C2-9848-D92D-BB3C3B49C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472" y="1825625"/>
            <a:ext cx="6123398" cy="4351338"/>
          </a:xfrm>
        </p:spPr>
        <p:txBody>
          <a:bodyPr/>
          <a:lstStyle/>
          <a:p>
            <a:r>
              <a:rPr lang="en-US" dirty="0"/>
              <a:t>Problem: You only get ground truth on the leaves of the search tree</a:t>
            </a:r>
          </a:p>
          <a:p>
            <a:pPr lvl="1"/>
            <a:r>
              <a:rPr lang="en-US" dirty="0"/>
              <a:t>Value for an intermediate node is only an estimate</a:t>
            </a:r>
          </a:p>
          <a:p>
            <a:r>
              <a:rPr lang="en-US" dirty="0"/>
              <a:t>Can we get a better estimate with DL?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AD6B25-A286-85DD-2B5A-3BFBBAFEE4C9}"/>
              </a:ext>
            </a:extLst>
          </p:cNvPr>
          <p:cNvSpPr/>
          <p:nvPr/>
        </p:nvSpPr>
        <p:spPr>
          <a:xfrm>
            <a:off x="2125192" y="4020208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979527F-B119-E3DD-0CAA-4BAE2BEC8A13}"/>
              </a:ext>
            </a:extLst>
          </p:cNvPr>
          <p:cNvCxnSpPr>
            <a:cxnSpLocks/>
            <a:stCxn id="4" idx="7"/>
          </p:cNvCxnSpPr>
          <p:nvPr/>
        </p:nvCxnSpPr>
        <p:spPr>
          <a:xfrm flipV="1">
            <a:off x="2437388" y="3147192"/>
            <a:ext cx="865827" cy="925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3314811-3A5A-AD99-09A9-5A0944BC6A47}"/>
              </a:ext>
            </a:extLst>
          </p:cNvPr>
          <p:cNvCxnSpPr>
            <a:cxnSpLocks/>
            <a:stCxn id="4" idx="6"/>
          </p:cNvCxnSpPr>
          <p:nvPr/>
        </p:nvCxnSpPr>
        <p:spPr>
          <a:xfrm flipV="1">
            <a:off x="2490952" y="4127413"/>
            <a:ext cx="1175398" cy="72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04F878-B2C1-1859-0A2F-A65BEEBC4D8C}"/>
              </a:ext>
            </a:extLst>
          </p:cNvPr>
          <p:cNvCxnSpPr>
            <a:cxnSpLocks/>
            <a:stCxn id="4" idx="5"/>
          </p:cNvCxnSpPr>
          <p:nvPr/>
        </p:nvCxnSpPr>
        <p:spPr>
          <a:xfrm>
            <a:off x="2437388" y="4327021"/>
            <a:ext cx="997081" cy="555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F3FA8302-4CDC-3052-E227-15061ADFE97A}"/>
              </a:ext>
            </a:extLst>
          </p:cNvPr>
          <p:cNvSpPr/>
          <p:nvPr/>
        </p:nvSpPr>
        <p:spPr>
          <a:xfrm>
            <a:off x="3666350" y="3911257"/>
            <a:ext cx="365760" cy="359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26E231-B067-1035-67B4-2ED1410899B2}"/>
              </a:ext>
            </a:extLst>
          </p:cNvPr>
          <p:cNvCxnSpPr>
            <a:cxnSpLocks/>
            <a:stCxn id="9" idx="7"/>
          </p:cNvCxnSpPr>
          <p:nvPr/>
        </p:nvCxnSpPr>
        <p:spPr>
          <a:xfrm flipV="1">
            <a:off x="3978546" y="3387368"/>
            <a:ext cx="916766" cy="576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7D7382D-307B-D769-D58A-400BE8F448A6}"/>
              </a:ext>
            </a:extLst>
          </p:cNvPr>
          <p:cNvCxnSpPr>
            <a:cxnSpLocks/>
            <a:stCxn id="9" idx="6"/>
          </p:cNvCxnSpPr>
          <p:nvPr/>
        </p:nvCxnSpPr>
        <p:spPr>
          <a:xfrm flipV="1">
            <a:off x="4032110" y="4008556"/>
            <a:ext cx="1226337" cy="8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867CD3-8C02-1A62-F660-C2827D38ACEF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3978546" y="4218070"/>
            <a:ext cx="1048020" cy="545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6AADC36-48EC-52BC-F824-4DE5F605A076}"/>
              </a:ext>
            </a:extLst>
          </p:cNvPr>
          <p:cNvGrpSpPr/>
          <p:nvPr/>
        </p:nvGrpSpPr>
        <p:grpSpPr>
          <a:xfrm>
            <a:off x="3432531" y="4812406"/>
            <a:ext cx="1357444" cy="1207759"/>
            <a:chOff x="3432531" y="4812406"/>
            <a:chExt cx="1357444" cy="120775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A00278-9FB8-95B1-E047-6A1B7C3E453C}"/>
                </a:ext>
              </a:extLst>
            </p:cNvPr>
            <p:cNvSpPr/>
            <p:nvPr/>
          </p:nvSpPr>
          <p:spPr>
            <a:xfrm>
              <a:off x="3432531" y="4812406"/>
              <a:ext cx="365760" cy="35945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436BDAF-BCFA-C72D-97C3-BDBC9B2E2593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>
              <a:off x="3798291" y="4992133"/>
              <a:ext cx="991684" cy="1253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BF0BD8A-435A-6828-124F-A1A9D23565B1}"/>
                </a:ext>
              </a:extLst>
            </p:cNvPr>
            <p:cNvCxnSpPr>
              <a:cxnSpLocks/>
              <a:stCxn id="10" idx="5"/>
            </p:cNvCxnSpPr>
            <p:nvPr/>
          </p:nvCxnSpPr>
          <p:spPr>
            <a:xfrm>
              <a:off x="3744727" y="5119219"/>
              <a:ext cx="926021" cy="4853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49CB18E-1D69-B6EF-5590-D9C20491774C}"/>
                </a:ext>
              </a:extLst>
            </p:cNvPr>
            <p:cNvCxnSpPr>
              <a:cxnSpLocks/>
              <a:stCxn id="10" idx="4"/>
            </p:cNvCxnSpPr>
            <p:nvPr/>
          </p:nvCxnSpPr>
          <p:spPr>
            <a:xfrm>
              <a:off x="3615411" y="5171860"/>
              <a:ext cx="645955" cy="8483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FA15AA7-3672-6BFF-682F-243B19B112FE}"/>
              </a:ext>
            </a:extLst>
          </p:cNvPr>
          <p:cNvGrpSpPr/>
          <p:nvPr/>
        </p:nvGrpSpPr>
        <p:grpSpPr>
          <a:xfrm flipV="1">
            <a:off x="3299824" y="2017191"/>
            <a:ext cx="1357444" cy="1207759"/>
            <a:chOff x="3584931" y="4964806"/>
            <a:chExt cx="1357444" cy="1207759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A27B148-88A0-7BC9-533C-DB090BED9F39}"/>
                </a:ext>
              </a:extLst>
            </p:cNvPr>
            <p:cNvSpPr/>
            <p:nvPr/>
          </p:nvSpPr>
          <p:spPr>
            <a:xfrm>
              <a:off x="3584931" y="4964806"/>
              <a:ext cx="365760" cy="35945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67062E4-7246-414F-6C1D-D6EC82597F29}"/>
                </a:ext>
              </a:extLst>
            </p:cNvPr>
            <p:cNvCxnSpPr>
              <a:cxnSpLocks/>
              <a:stCxn id="17" idx="6"/>
            </p:cNvCxnSpPr>
            <p:nvPr/>
          </p:nvCxnSpPr>
          <p:spPr>
            <a:xfrm>
              <a:off x="3950691" y="5144533"/>
              <a:ext cx="991684" cy="1253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BFC3581-ED39-9E68-C306-EF0C6B518D08}"/>
                </a:ext>
              </a:extLst>
            </p:cNvPr>
            <p:cNvCxnSpPr>
              <a:cxnSpLocks/>
              <a:stCxn id="17" idx="5"/>
            </p:cNvCxnSpPr>
            <p:nvPr/>
          </p:nvCxnSpPr>
          <p:spPr>
            <a:xfrm>
              <a:off x="3897127" y="5271619"/>
              <a:ext cx="926021" cy="4853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749AC25-97BB-F1F5-8AF6-313D9EDDAB19}"/>
                </a:ext>
              </a:extLst>
            </p:cNvPr>
            <p:cNvCxnSpPr>
              <a:cxnSpLocks/>
              <a:stCxn id="17" idx="4"/>
            </p:cNvCxnSpPr>
            <p:nvPr/>
          </p:nvCxnSpPr>
          <p:spPr>
            <a:xfrm>
              <a:off x="3767811" y="5324260"/>
              <a:ext cx="645955" cy="8483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1B6C688-4BDD-A418-D073-16639170CC1F}"/>
              </a:ext>
            </a:extLst>
          </p:cNvPr>
          <p:cNvGrpSpPr/>
          <p:nvPr/>
        </p:nvGrpSpPr>
        <p:grpSpPr>
          <a:xfrm>
            <a:off x="4814104" y="4991533"/>
            <a:ext cx="1357444" cy="1207759"/>
            <a:chOff x="3432531" y="4812406"/>
            <a:chExt cx="1357444" cy="1207759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B63F3D5-A0DF-E03D-891F-0821478011E6}"/>
                </a:ext>
              </a:extLst>
            </p:cNvPr>
            <p:cNvSpPr/>
            <p:nvPr/>
          </p:nvSpPr>
          <p:spPr>
            <a:xfrm>
              <a:off x="3432531" y="4812406"/>
              <a:ext cx="365760" cy="35945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70052B3-9F51-D9E8-AFA2-5AF02CDC4585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3798291" y="4992133"/>
              <a:ext cx="991684" cy="1253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7DC02FA-09F9-525F-4DE7-7E1E9E5E07F8}"/>
                </a:ext>
              </a:extLst>
            </p:cNvPr>
            <p:cNvCxnSpPr>
              <a:cxnSpLocks/>
              <a:stCxn id="8" idx="5"/>
            </p:cNvCxnSpPr>
            <p:nvPr/>
          </p:nvCxnSpPr>
          <p:spPr>
            <a:xfrm>
              <a:off x="3744727" y="5119219"/>
              <a:ext cx="926021" cy="4853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64126EF-BA44-CEBE-BA4C-CF66FFB3E904}"/>
                </a:ext>
              </a:extLst>
            </p:cNvPr>
            <p:cNvCxnSpPr>
              <a:cxnSpLocks/>
              <a:stCxn id="8" idx="4"/>
            </p:cNvCxnSpPr>
            <p:nvPr/>
          </p:nvCxnSpPr>
          <p:spPr>
            <a:xfrm>
              <a:off x="3615411" y="5171860"/>
              <a:ext cx="645955" cy="8483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863F1D7C-46BE-A1B8-85BE-56754EEA85ED}"/>
              </a:ext>
            </a:extLst>
          </p:cNvPr>
          <p:cNvSpPr/>
          <p:nvPr/>
        </p:nvSpPr>
        <p:spPr>
          <a:xfrm>
            <a:off x="6052321" y="5731090"/>
            <a:ext cx="365760" cy="35945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22CFBEB-1885-B0EE-C7AB-4751815BC111}"/>
                  </a:ext>
                </a:extLst>
              </p:cNvPr>
              <p:cNvSpPr txBox="1"/>
              <p:nvPr/>
            </p:nvSpPr>
            <p:spPr>
              <a:xfrm>
                <a:off x="6139547" y="5989970"/>
                <a:ext cx="3543923" cy="573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 </m:t>
                      </m:r>
                      <m:limLow>
                        <m:limLow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i="0" dirty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lim>
                      </m:limLow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0" dirty="0" smtClean="0">
                          <a:latin typeface="Cambria Math" panose="02040503050406030204" pitchFamily="18" charset="0"/>
                        </a:rPr>
                        <m:t>Loss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22CFBEB-1885-B0EE-C7AB-4751815BC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9547" y="5989970"/>
                <a:ext cx="3543923" cy="573106"/>
              </a:xfrm>
              <a:prstGeom prst="rect">
                <a:avLst/>
              </a:prstGeom>
              <a:blipFill>
                <a:blip r:embed="rId2"/>
                <a:stretch>
                  <a:fillRect b="-5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4F319EF-998E-DF27-D9D3-0CFECE890604}"/>
                  </a:ext>
                </a:extLst>
              </p:cNvPr>
              <p:cNvSpPr txBox="1"/>
              <p:nvPr/>
            </p:nvSpPr>
            <p:spPr>
              <a:xfrm>
                <a:off x="4760540" y="4982544"/>
                <a:ext cx="45467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4F319EF-998E-DF27-D9D3-0CFECE890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540" y="4982544"/>
                <a:ext cx="454676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5E6D07F-7F18-0559-E825-D7370FBFA172}"/>
                  </a:ext>
                </a:extLst>
              </p:cNvPr>
              <p:cNvSpPr txBox="1"/>
              <p:nvPr/>
            </p:nvSpPr>
            <p:spPr>
              <a:xfrm>
                <a:off x="6039978" y="5721212"/>
                <a:ext cx="37401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5E6D07F-7F18-0559-E825-D7370FBFA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978" y="5721212"/>
                <a:ext cx="374013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7AC3EA4-A6F9-9DFB-A62E-C1B9AC71178F}"/>
                  </a:ext>
                </a:extLst>
              </p:cNvPr>
              <p:cNvSpPr txBox="1"/>
              <p:nvPr/>
            </p:nvSpPr>
            <p:spPr>
              <a:xfrm>
                <a:off x="3393758" y="4801695"/>
                <a:ext cx="45467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7AC3EA4-A6F9-9DFB-A62E-C1B9AC711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758" y="4801695"/>
                <a:ext cx="454676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B2C6C43-8837-75E8-F2E6-30D61CB78E13}"/>
                  </a:ext>
                </a:extLst>
              </p:cNvPr>
              <p:cNvSpPr txBox="1"/>
              <p:nvPr/>
            </p:nvSpPr>
            <p:spPr>
              <a:xfrm>
                <a:off x="2076950" y="4014010"/>
                <a:ext cx="45467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B2C6C43-8837-75E8-F2E6-30D61CB78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950" y="4014010"/>
                <a:ext cx="454676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381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/>
      <p:bldP spid="2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A4FB7-B6C3-DB16-9BFF-68F3E19A4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the “Cost to Go”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CE9B28-487B-A603-F0EF-5E5A9164BE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= partial program (non-terminal nodes)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[?→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= completions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(reachable terminal nodes)</a:t>
                </a:r>
              </a:p>
              <a:p>
                <a:pPr lvl="1"/>
                <a:endParaRPr lang="en-US" sz="1000" dirty="0"/>
              </a:p>
              <a:p>
                <a:pPr marL="457200" lvl="1" indent="0">
                  <a:buNone/>
                </a:pPr>
                <a:endParaRPr lang="en-US" sz="720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b="0" dirty="0">
                    <a:solidFill>
                      <a:schemeClr val="accent6">
                        <a:lumMod val="75000"/>
                      </a:schemeClr>
                    </a:solidFill>
                  </a:rPr>
                  <a:t>Heuristic Estimate: </a:t>
                </a:r>
                <a:r>
                  <a:rPr lang="en-US" i="1" dirty="0">
                    <a:solidFill>
                      <a:schemeClr val="accent6">
                        <a:lumMod val="75000"/>
                      </a:schemeClr>
                    </a:solidFill>
                  </a:rPr>
                  <a:t>d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ℂ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lim>
                    </m:limLow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limLow>
                          <m:limLowPr>
                            <m:ctrlPr>
                              <a:rPr lang="en-US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i="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Loss</m:t>
                        </m:r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sz="1800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is a lower bound  it becomes an “admissible heuristic”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CE9B28-487B-A603-F0EF-5E5A9164BE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t="-2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F724484-8298-A9B7-8F70-35EE961ADC58}"/>
              </a:ext>
            </a:extLst>
          </p:cNvPr>
          <p:cNvSpPr txBox="1"/>
          <p:nvPr/>
        </p:nvSpPr>
        <p:spPr>
          <a:xfrm>
            <a:off x="4731392" y="4825391"/>
            <a:ext cx="2871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Additional Structure Cost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0C0400-05B7-AD58-69AA-A246808BBD30}"/>
              </a:ext>
            </a:extLst>
          </p:cNvPr>
          <p:cNvSpPr txBox="1"/>
          <p:nvPr/>
        </p:nvSpPr>
        <p:spPr>
          <a:xfrm>
            <a:off x="8107628" y="4825391"/>
            <a:ext cx="1531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Training Loss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808F7B96-07F4-58B6-8F57-0C60ECA9B787}"/>
              </a:ext>
            </a:extLst>
          </p:cNvPr>
          <p:cNvSpPr/>
          <p:nvPr/>
        </p:nvSpPr>
        <p:spPr>
          <a:xfrm rot="16200000">
            <a:off x="6422490" y="4087056"/>
            <a:ext cx="285271" cy="1191397"/>
          </a:xfrm>
          <a:prstGeom prst="leftBrac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D8346172-B9E9-87F0-4E55-0C585978870C}"/>
              </a:ext>
            </a:extLst>
          </p:cNvPr>
          <p:cNvSpPr/>
          <p:nvPr/>
        </p:nvSpPr>
        <p:spPr>
          <a:xfrm rot="16200000">
            <a:off x="8505767" y="3610284"/>
            <a:ext cx="262183" cy="2144938"/>
          </a:xfrm>
          <a:prstGeom prst="leftBrac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183231-8C2C-534B-1F81-900DC2E357DB}"/>
              </a:ext>
            </a:extLst>
          </p:cNvPr>
          <p:cNvSpPr txBox="1"/>
          <p:nvPr/>
        </p:nvSpPr>
        <p:spPr>
          <a:xfrm>
            <a:off x="6778955" y="3271742"/>
            <a:ext cx="16065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“Cost to Go”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0E064C9E-97E9-A1FB-96DD-55C385DD616B}"/>
              </a:ext>
            </a:extLst>
          </p:cNvPr>
          <p:cNvSpPr/>
          <p:nvPr/>
        </p:nvSpPr>
        <p:spPr>
          <a:xfrm rot="5400000">
            <a:off x="7391628" y="1284996"/>
            <a:ext cx="262181" cy="5093916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0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4" grpId="0" animBg="1"/>
      <p:bldP spid="19" grpId="0" animBg="1"/>
      <p:bldP spid="21" grpId="0"/>
      <p:bldP spid="2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D8BA3-8CD3-55D5-4202-DF66F295D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6973"/>
            <a:ext cx="10515600" cy="1325563"/>
          </a:xfrm>
        </p:spPr>
        <p:txBody>
          <a:bodyPr/>
          <a:lstStyle/>
          <a:p>
            <a:r>
              <a:rPr lang="en-US" dirty="0"/>
              <a:t>Learning with Neural Heuristics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3A3199-1398-46C0-10F4-D0C7B2599785}"/>
              </a:ext>
            </a:extLst>
          </p:cNvPr>
          <p:cNvSpPr txBox="1"/>
          <p:nvPr/>
        </p:nvSpPr>
        <p:spPr>
          <a:xfrm>
            <a:off x="838200" y="6131402"/>
            <a:ext cx="115824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ea typeface="Helvetica Neue" charset="0"/>
                <a:cs typeface="Helvetica Neue" charset="0"/>
              </a:rPr>
              <a:t>Shah et al. </a:t>
            </a:r>
            <a:r>
              <a:rPr lang="en-US" sz="1500" b="1" i="1" dirty="0">
                <a:ea typeface="Helvetica Neue" charset="0"/>
                <a:cs typeface="Helvetica Neue" charset="0"/>
              </a:rPr>
              <a:t>Learning Differentiable Programs with Neural Admissible Heuristics. </a:t>
            </a:r>
            <a:r>
              <a:rPr lang="en-US" sz="1500" dirty="0">
                <a:ea typeface="Helvetica Neue" charset="0"/>
                <a:cs typeface="Helvetica Neue" charset="0"/>
              </a:rPr>
              <a:t> </a:t>
            </a:r>
            <a:r>
              <a:rPr lang="en-US" sz="1500" dirty="0" err="1">
                <a:ea typeface="Helvetica Neue" charset="0"/>
                <a:cs typeface="Helvetica Neue" charset="0"/>
              </a:rPr>
              <a:t>NeurIPS</a:t>
            </a:r>
            <a:r>
              <a:rPr lang="en-US" sz="1500" dirty="0">
                <a:ea typeface="Helvetica Neue" charset="0"/>
                <a:cs typeface="Helvetica Neue" charset="0"/>
              </a:rPr>
              <a:t> 2020.</a:t>
            </a:r>
          </a:p>
        </p:txBody>
      </p:sp>
    </p:spTree>
    <p:extLst>
      <p:ext uri="{BB962C8B-B14F-4D97-AF65-F5344CB8AC3E}">
        <p14:creationId xmlns:p14="http://schemas.microsoft.com/office/powerpoint/2010/main" val="35584503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F8DB1B3-D099-3D40-8318-E0D5A72D6A76}"/>
                  </a:ext>
                </a:extLst>
              </p:cNvPr>
              <p:cNvSpPr/>
              <p:nvPr/>
            </p:nvSpPr>
            <p:spPr>
              <a:xfrm>
                <a:off x="4658270" y="3972046"/>
                <a:ext cx="4083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F8DB1B3-D099-3D40-8318-E0D5A72D6A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270" y="3972046"/>
                <a:ext cx="408382" cy="307777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Picture 44">
            <a:extLst>
              <a:ext uri="{FF2B5EF4-FFF2-40B4-BE49-F238E27FC236}">
                <a16:creationId xmlns:a16="http://schemas.microsoft.com/office/drawing/2014/main" id="{9891175E-9AD3-784A-877C-BEE32F515EC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2" r="4762"/>
          <a:stretch/>
        </p:blipFill>
        <p:spPr>
          <a:xfrm>
            <a:off x="5231898" y="3819897"/>
            <a:ext cx="1361297" cy="60836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1324722-F260-9648-A53A-CBE6C9089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841" y="4629267"/>
            <a:ext cx="2106139" cy="1179438"/>
          </a:xfrm>
          <a:prstGeom prst="rect">
            <a:avLst/>
          </a:prstGeom>
        </p:spPr>
      </p:pic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84D1C3A-DA45-6549-87D5-0D488D3C749F}"/>
              </a:ext>
            </a:extLst>
          </p:cNvPr>
          <p:cNvGrpSpPr/>
          <p:nvPr/>
        </p:nvGrpSpPr>
        <p:grpSpPr>
          <a:xfrm>
            <a:off x="2626120" y="1954129"/>
            <a:ext cx="6316032" cy="1751783"/>
            <a:chOff x="2639691" y="1832351"/>
            <a:chExt cx="6316032" cy="1751783"/>
          </a:xfrm>
        </p:grpSpPr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0E5AD04A-B669-0D46-9978-EEA6473C95BC}"/>
                </a:ext>
              </a:extLst>
            </p:cNvPr>
            <p:cNvSpPr/>
            <p:nvPr/>
          </p:nvSpPr>
          <p:spPr>
            <a:xfrm>
              <a:off x="5044241" y="3287022"/>
              <a:ext cx="1669531" cy="275235"/>
            </a:xfrm>
            <a:prstGeom prst="roundRect">
              <a:avLst/>
            </a:prstGeom>
            <a:solidFill>
              <a:schemeClr val="accent1">
                <a:alpha val="57000"/>
              </a:schemeClr>
            </a:solidFill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algn="ctr" defTabSz="308063" latinLnBrk="1" hangingPunct="0"/>
              <a:endParaRPr lang="ja-JP" altLang="en-US" sz="1265">
                <a:solidFill>
                  <a:srgbClr val="FFFFFF"/>
                </a:solidFill>
                <a:sym typeface="Helvetica Light"/>
              </a:endParaRP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95892D43-91A5-8B4F-8891-144836945917}"/>
                </a:ext>
              </a:extLst>
            </p:cNvPr>
            <p:cNvGrpSpPr/>
            <p:nvPr/>
          </p:nvGrpSpPr>
          <p:grpSpPr>
            <a:xfrm>
              <a:off x="5209121" y="1832351"/>
              <a:ext cx="899878" cy="275235"/>
              <a:chOff x="8265592" y="2814077"/>
              <a:chExt cx="1706435" cy="521928"/>
            </a:xfrm>
          </p:grpSpPr>
          <p:sp>
            <p:nvSpPr>
              <p:cNvPr id="135" name="Rounded Rectangle 134">
                <a:extLst>
                  <a:ext uri="{FF2B5EF4-FFF2-40B4-BE49-F238E27FC236}">
                    <a16:creationId xmlns:a16="http://schemas.microsoft.com/office/drawing/2014/main" id="{8C0F28BD-77E6-7F4D-BA0A-04E125488D0E}"/>
                  </a:ext>
                </a:extLst>
              </p:cNvPr>
              <p:cNvSpPr/>
              <p:nvPr/>
            </p:nvSpPr>
            <p:spPr>
              <a:xfrm>
                <a:off x="8265592" y="2814077"/>
                <a:ext cx="1706435" cy="521928"/>
              </a:xfrm>
              <a:prstGeom prst="round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algn="ctr" defTabSz="308063" latinLnBrk="1" hangingPunct="0"/>
                <a:endParaRPr lang="ja-JP" altLang="en-US" sz="1265">
                  <a:solidFill>
                    <a:srgbClr val="FFFFFF"/>
                  </a:solidFill>
                  <a:sym typeface="Helvetica Light"/>
                </a:endParaRPr>
              </a:p>
            </p:txBody>
          </p:sp>
          <p:pic>
            <p:nvPicPr>
              <p:cNvPr id="136" name="Picture 135" descr="latex-image-1.pdf">
                <a:extLst>
                  <a:ext uri="{FF2B5EF4-FFF2-40B4-BE49-F238E27FC236}">
                    <a16:creationId xmlns:a16="http://schemas.microsoft.com/office/drawing/2014/main" id="{2131B1A2-6976-E244-BBDA-E92CBC99A2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34554" y="2860438"/>
                <a:ext cx="1219200" cy="444500"/>
              </a:xfrm>
              <a:prstGeom prst="rect">
                <a:avLst/>
              </a:prstGeom>
            </p:spPr>
          </p:pic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A9EB93A9-21FF-4D46-8BA4-6350CE940FAA}"/>
                </a:ext>
              </a:extLst>
            </p:cNvPr>
            <p:cNvGrpSpPr/>
            <p:nvPr/>
          </p:nvGrpSpPr>
          <p:grpSpPr>
            <a:xfrm>
              <a:off x="2639691" y="3292515"/>
              <a:ext cx="677339" cy="275235"/>
              <a:chOff x="849660" y="5038361"/>
              <a:chExt cx="1284436" cy="521927"/>
            </a:xfrm>
          </p:grpSpPr>
          <p:pic>
            <p:nvPicPr>
              <p:cNvPr id="133" name="Picture 132" descr="latex-image-1.pdf">
                <a:extLst>
                  <a:ext uri="{FF2B5EF4-FFF2-40B4-BE49-F238E27FC236}">
                    <a16:creationId xmlns:a16="http://schemas.microsoft.com/office/drawing/2014/main" id="{BEE64996-179E-FC46-A728-49F34003E9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73943" y="5128117"/>
                <a:ext cx="860338" cy="35369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</p:pic>
          <p:sp>
            <p:nvSpPr>
              <p:cNvPr id="134" name="Rounded Rectangle 133">
                <a:extLst>
                  <a:ext uri="{FF2B5EF4-FFF2-40B4-BE49-F238E27FC236}">
                    <a16:creationId xmlns:a16="http://schemas.microsoft.com/office/drawing/2014/main" id="{B5E1BF99-642F-A74C-9E53-385036E61D7A}"/>
                  </a:ext>
                </a:extLst>
              </p:cNvPr>
              <p:cNvSpPr/>
              <p:nvPr/>
            </p:nvSpPr>
            <p:spPr>
              <a:xfrm>
                <a:off x="849660" y="5038361"/>
                <a:ext cx="1284436" cy="521927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algn="ctr" defTabSz="308063" latinLnBrk="1" hangingPunct="0"/>
                <a:endParaRPr lang="ja-JP" altLang="en-US" sz="1265">
                  <a:solidFill>
                    <a:srgbClr val="FFFFFF"/>
                  </a:solidFill>
                  <a:sym typeface="Helvetica Light"/>
                </a:endParaRP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BA25452-B650-184D-AC83-4644876BBBC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846553" y="3287023"/>
              <a:ext cx="2109170" cy="275235"/>
              <a:chOff x="8546224" y="3667543"/>
              <a:chExt cx="5313677" cy="693404"/>
            </a:xfrm>
          </p:grpSpPr>
          <p:sp>
            <p:nvSpPr>
              <p:cNvPr id="131" name="Rounded Rectangle 130">
                <a:extLst>
                  <a:ext uri="{FF2B5EF4-FFF2-40B4-BE49-F238E27FC236}">
                    <a16:creationId xmlns:a16="http://schemas.microsoft.com/office/drawing/2014/main" id="{EB717E6D-5BC2-744B-926F-4EBC1D556444}"/>
                  </a:ext>
                </a:extLst>
              </p:cNvPr>
              <p:cNvSpPr/>
              <p:nvPr/>
            </p:nvSpPr>
            <p:spPr>
              <a:xfrm>
                <a:off x="8546224" y="3667543"/>
                <a:ext cx="5313677" cy="693404"/>
              </a:xfrm>
              <a:prstGeom prst="round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algn="ctr" defTabSz="308063" latinLnBrk="1" hangingPunct="0"/>
                <a:endParaRPr lang="ja-JP" altLang="en-US" sz="1265">
                  <a:solidFill>
                    <a:srgbClr val="FFFFFF"/>
                  </a:solidFill>
                  <a:sym typeface="Helvetica Light"/>
                </a:endParaRPr>
              </a:p>
            </p:txBody>
          </p:sp>
          <p:pic>
            <p:nvPicPr>
              <p:cNvPr id="132" name="Picture 131" descr="latex-image-1.pdf">
                <a:extLst>
                  <a:ext uri="{FF2B5EF4-FFF2-40B4-BE49-F238E27FC236}">
                    <a16:creationId xmlns:a16="http://schemas.microsoft.com/office/drawing/2014/main" id="{1F731AAE-7D52-CE4D-A663-26EAF6AE2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56579" y="3793135"/>
                <a:ext cx="4749800" cy="469900"/>
              </a:xfrm>
              <a:prstGeom prst="rect">
                <a:avLst/>
              </a:prstGeom>
            </p:spPr>
          </p:pic>
        </p:grpSp>
        <p:cxnSp>
          <p:nvCxnSpPr>
            <p:cNvPr id="110" name="Curved Connector 109">
              <a:extLst>
                <a:ext uri="{FF2B5EF4-FFF2-40B4-BE49-F238E27FC236}">
                  <a16:creationId xmlns:a16="http://schemas.microsoft.com/office/drawing/2014/main" id="{41955D6A-74C1-C541-91DC-249DED16F374}"/>
                </a:ext>
              </a:extLst>
            </p:cNvPr>
            <p:cNvCxnSpPr>
              <a:cxnSpLocks/>
              <a:stCxn id="135" idx="2"/>
              <a:endCxn id="134" idx="0"/>
            </p:cNvCxnSpPr>
            <p:nvPr/>
          </p:nvCxnSpPr>
          <p:spPr>
            <a:xfrm rot="5400000">
              <a:off x="3726247" y="1359701"/>
              <a:ext cx="1184929" cy="2680699"/>
            </a:xfrm>
            <a:prstGeom prst="curvedConnector3">
              <a:avLst>
                <a:gd name="adj1" fmla="val 50000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2" name="Curved Connector 111">
              <a:extLst>
                <a:ext uri="{FF2B5EF4-FFF2-40B4-BE49-F238E27FC236}">
                  <a16:creationId xmlns:a16="http://schemas.microsoft.com/office/drawing/2014/main" id="{55B30015-3550-9E4E-A35C-89CB09ADD0A9}"/>
                </a:ext>
              </a:extLst>
            </p:cNvPr>
            <p:cNvCxnSpPr>
              <a:cxnSpLocks/>
              <a:stCxn id="136" idx="2"/>
              <a:endCxn id="130" idx="0"/>
            </p:cNvCxnSpPr>
            <p:nvPr/>
          </p:nvCxnSpPr>
          <p:spPr>
            <a:xfrm rot="5400000">
              <a:off x="4267184" y="1903658"/>
              <a:ext cx="1217696" cy="1592786"/>
            </a:xfrm>
            <a:prstGeom prst="curvedConnector3">
              <a:avLst>
                <a:gd name="adj1" fmla="val 50000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3" name="Curved Connector 112">
              <a:extLst>
                <a:ext uri="{FF2B5EF4-FFF2-40B4-BE49-F238E27FC236}">
                  <a16:creationId xmlns:a16="http://schemas.microsoft.com/office/drawing/2014/main" id="{18504703-887F-184F-AC52-0C11E5D2297F}"/>
                </a:ext>
              </a:extLst>
            </p:cNvPr>
            <p:cNvCxnSpPr>
              <a:stCxn id="135" idx="2"/>
              <a:endCxn id="105" idx="0"/>
            </p:cNvCxnSpPr>
            <p:nvPr/>
          </p:nvCxnSpPr>
          <p:spPr>
            <a:xfrm rot="16200000" flipH="1">
              <a:off x="5179315" y="2587330"/>
              <a:ext cx="1179436" cy="219947"/>
            </a:xfrm>
            <a:prstGeom prst="curvedConnector3">
              <a:avLst>
                <a:gd name="adj1" fmla="val 50000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4" name="Curved Connector 113">
              <a:extLst>
                <a:ext uri="{FF2B5EF4-FFF2-40B4-BE49-F238E27FC236}">
                  <a16:creationId xmlns:a16="http://schemas.microsoft.com/office/drawing/2014/main" id="{65F9F4C3-F60B-0648-B1E9-0A4F2D42AD23}"/>
                </a:ext>
              </a:extLst>
            </p:cNvPr>
            <p:cNvCxnSpPr>
              <a:stCxn id="135" idx="2"/>
              <a:endCxn id="131" idx="0"/>
            </p:cNvCxnSpPr>
            <p:nvPr/>
          </p:nvCxnSpPr>
          <p:spPr>
            <a:xfrm rot="16200000" flipH="1">
              <a:off x="6190381" y="1576265"/>
              <a:ext cx="1179437" cy="2242078"/>
            </a:xfrm>
            <a:prstGeom prst="curvedConnector3">
              <a:avLst>
                <a:gd name="adj1" fmla="val 50000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87385AD5-EC81-A846-AB36-21E12D5C8B6E}"/>
                </a:ext>
              </a:extLst>
            </p:cNvPr>
            <p:cNvGrpSpPr/>
            <p:nvPr/>
          </p:nvGrpSpPr>
          <p:grpSpPr>
            <a:xfrm>
              <a:off x="3740969" y="3308899"/>
              <a:ext cx="677339" cy="275235"/>
              <a:chOff x="2458393" y="5038361"/>
              <a:chExt cx="1284436" cy="521927"/>
            </a:xfrm>
          </p:grpSpPr>
          <p:pic>
            <p:nvPicPr>
              <p:cNvPr id="129" name="Picture 128" descr="latex-image-1.pdf">
                <a:extLst>
                  <a:ext uri="{FF2B5EF4-FFF2-40B4-BE49-F238E27FC236}">
                    <a16:creationId xmlns:a16="http://schemas.microsoft.com/office/drawing/2014/main" id="{9A385965-B76E-B542-AAC9-4278403D72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08679" y="5175053"/>
                <a:ext cx="783863" cy="24854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</p:pic>
          <p:sp>
            <p:nvSpPr>
              <p:cNvPr id="130" name="Rounded Rectangle 129">
                <a:extLst>
                  <a:ext uri="{FF2B5EF4-FFF2-40B4-BE49-F238E27FC236}">
                    <a16:creationId xmlns:a16="http://schemas.microsoft.com/office/drawing/2014/main" id="{8A58FC23-84D6-9943-A282-154C1C7CF2D8}"/>
                  </a:ext>
                </a:extLst>
              </p:cNvPr>
              <p:cNvSpPr/>
              <p:nvPr/>
            </p:nvSpPr>
            <p:spPr>
              <a:xfrm>
                <a:off x="2458393" y="5038361"/>
                <a:ext cx="1284436" cy="521927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algn="ctr" defTabSz="308063" latinLnBrk="1" hangingPunct="0"/>
                <a:endParaRPr lang="ja-JP" altLang="en-US" sz="1265">
                  <a:solidFill>
                    <a:srgbClr val="FFFFFF"/>
                  </a:solidFill>
                  <a:sym typeface="Helvetica Light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C377302A-DE58-E440-B180-9D96A748D6D9}"/>
                    </a:ext>
                  </a:extLst>
                </p:cNvPr>
                <p:cNvSpPr txBox="1"/>
                <p:nvPr/>
              </p:nvSpPr>
              <p:spPr>
                <a:xfrm>
                  <a:off x="5323108" y="3309995"/>
                  <a:ext cx="1072922" cy="2308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m:rPr>
                            <m:sty m:val="p"/>
                          </m:rPr>
                          <a:rPr lang="en-US" sz="1500" b="0" i="0" smtClean="0">
                            <a:latin typeface="Cambria Math" panose="02040503050406030204" pitchFamily="18" charset="0"/>
                          </a:rPr>
                          <m:t>map</m:t>
                        </m:r>
                        <m:r>
                          <a:rPr lang="en-US" sz="15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sz="15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C377302A-DE58-E440-B180-9D96A748D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3108" y="3309995"/>
                  <a:ext cx="1072922" cy="230832"/>
                </a:xfrm>
                <a:prstGeom prst="rect">
                  <a:avLst/>
                </a:prstGeom>
                <a:blipFill>
                  <a:blip r:embed="rId10"/>
                  <a:stretch>
                    <a:fillRect l="-3488" t="-10526" b="-368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Title 1">
            <a:extLst>
              <a:ext uri="{FF2B5EF4-FFF2-40B4-BE49-F238E27FC236}">
                <a16:creationId xmlns:a16="http://schemas.microsoft.com/office/drawing/2014/main" id="{79CC8FF7-547E-4E44-8607-AF064338D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43517" cy="1325563"/>
          </a:xfrm>
        </p:spPr>
        <p:txBody>
          <a:bodyPr>
            <a:normAutofit/>
          </a:bodyPr>
          <a:lstStyle/>
          <a:p>
            <a:r>
              <a:rPr lang="en-US" dirty="0"/>
              <a:t>Guiding Search with Neural Relaxations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8578A5-D8D0-BA45-B29F-4171F83C7345}"/>
              </a:ext>
            </a:extLst>
          </p:cNvPr>
          <p:cNvSpPr txBox="1"/>
          <p:nvPr/>
        </p:nvSpPr>
        <p:spPr>
          <a:xfrm>
            <a:off x="23201" y="6461457"/>
            <a:ext cx="99242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Learning Differentiable Programs with Admissible Neural Heuristics, </a:t>
            </a:r>
            <a:r>
              <a:rPr lang="en-US" sz="1600" dirty="0" err="1"/>
              <a:t>Ameesh</a:t>
            </a:r>
            <a:r>
              <a:rPr lang="en-US" sz="1600" dirty="0"/>
              <a:t> Shah*, Eric Zhan*, et al., </a:t>
            </a:r>
            <a:r>
              <a:rPr lang="en-US" sz="1600" dirty="0" err="1"/>
              <a:t>NeurIPS</a:t>
            </a:r>
            <a:r>
              <a:rPr lang="en-US" sz="1600" dirty="0"/>
              <a:t> 2020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7B38EC-2368-C86E-9474-25FEE08A4924}"/>
              </a:ext>
            </a:extLst>
          </p:cNvPr>
          <p:cNvSpPr txBox="1"/>
          <p:nvPr/>
        </p:nvSpPr>
        <p:spPr>
          <a:xfrm>
            <a:off x="6943980" y="3954763"/>
            <a:ext cx="2026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Fill hole with NN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C8D3A7-7359-B154-9518-87B0FECA8419}"/>
              </a:ext>
            </a:extLst>
          </p:cNvPr>
          <p:cNvSpPr txBox="1"/>
          <p:nvPr/>
        </p:nvSpPr>
        <p:spPr>
          <a:xfrm>
            <a:off x="6943980" y="4677750"/>
            <a:ext cx="2061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Train parameters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15FF17-D7D8-64A4-A1DC-977225A49187}"/>
              </a:ext>
            </a:extLst>
          </p:cNvPr>
          <p:cNvSpPr txBox="1"/>
          <p:nvPr/>
        </p:nvSpPr>
        <p:spPr>
          <a:xfrm>
            <a:off x="6943980" y="5369817"/>
            <a:ext cx="366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Use training loss to guide search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1A5194-6D0D-D119-484E-530ED51E0391}"/>
              </a:ext>
            </a:extLst>
          </p:cNvPr>
          <p:cNvSpPr txBox="1"/>
          <p:nvPr/>
        </p:nvSpPr>
        <p:spPr>
          <a:xfrm>
            <a:off x="428609" y="4370451"/>
            <a:ext cx="3469577" cy="156966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If a large neural network cannot fit this hole, then a neurosymbolic completion also cannot</a:t>
            </a:r>
          </a:p>
        </p:txBody>
      </p:sp>
    </p:spTree>
    <p:extLst>
      <p:ext uri="{BB962C8B-B14F-4D97-AF65-F5344CB8AC3E}">
        <p14:creationId xmlns:p14="http://schemas.microsoft.com/office/powerpoint/2010/main" val="317722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2" grpId="0"/>
      <p:bldP spid="35" grpId="0"/>
      <p:bldP spid="38" grpId="0"/>
      <p:bldP spid="3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BBF45-70C9-9541-985E-53CEB836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561" y="271524"/>
            <a:ext cx="10515600" cy="1325563"/>
          </a:xfrm>
        </p:spPr>
        <p:txBody>
          <a:bodyPr/>
          <a:lstStyle/>
          <a:p>
            <a:r>
              <a:rPr lang="en-US" sz="3600" dirty="0">
                <a:solidFill>
                  <a:schemeClr val="accent6"/>
                </a:solidFill>
              </a:rPr>
              <a:t>Motivating Observation/Assumption: </a:t>
            </a:r>
            <a:br>
              <a:rPr lang="en-US" dirty="0"/>
            </a:br>
            <a:r>
              <a:rPr lang="en-US" dirty="0"/>
              <a:t>Functional Representational Power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D249525-1142-4045-94B6-D8301D117A72}"/>
              </a:ext>
            </a:extLst>
          </p:cNvPr>
          <p:cNvSpPr/>
          <p:nvPr/>
        </p:nvSpPr>
        <p:spPr>
          <a:xfrm>
            <a:off x="2739449" y="2521478"/>
            <a:ext cx="6542540" cy="2791045"/>
          </a:xfrm>
          <a:custGeom>
            <a:avLst/>
            <a:gdLst>
              <a:gd name="connsiteX0" fmla="*/ 4552874 w 6556652"/>
              <a:gd name="connsiteY0" fmla="*/ 112889 h 4529667"/>
              <a:gd name="connsiteX1" fmla="*/ 4552874 w 6556652"/>
              <a:gd name="connsiteY1" fmla="*/ 112889 h 4529667"/>
              <a:gd name="connsiteX2" fmla="*/ 4566985 w 6556652"/>
              <a:gd name="connsiteY2" fmla="*/ 465667 h 4529667"/>
              <a:gd name="connsiteX3" fmla="*/ 4623430 w 6556652"/>
              <a:gd name="connsiteY3" fmla="*/ 536222 h 4529667"/>
              <a:gd name="connsiteX4" fmla="*/ 4778652 w 6556652"/>
              <a:gd name="connsiteY4" fmla="*/ 663222 h 4529667"/>
              <a:gd name="connsiteX5" fmla="*/ 4877430 w 6556652"/>
              <a:gd name="connsiteY5" fmla="*/ 719667 h 4529667"/>
              <a:gd name="connsiteX6" fmla="*/ 4962096 w 6556652"/>
              <a:gd name="connsiteY6" fmla="*/ 733778 h 4529667"/>
              <a:gd name="connsiteX7" fmla="*/ 5173763 w 6556652"/>
              <a:gd name="connsiteY7" fmla="*/ 790222 h 4529667"/>
              <a:gd name="connsiteX8" fmla="*/ 5893430 w 6556652"/>
              <a:gd name="connsiteY8" fmla="*/ 804333 h 4529667"/>
              <a:gd name="connsiteX9" fmla="*/ 6048652 w 6556652"/>
              <a:gd name="connsiteY9" fmla="*/ 832556 h 4529667"/>
              <a:gd name="connsiteX10" fmla="*/ 6133319 w 6556652"/>
              <a:gd name="connsiteY10" fmla="*/ 860778 h 4529667"/>
              <a:gd name="connsiteX11" fmla="*/ 6232096 w 6556652"/>
              <a:gd name="connsiteY11" fmla="*/ 889000 h 4529667"/>
              <a:gd name="connsiteX12" fmla="*/ 6330874 w 6556652"/>
              <a:gd name="connsiteY12" fmla="*/ 959556 h 4529667"/>
              <a:gd name="connsiteX13" fmla="*/ 6443763 w 6556652"/>
              <a:gd name="connsiteY13" fmla="*/ 1030111 h 4529667"/>
              <a:gd name="connsiteX14" fmla="*/ 6500208 w 6556652"/>
              <a:gd name="connsiteY14" fmla="*/ 1114778 h 4529667"/>
              <a:gd name="connsiteX15" fmla="*/ 6542541 w 6556652"/>
              <a:gd name="connsiteY15" fmla="*/ 1270000 h 4529667"/>
              <a:gd name="connsiteX16" fmla="*/ 6556652 w 6556652"/>
              <a:gd name="connsiteY16" fmla="*/ 1354667 h 4529667"/>
              <a:gd name="connsiteX17" fmla="*/ 6542541 w 6556652"/>
              <a:gd name="connsiteY17" fmla="*/ 2060222 h 4529667"/>
              <a:gd name="connsiteX18" fmla="*/ 6514319 w 6556652"/>
              <a:gd name="connsiteY18" fmla="*/ 2173111 h 4529667"/>
              <a:gd name="connsiteX19" fmla="*/ 6429652 w 6556652"/>
              <a:gd name="connsiteY19" fmla="*/ 2483556 h 4529667"/>
              <a:gd name="connsiteX20" fmla="*/ 6344985 w 6556652"/>
              <a:gd name="connsiteY20" fmla="*/ 2681111 h 4529667"/>
              <a:gd name="connsiteX21" fmla="*/ 6316763 w 6556652"/>
              <a:gd name="connsiteY21" fmla="*/ 2765778 h 4529667"/>
              <a:gd name="connsiteX22" fmla="*/ 6288541 w 6556652"/>
              <a:gd name="connsiteY22" fmla="*/ 2864556 h 4529667"/>
              <a:gd name="connsiteX23" fmla="*/ 6147430 w 6556652"/>
              <a:gd name="connsiteY23" fmla="*/ 3062111 h 4529667"/>
              <a:gd name="connsiteX24" fmla="*/ 6090985 w 6556652"/>
              <a:gd name="connsiteY24" fmla="*/ 3146778 h 4529667"/>
              <a:gd name="connsiteX25" fmla="*/ 5978096 w 6556652"/>
              <a:gd name="connsiteY25" fmla="*/ 3231444 h 4529667"/>
              <a:gd name="connsiteX26" fmla="*/ 5893430 w 6556652"/>
              <a:gd name="connsiteY26" fmla="*/ 3273778 h 4529667"/>
              <a:gd name="connsiteX27" fmla="*/ 5794652 w 6556652"/>
              <a:gd name="connsiteY27" fmla="*/ 3316111 h 4529667"/>
              <a:gd name="connsiteX28" fmla="*/ 5413652 w 6556652"/>
              <a:gd name="connsiteY28" fmla="*/ 3429000 h 4529667"/>
              <a:gd name="connsiteX29" fmla="*/ 5286652 w 6556652"/>
              <a:gd name="connsiteY29" fmla="*/ 3471333 h 4529667"/>
              <a:gd name="connsiteX30" fmla="*/ 4651652 w 6556652"/>
              <a:gd name="connsiteY30" fmla="*/ 3499556 h 4529667"/>
              <a:gd name="connsiteX31" fmla="*/ 4538763 w 6556652"/>
              <a:gd name="connsiteY31" fmla="*/ 3640667 h 4529667"/>
              <a:gd name="connsiteX32" fmla="*/ 4468208 w 6556652"/>
              <a:gd name="connsiteY32" fmla="*/ 3753556 h 4529667"/>
              <a:gd name="connsiteX33" fmla="*/ 4411763 w 6556652"/>
              <a:gd name="connsiteY33" fmla="*/ 3824111 h 4529667"/>
              <a:gd name="connsiteX34" fmla="*/ 4044874 w 6556652"/>
              <a:gd name="connsiteY34" fmla="*/ 4134556 h 4529667"/>
              <a:gd name="connsiteX35" fmla="*/ 3931985 w 6556652"/>
              <a:gd name="connsiteY35" fmla="*/ 4176889 h 4529667"/>
              <a:gd name="connsiteX36" fmla="*/ 3847319 w 6556652"/>
              <a:gd name="connsiteY36" fmla="*/ 4219222 h 4529667"/>
              <a:gd name="connsiteX37" fmla="*/ 3734430 w 6556652"/>
              <a:gd name="connsiteY37" fmla="*/ 4247444 h 4529667"/>
              <a:gd name="connsiteX38" fmla="*/ 3536874 w 6556652"/>
              <a:gd name="connsiteY38" fmla="*/ 4303889 h 4529667"/>
              <a:gd name="connsiteX39" fmla="*/ 3155874 w 6556652"/>
              <a:gd name="connsiteY39" fmla="*/ 4374444 h 4529667"/>
              <a:gd name="connsiteX40" fmla="*/ 2887763 w 6556652"/>
              <a:gd name="connsiteY40" fmla="*/ 4416778 h 4529667"/>
              <a:gd name="connsiteX41" fmla="*/ 2407985 w 6556652"/>
              <a:gd name="connsiteY41" fmla="*/ 4515556 h 4529667"/>
              <a:gd name="connsiteX42" fmla="*/ 2083430 w 6556652"/>
              <a:gd name="connsiteY42" fmla="*/ 4529667 h 4529667"/>
              <a:gd name="connsiteX43" fmla="*/ 1391985 w 6556652"/>
              <a:gd name="connsiteY43" fmla="*/ 4459111 h 4529667"/>
              <a:gd name="connsiteX44" fmla="*/ 1166208 w 6556652"/>
              <a:gd name="connsiteY44" fmla="*/ 4388556 h 4529667"/>
              <a:gd name="connsiteX45" fmla="*/ 926319 w 6556652"/>
              <a:gd name="connsiteY45" fmla="*/ 4303889 h 4529667"/>
              <a:gd name="connsiteX46" fmla="*/ 700541 w 6556652"/>
              <a:gd name="connsiteY46" fmla="*/ 4233333 h 4529667"/>
              <a:gd name="connsiteX47" fmla="*/ 319541 w 6556652"/>
              <a:gd name="connsiteY47" fmla="*/ 4035778 h 4529667"/>
              <a:gd name="connsiteX48" fmla="*/ 192541 w 6556652"/>
              <a:gd name="connsiteY48" fmla="*/ 3908778 h 4529667"/>
              <a:gd name="connsiteX49" fmla="*/ 37319 w 6556652"/>
              <a:gd name="connsiteY49" fmla="*/ 3527778 h 4529667"/>
              <a:gd name="connsiteX50" fmla="*/ 23208 w 6556652"/>
              <a:gd name="connsiteY50" fmla="*/ 2765778 h 4529667"/>
              <a:gd name="connsiteX51" fmla="*/ 65541 w 6556652"/>
              <a:gd name="connsiteY51" fmla="*/ 2638778 h 4529667"/>
              <a:gd name="connsiteX52" fmla="*/ 277208 w 6556652"/>
              <a:gd name="connsiteY52" fmla="*/ 2370667 h 4529667"/>
              <a:gd name="connsiteX53" fmla="*/ 474763 w 6556652"/>
              <a:gd name="connsiteY53" fmla="*/ 2102556 h 4529667"/>
              <a:gd name="connsiteX54" fmla="*/ 700541 w 6556652"/>
              <a:gd name="connsiteY54" fmla="*/ 1919111 h 4529667"/>
              <a:gd name="connsiteX55" fmla="*/ 1039208 w 6556652"/>
              <a:gd name="connsiteY55" fmla="*/ 1665111 h 4529667"/>
              <a:gd name="connsiteX56" fmla="*/ 1180319 w 6556652"/>
              <a:gd name="connsiteY56" fmla="*/ 1608667 h 4529667"/>
              <a:gd name="connsiteX57" fmla="*/ 1321430 w 6556652"/>
              <a:gd name="connsiteY57" fmla="*/ 1538111 h 4529667"/>
              <a:gd name="connsiteX58" fmla="*/ 1448430 w 6556652"/>
              <a:gd name="connsiteY58" fmla="*/ 1495778 h 4529667"/>
              <a:gd name="connsiteX59" fmla="*/ 1561319 w 6556652"/>
              <a:gd name="connsiteY59" fmla="*/ 1453444 h 4529667"/>
              <a:gd name="connsiteX60" fmla="*/ 1688319 w 6556652"/>
              <a:gd name="connsiteY60" fmla="*/ 1425222 h 4529667"/>
              <a:gd name="connsiteX61" fmla="*/ 1843541 w 6556652"/>
              <a:gd name="connsiteY61" fmla="*/ 1382889 h 4529667"/>
              <a:gd name="connsiteX62" fmla="*/ 1956430 w 6556652"/>
              <a:gd name="connsiteY62" fmla="*/ 1312333 h 4529667"/>
              <a:gd name="connsiteX63" fmla="*/ 2111652 w 6556652"/>
              <a:gd name="connsiteY63" fmla="*/ 1255889 h 4529667"/>
              <a:gd name="connsiteX64" fmla="*/ 2224541 w 6556652"/>
              <a:gd name="connsiteY64" fmla="*/ 1199444 h 4529667"/>
              <a:gd name="connsiteX65" fmla="*/ 2337430 w 6556652"/>
              <a:gd name="connsiteY65" fmla="*/ 1157111 h 4529667"/>
              <a:gd name="connsiteX66" fmla="*/ 2520874 w 6556652"/>
              <a:gd name="connsiteY66" fmla="*/ 1044222 h 4529667"/>
              <a:gd name="connsiteX67" fmla="*/ 2676096 w 6556652"/>
              <a:gd name="connsiteY67" fmla="*/ 973667 h 4529667"/>
              <a:gd name="connsiteX68" fmla="*/ 2760763 w 6556652"/>
              <a:gd name="connsiteY68" fmla="*/ 917222 h 4529667"/>
              <a:gd name="connsiteX69" fmla="*/ 2859541 w 6556652"/>
              <a:gd name="connsiteY69" fmla="*/ 860778 h 4529667"/>
              <a:gd name="connsiteX70" fmla="*/ 2972430 w 6556652"/>
              <a:gd name="connsiteY70" fmla="*/ 776111 h 4529667"/>
              <a:gd name="connsiteX71" fmla="*/ 3014763 w 6556652"/>
              <a:gd name="connsiteY71" fmla="*/ 677333 h 4529667"/>
              <a:gd name="connsiteX72" fmla="*/ 3071208 w 6556652"/>
              <a:gd name="connsiteY72" fmla="*/ 564444 h 4529667"/>
              <a:gd name="connsiteX73" fmla="*/ 3099430 w 6556652"/>
              <a:gd name="connsiteY73" fmla="*/ 451556 h 4529667"/>
              <a:gd name="connsiteX74" fmla="*/ 3155874 w 6556652"/>
              <a:gd name="connsiteY74" fmla="*/ 395111 h 4529667"/>
              <a:gd name="connsiteX75" fmla="*/ 3184096 w 6556652"/>
              <a:gd name="connsiteY75" fmla="*/ 338667 h 4529667"/>
              <a:gd name="connsiteX76" fmla="*/ 3226430 w 6556652"/>
              <a:gd name="connsiteY76" fmla="*/ 268111 h 4529667"/>
              <a:gd name="connsiteX77" fmla="*/ 3282874 w 6556652"/>
              <a:gd name="connsiteY77" fmla="*/ 155222 h 4529667"/>
              <a:gd name="connsiteX78" fmla="*/ 3296985 w 6556652"/>
              <a:gd name="connsiteY78" fmla="*/ 112889 h 4529667"/>
              <a:gd name="connsiteX79" fmla="*/ 3381652 w 6556652"/>
              <a:gd name="connsiteY79" fmla="*/ 70556 h 4529667"/>
              <a:gd name="connsiteX80" fmla="*/ 3466319 w 6556652"/>
              <a:gd name="connsiteY80" fmla="*/ 28222 h 4529667"/>
              <a:gd name="connsiteX81" fmla="*/ 3565096 w 6556652"/>
              <a:gd name="connsiteY81" fmla="*/ 14111 h 4529667"/>
              <a:gd name="connsiteX82" fmla="*/ 3649763 w 6556652"/>
              <a:gd name="connsiteY82" fmla="*/ 0 h 4529667"/>
              <a:gd name="connsiteX83" fmla="*/ 4256541 w 6556652"/>
              <a:gd name="connsiteY83" fmla="*/ 14111 h 4529667"/>
              <a:gd name="connsiteX84" fmla="*/ 4397652 w 6556652"/>
              <a:gd name="connsiteY84" fmla="*/ 42333 h 4529667"/>
              <a:gd name="connsiteX85" fmla="*/ 4496430 w 6556652"/>
              <a:gd name="connsiteY85" fmla="*/ 56444 h 4529667"/>
              <a:gd name="connsiteX86" fmla="*/ 4552874 w 6556652"/>
              <a:gd name="connsiteY86" fmla="*/ 112889 h 452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6556652" h="4529667">
                <a:moveTo>
                  <a:pt x="4552874" y="112889"/>
                </a:moveTo>
                <a:lnTo>
                  <a:pt x="4552874" y="112889"/>
                </a:lnTo>
                <a:cubicBezTo>
                  <a:pt x="4557578" y="230482"/>
                  <a:pt x="4547637" y="349582"/>
                  <a:pt x="4566985" y="465667"/>
                </a:cubicBezTo>
                <a:cubicBezTo>
                  <a:pt x="4571936" y="495376"/>
                  <a:pt x="4601412" y="515672"/>
                  <a:pt x="4623430" y="536222"/>
                </a:cubicBezTo>
                <a:cubicBezTo>
                  <a:pt x="4672303" y="581836"/>
                  <a:pt x="4720608" y="630054"/>
                  <a:pt x="4778652" y="663222"/>
                </a:cubicBezTo>
                <a:cubicBezTo>
                  <a:pt x="4811578" y="682037"/>
                  <a:pt x="4842035" y="706053"/>
                  <a:pt x="4877430" y="719667"/>
                </a:cubicBezTo>
                <a:cubicBezTo>
                  <a:pt x="4904134" y="729938"/>
                  <a:pt x="4934339" y="726839"/>
                  <a:pt x="4962096" y="733778"/>
                </a:cubicBezTo>
                <a:cubicBezTo>
                  <a:pt x="5048146" y="755290"/>
                  <a:pt x="5075678" y="785318"/>
                  <a:pt x="5173763" y="790222"/>
                </a:cubicBezTo>
                <a:cubicBezTo>
                  <a:pt x="5413399" y="802204"/>
                  <a:pt x="5653541" y="799629"/>
                  <a:pt x="5893430" y="804333"/>
                </a:cubicBezTo>
                <a:cubicBezTo>
                  <a:pt x="5945171" y="813741"/>
                  <a:pt x="5997461" y="820511"/>
                  <a:pt x="6048652" y="832556"/>
                </a:cubicBezTo>
                <a:cubicBezTo>
                  <a:pt x="6077610" y="839370"/>
                  <a:pt x="6104886" y="852029"/>
                  <a:pt x="6133319" y="860778"/>
                </a:cubicBezTo>
                <a:cubicBezTo>
                  <a:pt x="6166048" y="870848"/>
                  <a:pt x="6199170" y="879593"/>
                  <a:pt x="6232096" y="889000"/>
                </a:cubicBezTo>
                <a:cubicBezTo>
                  <a:pt x="6265022" y="912519"/>
                  <a:pt x="6296737" y="937832"/>
                  <a:pt x="6330874" y="959556"/>
                </a:cubicBezTo>
                <a:cubicBezTo>
                  <a:pt x="6379682" y="990615"/>
                  <a:pt x="6402547" y="983743"/>
                  <a:pt x="6443763" y="1030111"/>
                </a:cubicBezTo>
                <a:cubicBezTo>
                  <a:pt x="6466298" y="1055462"/>
                  <a:pt x="6500208" y="1114778"/>
                  <a:pt x="6500208" y="1114778"/>
                </a:cubicBezTo>
                <a:cubicBezTo>
                  <a:pt x="6521702" y="1179261"/>
                  <a:pt x="6523443" y="1180876"/>
                  <a:pt x="6542541" y="1270000"/>
                </a:cubicBezTo>
                <a:cubicBezTo>
                  <a:pt x="6548536" y="1297977"/>
                  <a:pt x="6551948" y="1326445"/>
                  <a:pt x="6556652" y="1354667"/>
                </a:cubicBezTo>
                <a:cubicBezTo>
                  <a:pt x="6551948" y="1589852"/>
                  <a:pt x="6554692" y="1825304"/>
                  <a:pt x="6542541" y="2060222"/>
                </a:cubicBezTo>
                <a:cubicBezTo>
                  <a:pt x="6540537" y="2098958"/>
                  <a:pt x="6521926" y="2135076"/>
                  <a:pt x="6514319" y="2173111"/>
                </a:cubicBezTo>
                <a:cubicBezTo>
                  <a:pt x="6480283" y="2343292"/>
                  <a:pt x="6531761" y="2245303"/>
                  <a:pt x="6429652" y="2483556"/>
                </a:cubicBezTo>
                <a:cubicBezTo>
                  <a:pt x="6401430" y="2549408"/>
                  <a:pt x="6367641" y="2613143"/>
                  <a:pt x="6344985" y="2681111"/>
                </a:cubicBezTo>
                <a:cubicBezTo>
                  <a:pt x="6335578" y="2709333"/>
                  <a:pt x="6325512" y="2737345"/>
                  <a:pt x="6316763" y="2765778"/>
                </a:cubicBezTo>
                <a:cubicBezTo>
                  <a:pt x="6306693" y="2798507"/>
                  <a:pt x="6301712" y="2832947"/>
                  <a:pt x="6288541" y="2864556"/>
                </a:cubicBezTo>
                <a:cubicBezTo>
                  <a:pt x="6261514" y="2929420"/>
                  <a:pt x="6179162" y="3014514"/>
                  <a:pt x="6147430" y="3062111"/>
                </a:cubicBezTo>
                <a:cubicBezTo>
                  <a:pt x="6128615" y="3090333"/>
                  <a:pt x="6111809" y="3120004"/>
                  <a:pt x="6090985" y="3146778"/>
                </a:cubicBezTo>
                <a:cubicBezTo>
                  <a:pt x="6057782" y="3189468"/>
                  <a:pt x="6026562" y="3205008"/>
                  <a:pt x="5978096" y="3231444"/>
                </a:cubicBezTo>
                <a:cubicBezTo>
                  <a:pt x="5950396" y="3246553"/>
                  <a:pt x="5922079" y="3260555"/>
                  <a:pt x="5893430" y="3273778"/>
                </a:cubicBezTo>
                <a:cubicBezTo>
                  <a:pt x="5860905" y="3288790"/>
                  <a:pt x="5828770" y="3305193"/>
                  <a:pt x="5794652" y="3316111"/>
                </a:cubicBezTo>
                <a:cubicBezTo>
                  <a:pt x="5425586" y="3434212"/>
                  <a:pt x="5660614" y="3340800"/>
                  <a:pt x="5413652" y="3429000"/>
                </a:cubicBezTo>
                <a:cubicBezTo>
                  <a:pt x="5379769" y="3441101"/>
                  <a:pt x="5325806" y="3468936"/>
                  <a:pt x="5286652" y="3471333"/>
                </a:cubicBezTo>
                <a:cubicBezTo>
                  <a:pt x="5075172" y="3484281"/>
                  <a:pt x="4863319" y="3490148"/>
                  <a:pt x="4651652" y="3499556"/>
                </a:cubicBezTo>
                <a:cubicBezTo>
                  <a:pt x="4531518" y="3699780"/>
                  <a:pt x="4702310" y="3428055"/>
                  <a:pt x="4538763" y="3640667"/>
                </a:cubicBezTo>
                <a:cubicBezTo>
                  <a:pt x="4511707" y="3675839"/>
                  <a:pt x="4493466" y="3717072"/>
                  <a:pt x="4468208" y="3753556"/>
                </a:cubicBezTo>
                <a:cubicBezTo>
                  <a:pt x="4451064" y="3778319"/>
                  <a:pt x="4432443" y="3802215"/>
                  <a:pt x="4411763" y="3824111"/>
                </a:cubicBezTo>
                <a:cubicBezTo>
                  <a:pt x="4333369" y="3907116"/>
                  <a:pt x="4163845" y="4089942"/>
                  <a:pt x="4044874" y="4134556"/>
                </a:cubicBezTo>
                <a:cubicBezTo>
                  <a:pt x="4007244" y="4148667"/>
                  <a:pt x="3968924" y="4161058"/>
                  <a:pt x="3931985" y="4176889"/>
                </a:cubicBezTo>
                <a:cubicBezTo>
                  <a:pt x="3902983" y="4189318"/>
                  <a:pt x="3877034" y="4208610"/>
                  <a:pt x="3847319" y="4219222"/>
                </a:cubicBezTo>
                <a:cubicBezTo>
                  <a:pt x="3810791" y="4232268"/>
                  <a:pt x="3771851" y="4237238"/>
                  <a:pt x="3734430" y="4247444"/>
                </a:cubicBezTo>
                <a:cubicBezTo>
                  <a:pt x="3668356" y="4265464"/>
                  <a:pt x="3604673" y="4294204"/>
                  <a:pt x="3536874" y="4303889"/>
                </a:cubicBezTo>
                <a:cubicBezTo>
                  <a:pt x="3022161" y="4377419"/>
                  <a:pt x="3644735" y="4282782"/>
                  <a:pt x="3155874" y="4374444"/>
                </a:cubicBezTo>
                <a:cubicBezTo>
                  <a:pt x="3066946" y="4391118"/>
                  <a:pt x="2976484" y="4399034"/>
                  <a:pt x="2887763" y="4416778"/>
                </a:cubicBezTo>
                <a:cubicBezTo>
                  <a:pt x="2696366" y="4455058"/>
                  <a:pt x="2591180" y="4500290"/>
                  <a:pt x="2407985" y="4515556"/>
                </a:cubicBezTo>
                <a:cubicBezTo>
                  <a:pt x="2300072" y="4524549"/>
                  <a:pt x="2191615" y="4524963"/>
                  <a:pt x="2083430" y="4529667"/>
                </a:cubicBezTo>
                <a:cubicBezTo>
                  <a:pt x="1852948" y="4506148"/>
                  <a:pt x="1620969" y="4494339"/>
                  <a:pt x="1391985" y="4459111"/>
                </a:cubicBezTo>
                <a:cubicBezTo>
                  <a:pt x="1314054" y="4447122"/>
                  <a:pt x="1241010" y="4413490"/>
                  <a:pt x="1166208" y="4388556"/>
                </a:cubicBezTo>
                <a:cubicBezTo>
                  <a:pt x="1085762" y="4361741"/>
                  <a:pt x="1006765" y="4330704"/>
                  <a:pt x="926319" y="4303889"/>
                </a:cubicBezTo>
                <a:cubicBezTo>
                  <a:pt x="851517" y="4278955"/>
                  <a:pt x="774850" y="4259701"/>
                  <a:pt x="700541" y="4233333"/>
                </a:cubicBezTo>
                <a:cubicBezTo>
                  <a:pt x="535015" y="4174598"/>
                  <a:pt x="454683" y="4145179"/>
                  <a:pt x="319541" y="4035778"/>
                </a:cubicBezTo>
                <a:cubicBezTo>
                  <a:pt x="273009" y="3998109"/>
                  <a:pt x="227339" y="3957495"/>
                  <a:pt x="192541" y="3908778"/>
                </a:cubicBezTo>
                <a:cubicBezTo>
                  <a:pt x="118836" y="3805591"/>
                  <a:pt x="75714" y="3642964"/>
                  <a:pt x="37319" y="3527778"/>
                </a:cubicBezTo>
                <a:cubicBezTo>
                  <a:pt x="-4002" y="3197220"/>
                  <a:pt x="-14306" y="3206567"/>
                  <a:pt x="23208" y="2765778"/>
                </a:cubicBezTo>
                <a:cubicBezTo>
                  <a:pt x="26992" y="2721316"/>
                  <a:pt x="44758" y="2678266"/>
                  <a:pt x="65541" y="2638778"/>
                </a:cubicBezTo>
                <a:cubicBezTo>
                  <a:pt x="140337" y="2496666"/>
                  <a:pt x="181874" y="2495794"/>
                  <a:pt x="277208" y="2370667"/>
                </a:cubicBezTo>
                <a:cubicBezTo>
                  <a:pt x="349149" y="2276244"/>
                  <a:pt x="387501" y="2181885"/>
                  <a:pt x="474763" y="2102556"/>
                </a:cubicBezTo>
                <a:cubicBezTo>
                  <a:pt x="546515" y="2037327"/>
                  <a:pt x="631973" y="1987679"/>
                  <a:pt x="700541" y="1919111"/>
                </a:cubicBezTo>
                <a:cubicBezTo>
                  <a:pt x="807093" y="1812559"/>
                  <a:pt x="879647" y="1728935"/>
                  <a:pt x="1039208" y="1665111"/>
                </a:cubicBezTo>
                <a:cubicBezTo>
                  <a:pt x="1086245" y="1646296"/>
                  <a:pt x="1134121" y="1629456"/>
                  <a:pt x="1180319" y="1608667"/>
                </a:cubicBezTo>
                <a:cubicBezTo>
                  <a:pt x="1228276" y="1587086"/>
                  <a:pt x="1272962" y="1558519"/>
                  <a:pt x="1321430" y="1538111"/>
                </a:cubicBezTo>
                <a:cubicBezTo>
                  <a:pt x="1362556" y="1520795"/>
                  <a:pt x="1406351" y="1510630"/>
                  <a:pt x="1448430" y="1495778"/>
                </a:cubicBezTo>
                <a:cubicBezTo>
                  <a:pt x="1486327" y="1482402"/>
                  <a:pt x="1522763" y="1464784"/>
                  <a:pt x="1561319" y="1453444"/>
                </a:cubicBezTo>
                <a:cubicBezTo>
                  <a:pt x="1602923" y="1441208"/>
                  <a:pt x="1646248" y="1435740"/>
                  <a:pt x="1688319" y="1425222"/>
                </a:cubicBezTo>
                <a:cubicBezTo>
                  <a:pt x="1740348" y="1412215"/>
                  <a:pt x="1791800" y="1397000"/>
                  <a:pt x="1843541" y="1382889"/>
                </a:cubicBezTo>
                <a:cubicBezTo>
                  <a:pt x="1881171" y="1359370"/>
                  <a:pt x="1916327" y="1331329"/>
                  <a:pt x="1956430" y="1312333"/>
                </a:cubicBezTo>
                <a:cubicBezTo>
                  <a:pt x="2006186" y="1288765"/>
                  <a:pt x="2060911" y="1277254"/>
                  <a:pt x="2111652" y="1255889"/>
                </a:cubicBezTo>
                <a:cubicBezTo>
                  <a:pt x="2150426" y="1239563"/>
                  <a:pt x="2185997" y="1216307"/>
                  <a:pt x="2224541" y="1199444"/>
                </a:cubicBezTo>
                <a:cubicBezTo>
                  <a:pt x="2261360" y="1183336"/>
                  <a:pt x="2301012" y="1174106"/>
                  <a:pt x="2337430" y="1157111"/>
                </a:cubicBezTo>
                <a:cubicBezTo>
                  <a:pt x="2535817" y="1064531"/>
                  <a:pt x="2341903" y="1138972"/>
                  <a:pt x="2520874" y="1044222"/>
                </a:cubicBezTo>
                <a:cubicBezTo>
                  <a:pt x="2571104" y="1017630"/>
                  <a:pt x="2625866" y="1000259"/>
                  <a:pt x="2676096" y="973667"/>
                </a:cubicBezTo>
                <a:cubicBezTo>
                  <a:pt x="2706073" y="957797"/>
                  <a:pt x="2731876" y="934999"/>
                  <a:pt x="2760763" y="917222"/>
                </a:cubicBezTo>
                <a:cubicBezTo>
                  <a:pt x="2793060" y="897347"/>
                  <a:pt x="2827988" y="881814"/>
                  <a:pt x="2859541" y="860778"/>
                </a:cubicBezTo>
                <a:cubicBezTo>
                  <a:pt x="2898678" y="834687"/>
                  <a:pt x="2972430" y="776111"/>
                  <a:pt x="2972430" y="776111"/>
                </a:cubicBezTo>
                <a:cubicBezTo>
                  <a:pt x="3048595" y="661864"/>
                  <a:pt x="2954015" y="814016"/>
                  <a:pt x="3014763" y="677333"/>
                </a:cubicBezTo>
                <a:cubicBezTo>
                  <a:pt x="3065559" y="563041"/>
                  <a:pt x="3047983" y="649600"/>
                  <a:pt x="3071208" y="564444"/>
                </a:cubicBezTo>
                <a:cubicBezTo>
                  <a:pt x="3081414" y="527023"/>
                  <a:pt x="3072003" y="478983"/>
                  <a:pt x="3099430" y="451556"/>
                </a:cubicBezTo>
                <a:cubicBezTo>
                  <a:pt x="3118245" y="432741"/>
                  <a:pt x="3139909" y="416398"/>
                  <a:pt x="3155874" y="395111"/>
                </a:cubicBezTo>
                <a:cubicBezTo>
                  <a:pt x="3168495" y="378283"/>
                  <a:pt x="3173880" y="357055"/>
                  <a:pt x="3184096" y="338667"/>
                </a:cubicBezTo>
                <a:cubicBezTo>
                  <a:pt x="3197416" y="314691"/>
                  <a:pt x="3213427" y="292260"/>
                  <a:pt x="3226430" y="268111"/>
                </a:cubicBezTo>
                <a:cubicBezTo>
                  <a:pt x="3246376" y="231069"/>
                  <a:pt x="3269570" y="195134"/>
                  <a:pt x="3282874" y="155222"/>
                </a:cubicBezTo>
                <a:cubicBezTo>
                  <a:pt x="3287578" y="141111"/>
                  <a:pt x="3287693" y="124504"/>
                  <a:pt x="3296985" y="112889"/>
                </a:cubicBezTo>
                <a:cubicBezTo>
                  <a:pt x="3321265" y="82539"/>
                  <a:pt x="3349918" y="84660"/>
                  <a:pt x="3381652" y="70556"/>
                </a:cubicBezTo>
                <a:cubicBezTo>
                  <a:pt x="3410486" y="57741"/>
                  <a:pt x="3436161" y="37502"/>
                  <a:pt x="3466319" y="28222"/>
                </a:cubicBezTo>
                <a:cubicBezTo>
                  <a:pt x="3498108" y="18441"/>
                  <a:pt x="3532223" y="19168"/>
                  <a:pt x="3565096" y="14111"/>
                </a:cubicBezTo>
                <a:cubicBezTo>
                  <a:pt x="3593375" y="9760"/>
                  <a:pt x="3621541" y="4704"/>
                  <a:pt x="3649763" y="0"/>
                </a:cubicBezTo>
                <a:cubicBezTo>
                  <a:pt x="3852022" y="4704"/>
                  <a:pt x="4054550" y="2678"/>
                  <a:pt x="4256541" y="14111"/>
                </a:cubicBezTo>
                <a:cubicBezTo>
                  <a:pt x="4304433" y="16822"/>
                  <a:pt x="4350166" y="35549"/>
                  <a:pt x="4397652" y="42333"/>
                </a:cubicBezTo>
                <a:lnTo>
                  <a:pt x="4496430" y="56444"/>
                </a:lnTo>
                <a:cubicBezTo>
                  <a:pt x="4598945" y="90617"/>
                  <a:pt x="4543467" y="103482"/>
                  <a:pt x="4552874" y="112889"/>
                </a:cubicBezTo>
                <a:close/>
              </a:path>
            </a:pathLst>
          </a:cu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C60D2378-F9C1-7540-ADD6-F251094371E6}"/>
              </a:ext>
            </a:extLst>
          </p:cNvPr>
          <p:cNvSpPr/>
          <p:nvPr/>
        </p:nvSpPr>
        <p:spPr>
          <a:xfrm rot="10800000">
            <a:off x="4697549" y="3304770"/>
            <a:ext cx="3039106" cy="1501875"/>
          </a:xfrm>
          <a:custGeom>
            <a:avLst/>
            <a:gdLst>
              <a:gd name="connsiteX0" fmla="*/ 2014058 w 2339391"/>
              <a:gd name="connsiteY0" fmla="*/ 93920 h 1759031"/>
              <a:gd name="connsiteX1" fmla="*/ 2014058 w 2339391"/>
              <a:gd name="connsiteY1" fmla="*/ 93920 h 1759031"/>
              <a:gd name="connsiteX2" fmla="*/ 2169280 w 2339391"/>
              <a:gd name="connsiteY2" fmla="*/ 122142 h 1759031"/>
              <a:gd name="connsiteX3" fmla="*/ 2211614 w 2339391"/>
              <a:gd name="connsiteY3" fmla="*/ 136253 h 1759031"/>
              <a:gd name="connsiteX4" fmla="*/ 2282169 w 2339391"/>
              <a:gd name="connsiteY4" fmla="*/ 178587 h 1759031"/>
              <a:gd name="connsiteX5" fmla="*/ 2296280 w 2339391"/>
              <a:gd name="connsiteY5" fmla="*/ 235031 h 1759031"/>
              <a:gd name="connsiteX6" fmla="*/ 2324503 w 2339391"/>
              <a:gd name="connsiteY6" fmla="*/ 277365 h 1759031"/>
              <a:gd name="connsiteX7" fmla="*/ 2282169 w 2339391"/>
              <a:gd name="connsiteY7" fmla="*/ 644253 h 1759031"/>
              <a:gd name="connsiteX8" fmla="*/ 2225725 w 2339391"/>
              <a:gd name="connsiteY8" fmla="*/ 714809 h 1759031"/>
              <a:gd name="connsiteX9" fmla="*/ 2183391 w 2339391"/>
              <a:gd name="connsiteY9" fmla="*/ 799476 h 1759031"/>
              <a:gd name="connsiteX10" fmla="*/ 2056391 w 2339391"/>
              <a:gd name="connsiteY10" fmla="*/ 841809 h 1759031"/>
              <a:gd name="connsiteX11" fmla="*/ 1717725 w 2339391"/>
              <a:gd name="connsiteY11" fmla="*/ 855920 h 1759031"/>
              <a:gd name="connsiteX12" fmla="*/ 1675391 w 2339391"/>
              <a:gd name="connsiteY12" fmla="*/ 884142 h 1759031"/>
              <a:gd name="connsiteX13" fmla="*/ 1661280 w 2339391"/>
              <a:gd name="connsiteY13" fmla="*/ 954698 h 1759031"/>
              <a:gd name="connsiteX14" fmla="*/ 1647169 w 2339391"/>
              <a:gd name="connsiteY14" fmla="*/ 1067587 h 1759031"/>
              <a:gd name="connsiteX15" fmla="*/ 1633058 w 2339391"/>
              <a:gd name="connsiteY15" fmla="*/ 1533253 h 1759031"/>
              <a:gd name="connsiteX16" fmla="*/ 1604836 w 2339391"/>
              <a:gd name="connsiteY16" fmla="*/ 1575587 h 1759031"/>
              <a:gd name="connsiteX17" fmla="*/ 1534280 w 2339391"/>
              <a:gd name="connsiteY17" fmla="*/ 1646142 h 1759031"/>
              <a:gd name="connsiteX18" fmla="*/ 1477836 w 2339391"/>
              <a:gd name="connsiteY18" fmla="*/ 1688476 h 1759031"/>
              <a:gd name="connsiteX19" fmla="*/ 1336725 w 2339391"/>
              <a:gd name="connsiteY19" fmla="*/ 1730809 h 1759031"/>
              <a:gd name="connsiteX20" fmla="*/ 1012169 w 2339391"/>
              <a:gd name="connsiteY20" fmla="*/ 1759031 h 1759031"/>
              <a:gd name="connsiteX21" fmla="*/ 292503 w 2339391"/>
              <a:gd name="connsiteY21" fmla="*/ 1744920 h 1759031"/>
              <a:gd name="connsiteX22" fmla="*/ 264280 w 2339391"/>
              <a:gd name="connsiteY22" fmla="*/ 1716698 h 1759031"/>
              <a:gd name="connsiteX23" fmla="*/ 179614 w 2339391"/>
              <a:gd name="connsiteY23" fmla="*/ 1688476 h 1759031"/>
              <a:gd name="connsiteX24" fmla="*/ 151391 w 2339391"/>
              <a:gd name="connsiteY24" fmla="*/ 1660253 h 1759031"/>
              <a:gd name="connsiteX25" fmla="*/ 80836 w 2339391"/>
              <a:gd name="connsiteY25" fmla="*/ 1561476 h 1759031"/>
              <a:gd name="connsiteX26" fmla="*/ 38503 w 2339391"/>
              <a:gd name="connsiteY26" fmla="*/ 1490920 h 1759031"/>
              <a:gd name="connsiteX27" fmla="*/ 24391 w 2339391"/>
              <a:gd name="connsiteY27" fmla="*/ 1448587 h 1759031"/>
              <a:gd name="connsiteX28" fmla="*/ 24391 w 2339391"/>
              <a:gd name="connsiteY28" fmla="*/ 997031 h 1759031"/>
              <a:gd name="connsiteX29" fmla="*/ 66725 w 2339391"/>
              <a:gd name="connsiteY29" fmla="*/ 926476 h 1759031"/>
              <a:gd name="connsiteX30" fmla="*/ 193725 w 2339391"/>
              <a:gd name="connsiteY30" fmla="*/ 827698 h 1759031"/>
              <a:gd name="connsiteX31" fmla="*/ 320725 w 2339391"/>
              <a:gd name="connsiteY31" fmla="*/ 728920 h 1759031"/>
              <a:gd name="connsiteX32" fmla="*/ 490058 w 2339391"/>
              <a:gd name="connsiteY32" fmla="*/ 658365 h 1759031"/>
              <a:gd name="connsiteX33" fmla="*/ 588836 w 2339391"/>
              <a:gd name="connsiteY33" fmla="*/ 616031 h 1759031"/>
              <a:gd name="connsiteX34" fmla="*/ 701725 w 2339391"/>
              <a:gd name="connsiteY34" fmla="*/ 587809 h 1759031"/>
              <a:gd name="connsiteX35" fmla="*/ 786391 w 2339391"/>
              <a:gd name="connsiteY35" fmla="*/ 559587 h 1759031"/>
              <a:gd name="connsiteX36" fmla="*/ 885169 w 2339391"/>
              <a:gd name="connsiteY36" fmla="*/ 545476 h 1759031"/>
              <a:gd name="connsiteX37" fmla="*/ 1393169 w 2339391"/>
              <a:gd name="connsiteY37" fmla="*/ 503142 h 1759031"/>
              <a:gd name="connsiteX38" fmla="*/ 1590725 w 2339391"/>
              <a:gd name="connsiteY38" fmla="*/ 460809 h 1759031"/>
              <a:gd name="connsiteX39" fmla="*/ 1675391 w 2339391"/>
              <a:gd name="connsiteY39" fmla="*/ 390253 h 1759031"/>
              <a:gd name="connsiteX40" fmla="*/ 1703614 w 2339391"/>
              <a:gd name="connsiteY40" fmla="*/ 333809 h 1759031"/>
              <a:gd name="connsiteX41" fmla="*/ 1717725 w 2339391"/>
              <a:gd name="connsiteY41" fmla="*/ 263253 h 1759031"/>
              <a:gd name="connsiteX42" fmla="*/ 1731836 w 2339391"/>
              <a:gd name="connsiteY42" fmla="*/ 206809 h 1759031"/>
              <a:gd name="connsiteX43" fmla="*/ 1745947 w 2339391"/>
              <a:gd name="connsiteY43" fmla="*/ 9253 h 1759031"/>
              <a:gd name="connsiteX44" fmla="*/ 2028169 w 2339391"/>
              <a:gd name="connsiteY44" fmla="*/ 65698 h 1759031"/>
              <a:gd name="connsiteX45" fmla="*/ 2014058 w 2339391"/>
              <a:gd name="connsiteY45" fmla="*/ 93920 h 1759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339391" h="1759031">
                <a:moveTo>
                  <a:pt x="2014058" y="93920"/>
                </a:moveTo>
                <a:lnTo>
                  <a:pt x="2014058" y="93920"/>
                </a:lnTo>
                <a:cubicBezTo>
                  <a:pt x="2065799" y="103327"/>
                  <a:pt x="2117858" y="111123"/>
                  <a:pt x="2169280" y="122142"/>
                </a:cubicBezTo>
                <a:cubicBezTo>
                  <a:pt x="2183824" y="125259"/>
                  <a:pt x="2198310" y="129601"/>
                  <a:pt x="2211614" y="136253"/>
                </a:cubicBezTo>
                <a:cubicBezTo>
                  <a:pt x="2236145" y="148519"/>
                  <a:pt x="2258651" y="164476"/>
                  <a:pt x="2282169" y="178587"/>
                </a:cubicBezTo>
                <a:cubicBezTo>
                  <a:pt x="2286873" y="197402"/>
                  <a:pt x="2288640" y="217205"/>
                  <a:pt x="2296280" y="235031"/>
                </a:cubicBezTo>
                <a:cubicBezTo>
                  <a:pt x="2302961" y="250619"/>
                  <a:pt x="2323851" y="260418"/>
                  <a:pt x="2324503" y="277365"/>
                </a:cubicBezTo>
                <a:cubicBezTo>
                  <a:pt x="2336111" y="579178"/>
                  <a:pt x="2366314" y="518035"/>
                  <a:pt x="2282169" y="644253"/>
                </a:cubicBezTo>
                <a:cubicBezTo>
                  <a:pt x="2243502" y="760256"/>
                  <a:pt x="2302317" y="612687"/>
                  <a:pt x="2225725" y="714809"/>
                </a:cubicBezTo>
                <a:cubicBezTo>
                  <a:pt x="2206793" y="740052"/>
                  <a:pt x="2205703" y="777164"/>
                  <a:pt x="2183391" y="799476"/>
                </a:cubicBezTo>
                <a:cubicBezTo>
                  <a:pt x="2172403" y="810464"/>
                  <a:pt x="2078015" y="840264"/>
                  <a:pt x="2056391" y="841809"/>
                </a:cubicBezTo>
                <a:cubicBezTo>
                  <a:pt x="1943692" y="849859"/>
                  <a:pt x="1830614" y="851216"/>
                  <a:pt x="1717725" y="855920"/>
                </a:cubicBezTo>
                <a:cubicBezTo>
                  <a:pt x="1703614" y="865327"/>
                  <a:pt x="1683805" y="869417"/>
                  <a:pt x="1675391" y="884142"/>
                </a:cubicBezTo>
                <a:cubicBezTo>
                  <a:pt x="1663491" y="904966"/>
                  <a:pt x="1664927" y="930992"/>
                  <a:pt x="1661280" y="954698"/>
                </a:cubicBezTo>
                <a:cubicBezTo>
                  <a:pt x="1655514" y="992180"/>
                  <a:pt x="1651873" y="1029957"/>
                  <a:pt x="1647169" y="1067587"/>
                </a:cubicBezTo>
                <a:cubicBezTo>
                  <a:pt x="1642465" y="1222809"/>
                  <a:pt x="1645954" y="1378496"/>
                  <a:pt x="1633058" y="1533253"/>
                </a:cubicBezTo>
                <a:cubicBezTo>
                  <a:pt x="1631650" y="1550154"/>
                  <a:pt x="1616004" y="1562824"/>
                  <a:pt x="1604836" y="1575587"/>
                </a:cubicBezTo>
                <a:cubicBezTo>
                  <a:pt x="1582934" y="1600618"/>
                  <a:pt x="1560888" y="1626186"/>
                  <a:pt x="1534280" y="1646142"/>
                </a:cubicBezTo>
                <a:cubicBezTo>
                  <a:pt x="1515465" y="1660253"/>
                  <a:pt x="1498395" y="1677054"/>
                  <a:pt x="1477836" y="1688476"/>
                </a:cubicBezTo>
                <a:cubicBezTo>
                  <a:pt x="1432533" y="1713644"/>
                  <a:pt x="1387122" y="1723056"/>
                  <a:pt x="1336725" y="1730809"/>
                </a:cubicBezTo>
                <a:cubicBezTo>
                  <a:pt x="1214240" y="1749653"/>
                  <a:pt x="1148732" y="1749927"/>
                  <a:pt x="1012169" y="1759031"/>
                </a:cubicBezTo>
                <a:cubicBezTo>
                  <a:pt x="772280" y="1754327"/>
                  <a:pt x="532054" y="1758479"/>
                  <a:pt x="292503" y="1744920"/>
                </a:cubicBezTo>
                <a:cubicBezTo>
                  <a:pt x="279220" y="1744168"/>
                  <a:pt x="276180" y="1722648"/>
                  <a:pt x="264280" y="1716698"/>
                </a:cubicBezTo>
                <a:cubicBezTo>
                  <a:pt x="237672" y="1703394"/>
                  <a:pt x="179614" y="1688476"/>
                  <a:pt x="179614" y="1688476"/>
                </a:cubicBezTo>
                <a:cubicBezTo>
                  <a:pt x="170206" y="1679068"/>
                  <a:pt x="159908" y="1670474"/>
                  <a:pt x="151391" y="1660253"/>
                </a:cubicBezTo>
                <a:cubicBezTo>
                  <a:pt x="130693" y="1635416"/>
                  <a:pt x="99164" y="1590802"/>
                  <a:pt x="80836" y="1561476"/>
                </a:cubicBezTo>
                <a:cubicBezTo>
                  <a:pt x="66300" y="1538218"/>
                  <a:pt x="50769" y="1515452"/>
                  <a:pt x="38503" y="1490920"/>
                </a:cubicBezTo>
                <a:cubicBezTo>
                  <a:pt x="31851" y="1477616"/>
                  <a:pt x="29095" y="1462698"/>
                  <a:pt x="24391" y="1448587"/>
                </a:cubicBezTo>
                <a:cubicBezTo>
                  <a:pt x="-5120" y="1271517"/>
                  <a:pt x="-11009" y="1271375"/>
                  <a:pt x="24391" y="997031"/>
                </a:cubicBezTo>
                <a:cubicBezTo>
                  <a:pt x="27901" y="969829"/>
                  <a:pt x="49886" y="948126"/>
                  <a:pt x="66725" y="926476"/>
                </a:cubicBezTo>
                <a:cubicBezTo>
                  <a:pt x="122764" y="854425"/>
                  <a:pt x="120760" y="879816"/>
                  <a:pt x="193725" y="827698"/>
                </a:cubicBezTo>
                <a:cubicBezTo>
                  <a:pt x="237366" y="796526"/>
                  <a:pt x="271220" y="749547"/>
                  <a:pt x="320725" y="728920"/>
                </a:cubicBezTo>
                <a:lnTo>
                  <a:pt x="490058" y="658365"/>
                </a:lnTo>
                <a:cubicBezTo>
                  <a:pt x="523073" y="644464"/>
                  <a:pt x="554083" y="624719"/>
                  <a:pt x="588836" y="616031"/>
                </a:cubicBezTo>
                <a:cubicBezTo>
                  <a:pt x="626466" y="606624"/>
                  <a:pt x="664430" y="598465"/>
                  <a:pt x="701725" y="587809"/>
                </a:cubicBezTo>
                <a:cubicBezTo>
                  <a:pt x="730329" y="579636"/>
                  <a:pt x="757404" y="566276"/>
                  <a:pt x="786391" y="559587"/>
                </a:cubicBezTo>
                <a:cubicBezTo>
                  <a:pt x="818800" y="552108"/>
                  <a:pt x="852052" y="548557"/>
                  <a:pt x="885169" y="545476"/>
                </a:cubicBezTo>
                <a:lnTo>
                  <a:pt x="1393169" y="503142"/>
                </a:lnTo>
                <a:cubicBezTo>
                  <a:pt x="1553297" y="471117"/>
                  <a:pt x="1487744" y="486554"/>
                  <a:pt x="1590725" y="460809"/>
                </a:cubicBezTo>
                <a:cubicBezTo>
                  <a:pt x="1604959" y="450133"/>
                  <a:pt x="1660438" y="412682"/>
                  <a:pt x="1675391" y="390253"/>
                </a:cubicBezTo>
                <a:cubicBezTo>
                  <a:pt x="1687059" y="372750"/>
                  <a:pt x="1694206" y="352624"/>
                  <a:pt x="1703614" y="333809"/>
                </a:cubicBezTo>
                <a:cubicBezTo>
                  <a:pt x="1708318" y="310290"/>
                  <a:pt x="1712522" y="286666"/>
                  <a:pt x="1717725" y="263253"/>
                </a:cubicBezTo>
                <a:cubicBezTo>
                  <a:pt x="1721932" y="244321"/>
                  <a:pt x="1729694" y="226084"/>
                  <a:pt x="1731836" y="206809"/>
                </a:cubicBezTo>
                <a:cubicBezTo>
                  <a:pt x="1739127" y="141193"/>
                  <a:pt x="1741243" y="75105"/>
                  <a:pt x="1745947" y="9253"/>
                </a:cubicBezTo>
                <a:cubicBezTo>
                  <a:pt x="1977953" y="22143"/>
                  <a:pt x="1960695" y="-46758"/>
                  <a:pt x="2028169" y="65698"/>
                </a:cubicBezTo>
                <a:cubicBezTo>
                  <a:pt x="2033580" y="74717"/>
                  <a:pt x="2016410" y="89216"/>
                  <a:pt x="2014058" y="93920"/>
                </a:cubicBezTo>
                <a:close/>
              </a:path>
            </a:pathLst>
          </a:cu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442E98-C00A-9647-93D7-AB6B305B3A4C}"/>
              </a:ext>
            </a:extLst>
          </p:cNvPr>
          <p:cNvSpPr txBox="1"/>
          <p:nvPr/>
        </p:nvSpPr>
        <p:spPr>
          <a:xfrm>
            <a:off x="7497654" y="4929784"/>
            <a:ext cx="3568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“Large” Neural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EC448E-C7CC-2E4A-B9D1-09D27A1B7F41}"/>
              </a:ext>
            </a:extLst>
          </p:cNvPr>
          <p:cNvSpPr txBox="1"/>
          <p:nvPr/>
        </p:nvSpPr>
        <p:spPr>
          <a:xfrm>
            <a:off x="1449890" y="2521337"/>
            <a:ext cx="4030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Neurosymbolic Models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182D8EF-D5CF-654B-985E-028807D94ACB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3465378" y="3044557"/>
            <a:ext cx="1232170" cy="1041993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566D418-2A8E-9448-82FB-C215A47D1C49}"/>
              </a:ext>
            </a:extLst>
          </p:cNvPr>
          <p:cNvSpPr txBox="1"/>
          <p:nvPr/>
        </p:nvSpPr>
        <p:spPr>
          <a:xfrm>
            <a:off x="3172036" y="6354516"/>
            <a:ext cx="9112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 </a:t>
            </a:r>
            <a:r>
              <a:rPr lang="en-US" dirty="0" err="1"/>
              <a:t>neurosymbolic</a:t>
            </a:r>
            <a:r>
              <a:rPr lang="en-US" dirty="0"/>
              <a:t> model can be (approximately) represented by some “large” neural model.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EA8E-A806-5843-BCAC-28464D27897E}"/>
              </a:ext>
            </a:extLst>
          </p:cNvPr>
          <p:cNvSpPr txBox="1"/>
          <p:nvPr/>
        </p:nvSpPr>
        <p:spPr>
          <a:xfrm>
            <a:off x="197727" y="6308349"/>
            <a:ext cx="2722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“Neural Relaxation”</a:t>
            </a:r>
          </a:p>
        </p:txBody>
      </p:sp>
    </p:spTree>
    <p:extLst>
      <p:ext uri="{BB962C8B-B14F-4D97-AF65-F5344CB8AC3E}">
        <p14:creationId xmlns:p14="http://schemas.microsoft.com/office/powerpoint/2010/main" val="21708688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8E23F-4FFE-0742-94DB-6020AFF7A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 </a:t>
            </a:r>
            <a:br>
              <a:rPr lang="en-US" dirty="0"/>
            </a:br>
            <a:r>
              <a:rPr lang="en-US" sz="3200" dirty="0"/>
              <a:t>(abstract form)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65FF0A-D7C4-684B-8C29-580A5AE93A91}"/>
              </a:ext>
            </a:extLst>
          </p:cNvPr>
          <p:cNvSpPr txBox="1"/>
          <p:nvPr/>
        </p:nvSpPr>
        <p:spPr>
          <a:xfrm>
            <a:off x="5750651" y="5012358"/>
            <a:ext cx="2262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Any Cost Function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4424E72-2E86-0C40-8165-C8E628733907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4309962"/>
            <a:ext cx="280295" cy="67746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08DB10-62F7-5A4F-A383-5E30F8C4086F}"/>
              </a:ext>
            </a:extLst>
          </p:cNvPr>
          <p:cNvCxnSpPr>
            <a:cxnSpLocks/>
          </p:cNvCxnSpPr>
          <p:nvPr/>
        </p:nvCxnSpPr>
        <p:spPr>
          <a:xfrm flipV="1">
            <a:off x="6376295" y="4309962"/>
            <a:ext cx="404075" cy="67746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301B859-A4B8-D141-AA48-AB68128D7FFD}"/>
              </a:ext>
            </a:extLst>
          </p:cNvPr>
          <p:cNvSpPr txBox="1"/>
          <p:nvPr/>
        </p:nvSpPr>
        <p:spPr>
          <a:xfrm>
            <a:off x="7971336" y="2522936"/>
            <a:ext cx="3382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Slack due to approximation error or training ability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DD1BEFC-C1E7-774B-947E-E5E4256543ED}"/>
              </a:ext>
            </a:extLst>
          </p:cNvPr>
          <p:cNvCxnSpPr>
            <a:cxnSpLocks/>
          </p:cNvCxnSpPr>
          <p:nvPr/>
        </p:nvCxnSpPr>
        <p:spPr>
          <a:xfrm flipH="1">
            <a:off x="8422479" y="3194199"/>
            <a:ext cx="538885" cy="49453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5D2EACE-60A0-3D41-B194-FD3B0E7186AD}"/>
                  </a:ext>
                </a:extLst>
              </p:cNvPr>
              <p:cNvSpPr txBox="1"/>
              <p:nvPr/>
            </p:nvSpPr>
            <p:spPr>
              <a:xfrm>
                <a:off x="2216804" y="3610993"/>
                <a:ext cx="634808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36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 ∃</m:t>
                    </m:r>
                    <m:r>
                      <a:rPr lang="en-US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3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36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3600" dirty="0" err="1"/>
                  <a:t>s.t.</a:t>
                </a: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3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36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6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3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sz="3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5D2EACE-60A0-3D41-B194-FD3B0E718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804" y="3610993"/>
                <a:ext cx="6348084" cy="646331"/>
              </a:xfrm>
              <a:prstGeom prst="rect">
                <a:avLst/>
              </a:prstGeom>
              <a:blipFill>
                <a:blip r:embed="rId3"/>
                <a:stretch>
                  <a:fillRect l="-998" t="-15385" b="-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83FCEFB-BAEB-4F41-8F76-190CB9573A5A}"/>
              </a:ext>
            </a:extLst>
          </p:cNvPr>
          <p:cNvCxnSpPr>
            <a:cxnSpLocks/>
          </p:cNvCxnSpPr>
          <p:nvPr/>
        </p:nvCxnSpPr>
        <p:spPr>
          <a:xfrm flipV="1">
            <a:off x="2402237" y="4309962"/>
            <a:ext cx="229021" cy="563919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8EECB51-7DB5-8F49-9498-D5EED874CF3D}"/>
              </a:ext>
            </a:extLst>
          </p:cNvPr>
          <p:cNvSpPr txBox="1"/>
          <p:nvPr/>
        </p:nvSpPr>
        <p:spPr>
          <a:xfrm>
            <a:off x="3687590" y="2740444"/>
            <a:ext cx="161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Large Neural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9304867-3DDF-4C46-A070-F45CF754B2F0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4098792" y="3109776"/>
            <a:ext cx="394339" cy="50121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E30ED3B-85CA-E52A-EA63-09EB806C7F86}"/>
              </a:ext>
            </a:extLst>
          </p:cNvPr>
          <p:cNvSpPr txBox="1"/>
          <p:nvPr/>
        </p:nvSpPr>
        <p:spPr>
          <a:xfrm>
            <a:off x="3172036" y="6354516"/>
            <a:ext cx="9112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 </a:t>
            </a:r>
            <a:r>
              <a:rPr lang="en-US" dirty="0" err="1"/>
              <a:t>neurosymbolic</a:t>
            </a:r>
            <a:r>
              <a:rPr lang="en-US" dirty="0"/>
              <a:t> model can be (approximately) represented by some “large” neural model.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8E8588-F847-122E-DFA1-56F8523426BF}"/>
              </a:ext>
            </a:extLst>
          </p:cNvPr>
          <p:cNvSpPr txBox="1"/>
          <p:nvPr/>
        </p:nvSpPr>
        <p:spPr>
          <a:xfrm>
            <a:off x="197727" y="6308349"/>
            <a:ext cx="2722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“Neural Relaxation”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462759-52DD-ED90-1CB3-557A19344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479" y="292017"/>
            <a:ext cx="3382464" cy="15536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8F8A1F7-B555-9033-6EF1-87B679EDF7EC}"/>
              </a:ext>
            </a:extLst>
          </p:cNvPr>
          <p:cNvSpPr txBox="1"/>
          <p:nvPr/>
        </p:nvSpPr>
        <p:spPr>
          <a:xfrm>
            <a:off x="1488846" y="4873881"/>
            <a:ext cx="1826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Neurosymbolic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3630EFF-7F45-B542-3FC0-1A9E69D3BE2A}"/>
                  </a:ext>
                </a:extLst>
              </p:cNvPr>
              <p:cNvSpPr/>
              <p:nvPr/>
            </p:nvSpPr>
            <p:spPr>
              <a:xfrm>
                <a:off x="10113711" y="843240"/>
                <a:ext cx="39709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3630EFF-7F45-B542-3FC0-1A9E69D3B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3711" y="843240"/>
                <a:ext cx="3970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B8C4587-DB71-1068-6788-CDCABA1A5159}"/>
                  </a:ext>
                </a:extLst>
              </p:cNvPr>
              <p:cNvSpPr/>
              <p:nvPr/>
            </p:nvSpPr>
            <p:spPr>
              <a:xfrm>
                <a:off x="8524221" y="1171890"/>
                <a:ext cx="8047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B8C4587-DB71-1068-6788-CDCABA1A51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4221" y="1171890"/>
                <a:ext cx="804772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27DD4A5-C256-E19A-22F7-BFE64D3E9F1C}"/>
              </a:ext>
            </a:extLst>
          </p:cNvPr>
          <p:cNvSpPr txBox="1"/>
          <p:nvPr/>
        </p:nvSpPr>
        <p:spPr>
          <a:xfrm>
            <a:off x="7351486" y="5645428"/>
            <a:ext cx="4138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We can train an admissible heuristic!</a:t>
            </a:r>
          </a:p>
        </p:txBody>
      </p:sp>
    </p:spTree>
    <p:extLst>
      <p:ext uri="{BB962C8B-B14F-4D97-AF65-F5344CB8AC3E}">
        <p14:creationId xmlns:p14="http://schemas.microsoft.com/office/powerpoint/2010/main" val="2873351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8A97-A2AC-223C-2DF7-F09F68B4B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Informed Search (e.g., A*)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643C9A-B79A-F668-64E0-C571C52446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4665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Use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to prune the search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643C9A-B79A-F668-64E0-C571C52446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46650"/>
              </a:xfrm>
              <a:blipFill>
                <a:blip r:embed="rId3"/>
                <a:stretch>
                  <a:fillRect l="-812" t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48BCCFDC-E781-467F-13E6-667B945A8CC3}"/>
              </a:ext>
            </a:extLst>
          </p:cNvPr>
          <p:cNvGrpSpPr/>
          <p:nvPr/>
        </p:nvGrpSpPr>
        <p:grpSpPr>
          <a:xfrm>
            <a:off x="5157860" y="1788068"/>
            <a:ext cx="6316032" cy="1751783"/>
            <a:chOff x="2639691" y="1832351"/>
            <a:chExt cx="6316032" cy="1751783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11B87AFA-6420-4416-2901-8956A7DC65D6}"/>
                </a:ext>
              </a:extLst>
            </p:cNvPr>
            <p:cNvSpPr/>
            <p:nvPr/>
          </p:nvSpPr>
          <p:spPr>
            <a:xfrm>
              <a:off x="5044241" y="3287022"/>
              <a:ext cx="1669531" cy="275235"/>
            </a:xfrm>
            <a:prstGeom prst="roundRect">
              <a:avLst/>
            </a:prstGeom>
            <a:solidFill>
              <a:schemeClr val="accent1">
                <a:alpha val="57000"/>
              </a:schemeClr>
            </a:solidFill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algn="ctr" defTabSz="308063" latinLnBrk="1" hangingPunct="0"/>
              <a:endParaRPr lang="ja-JP" altLang="en-US" sz="1265">
                <a:solidFill>
                  <a:srgbClr val="FFFFFF"/>
                </a:solidFill>
                <a:sym typeface="Helvetica Light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1F80FD2-7456-4269-6C81-3856B2E52AAA}"/>
                </a:ext>
              </a:extLst>
            </p:cNvPr>
            <p:cNvGrpSpPr/>
            <p:nvPr/>
          </p:nvGrpSpPr>
          <p:grpSpPr>
            <a:xfrm>
              <a:off x="5209121" y="1832351"/>
              <a:ext cx="899878" cy="275235"/>
              <a:chOff x="8265592" y="2814077"/>
              <a:chExt cx="1706435" cy="521928"/>
            </a:xfrm>
          </p:grpSpPr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5148DF2A-813B-BB71-CD41-C64A18EA9E3A}"/>
                  </a:ext>
                </a:extLst>
              </p:cNvPr>
              <p:cNvSpPr/>
              <p:nvPr/>
            </p:nvSpPr>
            <p:spPr>
              <a:xfrm>
                <a:off x="8265592" y="2814077"/>
                <a:ext cx="1706435" cy="521928"/>
              </a:xfrm>
              <a:prstGeom prst="round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algn="ctr" defTabSz="308063" latinLnBrk="1" hangingPunct="0"/>
                <a:endParaRPr lang="ja-JP" altLang="en-US" sz="1265">
                  <a:solidFill>
                    <a:srgbClr val="FFFFFF"/>
                  </a:solidFill>
                  <a:sym typeface="Helvetica Light"/>
                </a:endParaRPr>
              </a:p>
            </p:txBody>
          </p:sp>
          <p:pic>
            <p:nvPicPr>
              <p:cNvPr id="27" name="Picture 26" descr="latex-image-1.pdf">
                <a:extLst>
                  <a:ext uri="{FF2B5EF4-FFF2-40B4-BE49-F238E27FC236}">
                    <a16:creationId xmlns:a16="http://schemas.microsoft.com/office/drawing/2014/main" id="{98E86F8A-EBB8-9955-664A-C063B2A75E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34554" y="2860438"/>
                <a:ext cx="1219200" cy="444500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C335577-9EB7-A02B-9670-304A61F5D5C7}"/>
                </a:ext>
              </a:extLst>
            </p:cNvPr>
            <p:cNvGrpSpPr/>
            <p:nvPr/>
          </p:nvGrpSpPr>
          <p:grpSpPr>
            <a:xfrm>
              <a:off x="2639691" y="3292515"/>
              <a:ext cx="677339" cy="275235"/>
              <a:chOff x="849660" y="5038361"/>
              <a:chExt cx="1284436" cy="521927"/>
            </a:xfrm>
          </p:grpSpPr>
          <p:pic>
            <p:nvPicPr>
              <p:cNvPr id="24" name="Picture 23" descr="latex-image-1.pdf">
                <a:extLst>
                  <a:ext uri="{FF2B5EF4-FFF2-40B4-BE49-F238E27FC236}">
                    <a16:creationId xmlns:a16="http://schemas.microsoft.com/office/drawing/2014/main" id="{768C9ED7-9021-F40E-E38F-1964490B05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73943" y="5128117"/>
                <a:ext cx="860338" cy="35369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</p:pic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6014D179-E18E-4F77-4BA5-B4DF87557766}"/>
                  </a:ext>
                </a:extLst>
              </p:cNvPr>
              <p:cNvSpPr/>
              <p:nvPr/>
            </p:nvSpPr>
            <p:spPr>
              <a:xfrm>
                <a:off x="849660" y="5038361"/>
                <a:ext cx="1284436" cy="521927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algn="ctr" defTabSz="308063" latinLnBrk="1" hangingPunct="0"/>
                <a:endParaRPr lang="ja-JP" altLang="en-US" sz="1265">
                  <a:solidFill>
                    <a:srgbClr val="FFFFFF"/>
                  </a:solidFill>
                  <a:sym typeface="Helvetica Light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377CAE3-35B5-FB42-ECCD-441BFCFF531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846553" y="3287023"/>
              <a:ext cx="2109170" cy="275235"/>
              <a:chOff x="8546224" y="3667543"/>
              <a:chExt cx="5313677" cy="693404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853D9F3C-5353-3371-91C8-675C80B9FB06}"/>
                  </a:ext>
                </a:extLst>
              </p:cNvPr>
              <p:cNvSpPr/>
              <p:nvPr/>
            </p:nvSpPr>
            <p:spPr>
              <a:xfrm>
                <a:off x="8546224" y="3667543"/>
                <a:ext cx="5313677" cy="693404"/>
              </a:xfrm>
              <a:prstGeom prst="round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algn="ctr" defTabSz="308063" latinLnBrk="1" hangingPunct="0"/>
                <a:endParaRPr lang="ja-JP" altLang="en-US" sz="1265">
                  <a:solidFill>
                    <a:srgbClr val="FFFFFF"/>
                  </a:solidFill>
                  <a:sym typeface="Helvetica Light"/>
                </a:endParaRPr>
              </a:p>
            </p:txBody>
          </p:sp>
          <p:pic>
            <p:nvPicPr>
              <p:cNvPr id="23" name="Picture 22" descr="latex-image-1.pdf">
                <a:extLst>
                  <a:ext uri="{FF2B5EF4-FFF2-40B4-BE49-F238E27FC236}">
                    <a16:creationId xmlns:a16="http://schemas.microsoft.com/office/drawing/2014/main" id="{496D8104-A64D-CB70-B7C3-D3F05A3CAC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56579" y="3793135"/>
                <a:ext cx="4749800" cy="469900"/>
              </a:xfrm>
              <a:prstGeom prst="rect">
                <a:avLst/>
              </a:prstGeom>
            </p:spPr>
          </p:pic>
        </p:grpSp>
        <p:cxnSp>
          <p:nvCxnSpPr>
            <p:cNvPr id="14" name="Curved Connector 13">
              <a:extLst>
                <a:ext uri="{FF2B5EF4-FFF2-40B4-BE49-F238E27FC236}">
                  <a16:creationId xmlns:a16="http://schemas.microsoft.com/office/drawing/2014/main" id="{45270343-8DCD-C2E4-3AD8-73F70F79AE5C}"/>
                </a:ext>
              </a:extLst>
            </p:cNvPr>
            <p:cNvCxnSpPr>
              <a:cxnSpLocks/>
              <a:stCxn id="26" idx="2"/>
              <a:endCxn id="25" idx="0"/>
            </p:cNvCxnSpPr>
            <p:nvPr/>
          </p:nvCxnSpPr>
          <p:spPr>
            <a:xfrm rot="5400000">
              <a:off x="3726247" y="1359701"/>
              <a:ext cx="1184929" cy="2680699"/>
            </a:xfrm>
            <a:prstGeom prst="curvedConnector3">
              <a:avLst>
                <a:gd name="adj1" fmla="val 50000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Curved Connector 14">
              <a:extLst>
                <a:ext uri="{FF2B5EF4-FFF2-40B4-BE49-F238E27FC236}">
                  <a16:creationId xmlns:a16="http://schemas.microsoft.com/office/drawing/2014/main" id="{DBD67FE6-B689-DDEF-95F8-28B6165CAFCF}"/>
                </a:ext>
              </a:extLst>
            </p:cNvPr>
            <p:cNvCxnSpPr>
              <a:cxnSpLocks/>
              <a:stCxn id="27" idx="2"/>
              <a:endCxn id="21" idx="0"/>
            </p:cNvCxnSpPr>
            <p:nvPr/>
          </p:nvCxnSpPr>
          <p:spPr>
            <a:xfrm rot="5400000">
              <a:off x="4267184" y="1903658"/>
              <a:ext cx="1217696" cy="1592786"/>
            </a:xfrm>
            <a:prstGeom prst="curvedConnector3">
              <a:avLst>
                <a:gd name="adj1" fmla="val 50000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" name="Curved Connector 15">
              <a:extLst>
                <a:ext uri="{FF2B5EF4-FFF2-40B4-BE49-F238E27FC236}">
                  <a16:creationId xmlns:a16="http://schemas.microsoft.com/office/drawing/2014/main" id="{0D46E7A5-1A01-B560-BA9B-0B64E39075BF}"/>
                </a:ext>
              </a:extLst>
            </p:cNvPr>
            <p:cNvCxnSpPr>
              <a:stCxn id="26" idx="2"/>
              <a:endCxn id="10" idx="0"/>
            </p:cNvCxnSpPr>
            <p:nvPr/>
          </p:nvCxnSpPr>
          <p:spPr>
            <a:xfrm rot="16200000" flipH="1">
              <a:off x="5179315" y="2587330"/>
              <a:ext cx="1179436" cy="219947"/>
            </a:xfrm>
            <a:prstGeom prst="curvedConnector3">
              <a:avLst>
                <a:gd name="adj1" fmla="val 50000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" name="Curved Connector 16">
              <a:extLst>
                <a:ext uri="{FF2B5EF4-FFF2-40B4-BE49-F238E27FC236}">
                  <a16:creationId xmlns:a16="http://schemas.microsoft.com/office/drawing/2014/main" id="{DF58BFAF-54AA-D666-C69B-BAD09D993F55}"/>
                </a:ext>
              </a:extLst>
            </p:cNvPr>
            <p:cNvCxnSpPr>
              <a:stCxn id="26" idx="2"/>
              <a:endCxn id="22" idx="0"/>
            </p:cNvCxnSpPr>
            <p:nvPr/>
          </p:nvCxnSpPr>
          <p:spPr>
            <a:xfrm rot="16200000" flipH="1">
              <a:off x="6190381" y="1576265"/>
              <a:ext cx="1179437" cy="2242078"/>
            </a:xfrm>
            <a:prstGeom prst="curvedConnector3">
              <a:avLst>
                <a:gd name="adj1" fmla="val 50000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CD5887A-C9DB-26FC-AB7A-6C388125D48E}"/>
                </a:ext>
              </a:extLst>
            </p:cNvPr>
            <p:cNvGrpSpPr/>
            <p:nvPr/>
          </p:nvGrpSpPr>
          <p:grpSpPr>
            <a:xfrm>
              <a:off x="3740969" y="3308899"/>
              <a:ext cx="677339" cy="275235"/>
              <a:chOff x="2458393" y="5038361"/>
              <a:chExt cx="1284436" cy="521927"/>
            </a:xfrm>
          </p:grpSpPr>
          <p:pic>
            <p:nvPicPr>
              <p:cNvPr id="20" name="Picture 19" descr="latex-image-1.pdf">
                <a:extLst>
                  <a:ext uri="{FF2B5EF4-FFF2-40B4-BE49-F238E27FC236}">
                    <a16:creationId xmlns:a16="http://schemas.microsoft.com/office/drawing/2014/main" id="{60DF38FB-C2D0-121E-D955-703417BD19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08679" y="5175053"/>
                <a:ext cx="783863" cy="24854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</p:pic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D68720DB-EA68-C500-CBFF-98E89493F859}"/>
                  </a:ext>
                </a:extLst>
              </p:cNvPr>
              <p:cNvSpPr/>
              <p:nvPr/>
            </p:nvSpPr>
            <p:spPr>
              <a:xfrm>
                <a:off x="2458393" y="5038361"/>
                <a:ext cx="1284436" cy="521927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algn="ctr" defTabSz="308063" latinLnBrk="1" hangingPunct="0"/>
                <a:endParaRPr lang="ja-JP" altLang="en-US" sz="1265">
                  <a:solidFill>
                    <a:srgbClr val="FFFFFF"/>
                  </a:solidFill>
                  <a:sym typeface="Helvetica Light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73F0554-3EDD-A4EB-6B07-77988732DAB3}"/>
                    </a:ext>
                  </a:extLst>
                </p:cNvPr>
                <p:cNvSpPr txBox="1"/>
                <p:nvPr/>
              </p:nvSpPr>
              <p:spPr>
                <a:xfrm>
                  <a:off x="5323108" y="3309995"/>
                  <a:ext cx="1072922" cy="2308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m:rPr>
                            <m:sty m:val="p"/>
                          </m:rPr>
                          <a:rPr lang="en-US" sz="1500" b="0" i="0" smtClean="0">
                            <a:latin typeface="Cambria Math" panose="02040503050406030204" pitchFamily="18" charset="0"/>
                          </a:rPr>
                          <m:t>map</m:t>
                        </m:r>
                        <m:r>
                          <a:rPr lang="en-US" sz="15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sz="15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C377302A-DE58-E440-B180-9D96A748D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3108" y="3309995"/>
                  <a:ext cx="1072922" cy="230832"/>
                </a:xfrm>
                <a:prstGeom prst="rect">
                  <a:avLst/>
                </a:prstGeom>
                <a:blipFill>
                  <a:blip r:embed="rId10"/>
                  <a:stretch>
                    <a:fillRect l="-3488" t="-10526" b="-368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AB66B89-F3DE-91C2-730B-9BF6A09A5788}"/>
              </a:ext>
            </a:extLst>
          </p:cNvPr>
          <p:cNvGrpSpPr/>
          <p:nvPr/>
        </p:nvGrpSpPr>
        <p:grpSpPr>
          <a:xfrm>
            <a:off x="7229690" y="5498490"/>
            <a:ext cx="3283655" cy="430887"/>
            <a:chOff x="6589318" y="5180722"/>
            <a:chExt cx="3283655" cy="430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61FC951-F51E-6F4E-842D-B61CC92648F9}"/>
                    </a:ext>
                  </a:extLst>
                </p:cNvPr>
                <p:cNvSpPr txBox="1"/>
                <p:nvPr/>
              </p:nvSpPr>
              <p:spPr>
                <a:xfrm>
                  <a:off x="6589318" y="5180722"/>
                  <a:ext cx="3283655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22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.           </m:t>
                            </m:r>
                            <m:r>
                              <a:rPr lang="en-US" sz="22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200" b="0" i="0" dirty="0" smtClean="0">
                            <a:latin typeface="Cambria Math" panose="02040503050406030204" pitchFamily="18" charset="0"/>
                          </a:rPr>
                          <m:t>Loss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( .           )</m:t>
                        </m:r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61FC951-F51E-6F4E-842D-B61CC92648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9318" y="5180722"/>
                  <a:ext cx="3283655" cy="430887"/>
                </a:xfrm>
                <a:prstGeom prst="rect">
                  <a:avLst/>
                </a:prstGeom>
                <a:blipFill>
                  <a:blip r:embed="rId14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968D428-55E3-46D7-E56D-8791774E7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88382" y="5266225"/>
              <a:ext cx="726052" cy="301736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335798A-FFBA-EE6E-5560-A793D33ED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853061" y="5278102"/>
              <a:ext cx="726052" cy="301736"/>
            </a:xfrm>
            <a:prstGeom prst="rect">
              <a:avLst/>
            </a:prstGeom>
          </p:spPr>
        </p:pic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87398AF-FFA8-4C6A-7639-4EF60D793BC1}"/>
              </a:ext>
            </a:extLst>
          </p:cNvPr>
          <p:cNvSpPr txBox="1"/>
          <p:nvPr/>
        </p:nvSpPr>
        <p:spPr>
          <a:xfrm>
            <a:off x="6852482" y="5538796"/>
            <a:ext cx="3497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683975-C5B8-1786-DEEA-C873407CEB90}"/>
              </a:ext>
            </a:extLst>
          </p:cNvPr>
          <p:cNvSpPr txBox="1"/>
          <p:nvPr/>
        </p:nvSpPr>
        <p:spPr>
          <a:xfrm>
            <a:off x="822203" y="4729543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Suppose: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84B7D4-3635-03F9-7A85-4E9F55B1EC5F}"/>
              </a:ext>
            </a:extLst>
          </p:cNvPr>
          <p:cNvSpPr txBox="1"/>
          <p:nvPr/>
        </p:nvSpPr>
        <p:spPr>
          <a:xfrm>
            <a:off x="4822444" y="4859144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Structural Cost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2B0DEBF-B5BC-85AD-E042-97C68F12BFE0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4043114" y="5043810"/>
            <a:ext cx="779330" cy="431028"/>
          </a:xfrm>
          <a:prstGeom prst="straightConnector1">
            <a:avLst/>
          </a:prstGeom>
          <a:ln w="254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FFBF962-D7D5-04F6-6393-C65374592D06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449813" y="5043810"/>
            <a:ext cx="895834" cy="491323"/>
          </a:xfrm>
          <a:prstGeom prst="straightConnector1">
            <a:avLst/>
          </a:prstGeom>
          <a:ln w="254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088A8DD-F203-9071-54C6-C2AF34902FAF}"/>
              </a:ext>
            </a:extLst>
          </p:cNvPr>
          <p:cNvSpPr txBox="1"/>
          <p:nvPr/>
        </p:nvSpPr>
        <p:spPr>
          <a:xfrm>
            <a:off x="6188158" y="6208904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“Cost to Go” Heuristic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D54C3F-93E3-8036-782A-BCD2ECE7737C}"/>
              </a:ext>
            </a:extLst>
          </p:cNvPr>
          <p:cNvSpPr txBox="1"/>
          <p:nvPr/>
        </p:nvSpPr>
        <p:spPr>
          <a:xfrm>
            <a:off x="8782744" y="4859811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 Loss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45F8067-79FB-8D75-09D8-1D73713789E4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9481012" y="5229143"/>
            <a:ext cx="0" cy="26934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4CBABF7-0427-8B54-F3C3-163ED9C285CE}"/>
              </a:ext>
            </a:extLst>
          </p:cNvPr>
          <p:cNvCxnSpPr>
            <a:cxnSpLocks/>
            <a:stCxn id="54" idx="1"/>
          </p:cNvCxnSpPr>
          <p:nvPr/>
        </p:nvCxnSpPr>
        <p:spPr>
          <a:xfrm flipH="1" flipV="1">
            <a:off x="5935042" y="6057318"/>
            <a:ext cx="253116" cy="336252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&quot;No&quot; Symbol 66">
            <a:extLst>
              <a:ext uri="{FF2B5EF4-FFF2-40B4-BE49-F238E27FC236}">
                <a16:creationId xmlns:a16="http://schemas.microsoft.com/office/drawing/2014/main" id="{82EC4041-4C56-63B1-0B6A-B488DB2938C6}"/>
              </a:ext>
            </a:extLst>
          </p:cNvPr>
          <p:cNvSpPr/>
          <p:nvPr/>
        </p:nvSpPr>
        <p:spPr>
          <a:xfrm>
            <a:off x="7760566" y="2943730"/>
            <a:ext cx="1236436" cy="906518"/>
          </a:xfrm>
          <a:prstGeom prst="noSmoking">
            <a:avLst>
              <a:gd name="adj" fmla="val 1016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18B0FF6-050C-61E9-0132-D7021281C1E5}"/>
              </a:ext>
            </a:extLst>
          </p:cNvPr>
          <p:cNvSpPr txBox="1"/>
          <p:nvPr/>
        </p:nvSpPr>
        <p:spPr>
          <a:xfrm>
            <a:off x="7052957" y="3896451"/>
            <a:ext cx="2724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Can Prune This Branch!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050983B-C25C-550A-80BE-EC154BF6208C}"/>
              </a:ext>
            </a:extLst>
          </p:cNvPr>
          <p:cNvCxnSpPr>
            <a:cxnSpLocks/>
            <a:endCxn id="69" idx="1"/>
          </p:cNvCxnSpPr>
          <p:nvPr/>
        </p:nvCxnSpPr>
        <p:spPr>
          <a:xfrm flipV="1">
            <a:off x="2112941" y="4081117"/>
            <a:ext cx="4940016" cy="739989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14A27565-0BF9-4936-FB80-B93FF2D12F2F}"/>
              </a:ext>
            </a:extLst>
          </p:cNvPr>
          <p:cNvGrpSpPr/>
          <p:nvPr/>
        </p:nvGrpSpPr>
        <p:grpSpPr>
          <a:xfrm>
            <a:off x="1990637" y="5503246"/>
            <a:ext cx="4866397" cy="430887"/>
            <a:chOff x="1990637" y="5503246"/>
            <a:chExt cx="4866397" cy="430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3CAC49C-DAAF-F0D7-8BAD-6CD70397AC31}"/>
                    </a:ext>
                  </a:extLst>
                </p:cNvPr>
                <p:cNvSpPr txBox="1"/>
                <p:nvPr/>
              </p:nvSpPr>
              <p:spPr>
                <a:xfrm>
                  <a:off x="1990637" y="5503246"/>
                  <a:ext cx="486639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22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2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sz="22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         </m:t>
                            </m:r>
                            <m:r>
                              <a:rPr lang="en-US" sz="22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22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.                           </m:t>
                            </m:r>
                            <m:r>
                              <a:rPr lang="en-US" sz="22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3CAC49C-DAAF-F0D7-8BAD-6CD70397AC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0637" y="5503246"/>
                  <a:ext cx="4866397" cy="43088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4DBBA21-E5C8-1EF1-F2DA-0917CF7165FB}"/>
                    </a:ext>
                  </a:extLst>
                </p:cNvPr>
                <p:cNvSpPr txBox="1"/>
                <p:nvPr/>
              </p:nvSpPr>
              <p:spPr>
                <a:xfrm>
                  <a:off x="2601941" y="5541189"/>
                  <a:ext cx="135511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𝑚𝑎𝑝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4DBBA21-E5C8-1EF1-F2DA-0917CF7165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1941" y="5541189"/>
                  <a:ext cx="1355115" cy="338554"/>
                </a:xfrm>
                <a:prstGeom prst="rect">
                  <a:avLst/>
                </a:prstGeom>
                <a:blipFill>
                  <a:blip r:embed="rId17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Rounded Rectangle 9">
              <a:extLst>
                <a:ext uri="{FF2B5EF4-FFF2-40B4-BE49-F238E27FC236}">
                  <a16:creationId xmlns:a16="http://schemas.microsoft.com/office/drawing/2014/main" id="{962B9873-F0C2-937C-CB5C-849FC5BF08C1}"/>
                </a:ext>
              </a:extLst>
            </p:cNvPr>
            <p:cNvSpPr/>
            <p:nvPr/>
          </p:nvSpPr>
          <p:spPr>
            <a:xfrm>
              <a:off x="2444290" y="5595870"/>
              <a:ext cx="1669531" cy="275235"/>
            </a:xfrm>
            <a:prstGeom prst="roundRect">
              <a:avLst/>
            </a:prstGeom>
            <a:solidFill>
              <a:schemeClr val="accent1">
                <a:alpha val="57000"/>
              </a:schemeClr>
            </a:solidFill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algn="ctr" defTabSz="308063" latinLnBrk="1" hangingPunct="0"/>
              <a:endParaRPr lang="ja-JP" altLang="en-US" sz="1265">
                <a:solidFill>
                  <a:srgbClr val="FFFFFF"/>
                </a:solidFill>
                <a:sym typeface="Helvetica Light"/>
              </a:endParaRPr>
            </a:p>
          </p:txBody>
        </p:sp>
        <p:sp>
          <p:nvSpPr>
            <p:cNvPr id="6" name="Rounded Rectangle 9">
              <a:extLst>
                <a:ext uri="{FF2B5EF4-FFF2-40B4-BE49-F238E27FC236}">
                  <a16:creationId xmlns:a16="http://schemas.microsoft.com/office/drawing/2014/main" id="{3682570D-62EF-DB64-F18F-43CD0DC90FE1}"/>
                </a:ext>
              </a:extLst>
            </p:cNvPr>
            <p:cNvSpPr/>
            <p:nvPr/>
          </p:nvSpPr>
          <p:spPr>
            <a:xfrm>
              <a:off x="4866380" y="5595870"/>
              <a:ext cx="1669531" cy="275235"/>
            </a:xfrm>
            <a:prstGeom prst="roundRect">
              <a:avLst/>
            </a:prstGeom>
            <a:solidFill>
              <a:schemeClr val="accent1">
                <a:alpha val="57000"/>
              </a:schemeClr>
            </a:solidFill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algn="ctr" defTabSz="308063" latinLnBrk="1" hangingPunct="0"/>
              <a:endParaRPr lang="ja-JP" altLang="en-US" sz="1265">
                <a:solidFill>
                  <a:srgbClr val="FFFFFF"/>
                </a:solidFill>
                <a:sym typeface="Helvetica Ligh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0647CE6-D264-C9FF-7BEC-7EB871BBA5DA}"/>
                    </a:ext>
                  </a:extLst>
                </p:cNvPr>
                <p:cNvSpPr txBox="1"/>
                <p:nvPr/>
              </p:nvSpPr>
              <p:spPr>
                <a:xfrm>
                  <a:off x="4984010" y="5559625"/>
                  <a:ext cx="135511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𝑚𝑎𝑝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0647CE6-D264-C9FF-7BEC-7EB871BBA5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4010" y="5559625"/>
                  <a:ext cx="1355115" cy="338554"/>
                </a:xfrm>
                <a:prstGeom prst="rect">
                  <a:avLst/>
                </a:prstGeom>
                <a:blipFill>
                  <a:blip r:embed="rId18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8592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5" grpId="0"/>
      <p:bldP spid="46" grpId="0"/>
      <p:bldP spid="54" grpId="0"/>
      <p:bldP spid="55" grpId="0"/>
      <p:bldP spid="67" grpId="0" animBg="1"/>
      <p:bldP spid="6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E49AE1-23AC-3EF6-47CD-F37749EC21E1}"/>
              </a:ext>
            </a:extLst>
          </p:cNvPr>
          <p:cNvSpPr/>
          <p:nvPr/>
        </p:nvSpPr>
        <p:spPr>
          <a:xfrm>
            <a:off x="712519" y="4494508"/>
            <a:ext cx="10641281" cy="1998367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1B934-3B92-5E6E-A809-983116FAE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3D7C74-2FCB-BD1A-F9D5-1D6178788D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16411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Priority queue of current leaf nodes:</a:t>
                </a:r>
              </a:p>
              <a:p>
                <a:pPr lvl="1"/>
                <a:r>
                  <a:rPr lang="en-US" b="0" dirty="0"/>
                  <a:t>S</a:t>
                </a:r>
                <a:r>
                  <a:rPr lang="en-US" dirty="0"/>
                  <a:t>orted by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1"/>
                <a:endParaRPr lang="en-US" sz="1000" dirty="0"/>
              </a:p>
              <a:p>
                <a:r>
                  <a:rPr lang="en-US" dirty="0"/>
                  <a:t>Pop off top program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complete, terminate</a:t>
                </a:r>
              </a:p>
              <a:p>
                <a:pPr lvl="1"/>
                <a:r>
                  <a:rPr lang="en-US" dirty="0"/>
                  <a:t>Else, expand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, add child nodes to priority queue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b="1" dirty="0"/>
                  <a:t>Guarantee: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admissible</a:t>
                </a:r>
                <a:r>
                  <a:rPr lang="en-US" dirty="0"/>
                  <a:t>,  A* will return optimal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Tighter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prunes more aggressively</a:t>
                </a:r>
              </a:p>
              <a:p>
                <a:pPr lvl="1"/>
                <a:r>
                  <a:rPr lang="en-US" dirty="0"/>
                  <a:t>Uninformed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(e.g., always 0) =&gt; uninformed search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3D7C74-2FCB-BD1A-F9D5-1D6178788D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164111"/>
              </a:xfrm>
              <a:blipFill>
                <a:blip r:embed="rId3"/>
                <a:stretch>
                  <a:fillRect l="-1086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C462C821-D259-04D6-46B8-5D74B3F913CE}"/>
              </a:ext>
            </a:extLst>
          </p:cNvPr>
          <p:cNvSpPr txBox="1"/>
          <p:nvPr/>
        </p:nvSpPr>
        <p:spPr>
          <a:xfrm>
            <a:off x="3946231" y="4548652"/>
            <a:ext cx="2834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Lower bounds “Cost to Go”</a:t>
            </a: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87AC7D1D-F148-9650-6622-D3A676964346}"/>
              </a:ext>
            </a:extLst>
          </p:cNvPr>
          <p:cNvSpPr/>
          <p:nvPr/>
        </p:nvSpPr>
        <p:spPr>
          <a:xfrm rot="16200000">
            <a:off x="5243627" y="3639440"/>
            <a:ext cx="178130" cy="2611234"/>
          </a:xfrm>
          <a:prstGeom prst="leftBrac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15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06353-1C9C-8A69-8AA3-626CA32A6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Admissible Heuristic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8B341-D00A-2A63-44A1-AB43F3D41A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Implementing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requires knowing the future?</a:t>
                </a:r>
              </a:p>
              <a:p>
                <a:endParaRPr lang="en-US" dirty="0"/>
              </a:p>
              <a:p>
                <a:r>
                  <a:rPr lang="en-US" dirty="0"/>
                  <a:t>Historically, hand crafted using domain knowledge</a:t>
                </a:r>
              </a:p>
              <a:p>
                <a:endParaRPr lang="en-US" dirty="0"/>
              </a:p>
              <a:p>
                <a:r>
                  <a:rPr lang="en-US" dirty="0"/>
                  <a:t>Today: Neural Relaxations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Session 3: learning approaches that learn from many tasks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8B341-D00A-2A63-44A1-AB43F3D41A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32115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BF7E2-D8CE-C54C-8EC0-E0FE3B241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NEAR: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23E511-C198-0C48-8A55-3E37A1728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729" y="161195"/>
            <a:ext cx="7274070" cy="6425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FEC4F4-CFA7-D649-81B3-57F12A186A26}"/>
              </a:ext>
            </a:extLst>
          </p:cNvPr>
          <p:cNvSpPr txBox="1"/>
          <p:nvPr/>
        </p:nvSpPr>
        <p:spPr>
          <a:xfrm>
            <a:off x="8952765" y="4668026"/>
            <a:ext cx="115213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1300FF"/>
                </a:solidFill>
                <a:ea typeface="Helvetica Neue" panose="02000503000000020004" pitchFamily="2" charset="0"/>
                <a:cs typeface="Helvetica Neue" panose="02000503000000020004" pitchFamily="2" charset="0"/>
              </a:rPr>
              <a:t>NEAR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C493FC-681A-E54A-AC1F-64742511D61E}"/>
              </a:ext>
            </a:extLst>
          </p:cNvPr>
          <p:cNvSpPr txBox="1"/>
          <p:nvPr/>
        </p:nvSpPr>
        <p:spPr>
          <a:xfrm>
            <a:off x="23201" y="6461457"/>
            <a:ext cx="99242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Learning Differentiable Programs with Admissible Neural Heuristics, </a:t>
            </a:r>
            <a:r>
              <a:rPr lang="en-US" sz="1600" dirty="0" err="1"/>
              <a:t>Ameesh</a:t>
            </a:r>
            <a:r>
              <a:rPr lang="en-US" sz="1600" dirty="0"/>
              <a:t> Shah*, Eric Zhan*, et al., </a:t>
            </a:r>
            <a:r>
              <a:rPr lang="en-US" sz="1600" dirty="0" err="1"/>
              <a:t>NeurIPS</a:t>
            </a:r>
            <a:r>
              <a:rPr lang="en-US" sz="1600" dirty="0"/>
              <a:t> 2020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298C82-870C-6849-88E3-58EDEE1ADE01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8162503" y="4898859"/>
            <a:ext cx="790262" cy="0"/>
          </a:xfrm>
          <a:prstGeom prst="straightConnector1">
            <a:avLst/>
          </a:prstGeom>
          <a:ln w="25400">
            <a:solidFill>
              <a:srgbClr val="13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Left Arrow 16">
            <a:extLst>
              <a:ext uri="{FF2B5EF4-FFF2-40B4-BE49-F238E27FC236}">
                <a16:creationId xmlns:a16="http://schemas.microsoft.com/office/drawing/2014/main" id="{87813375-36B5-D847-A4FA-2DEB04D43505}"/>
              </a:ext>
            </a:extLst>
          </p:cNvPr>
          <p:cNvSpPr/>
          <p:nvPr/>
        </p:nvSpPr>
        <p:spPr>
          <a:xfrm rot="19618754">
            <a:off x="6055796" y="4726959"/>
            <a:ext cx="1652419" cy="506980"/>
          </a:xfrm>
          <a:prstGeom prst="leftArrow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/>
                <a:cs typeface="Calibri"/>
              </a:rPr>
              <a:t>B E T T E 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D99C8F-D161-CB40-8634-C410EC75D30B}"/>
              </a:ext>
            </a:extLst>
          </p:cNvPr>
          <p:cNvSpPr txBox="1"/>
          <p:nvPr/>
        </p:nvSpPr>
        <p:spPr>
          <a:xfrm>
            <a:off x="457359" y="4399084"/>
            <a:ext cx="3975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Order of magnitude speedup!</a:t>
            </a:r>
          </a:p>
        </p:txBody>
      </p:sp>
    </p:spTree>
    <p:extLst>
      <p:ext uri="{BB962C8B-B14F-4D97-AF65-F5344CB8AC3E}">
        <p14:creationId xmlns:p14="http://schemas.microsoft.com/office/powerpoint/2010/main" val="25806824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F8DB1B3-D099-3D40-8318-E0D5A72D6A76}"/>
                  </a:ext>
                </a:extLst>
              </p:cNvPr>
              <p:cNvSpPr/>
              <p:nvPr/>
            </p:nvSpPr>
            <p:spPr>
              <a:xfrm>
                <a:off x="4658270" y="3972046"/>
                <a:ext cx="4083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F8DB1B3-D099-3D40-8318-E0D5A72D6A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270" y="3972046"/>
                <a:ext cx="408382" cy="307777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Picture 44">
            <a:extLst>
              <a:ext uri="{FF2B5EF4-FFF2-40B4-BE49-F238E27FC236}">
                <a16:creationId xmlns:a16="http://schemas.microsoft.com/office/drawing/2014/main" id="{9891175E-9AD3-784A-877C-BEE32F515EC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2" r="4762"/>
          <a:stretch/>
        </p:blipFill>
        <p:spPr>
          <a:xfrm>
            <a:off x="5231898" y="3819897"/>
            <a:ext cx="1361297" cy="60836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1324722-F260-9648-A53A-CBE6C9089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841" y="4629267"/>
            <a:ext cx="2106139" cy="1179438"/>
          </a:xfrm>
          <a:prstGeom prst="rect">
            <a:avLst/>
          </a:prstGeom>
        </p:spPr>
      </p:pic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84D1C3A-DA45-6549-87D5-0D488D3C749F}"/>
              </a:ext>
            </a:extLst>
          </p:cNvPr>
          <p:cNvGrpSpPr/>
          <p:nvPr/>
        </p:nvGrpSpPr>
        <p:grpSpPr>
          <a:xfrm>
            <a:off x="2626120" y="1954129"/>
            <a:ext cx="6316032" cy="1751783"/>
            <a:chOff x="2639691" y="1832351"/>
            <a:chExt cx="6316032" cy="1751783"/>
          </a:xfrm>
        </p:grpSpPr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0E5AD04A-B669-0D46-9978-EEA6473C95BC}"/>
                </a:ext>
              </a:extLst>
            </p:cNvPr>
            <p:cNvSpPr/>
            <p:nvPr/>
          </p:nvSpPr>
          <p:spPr>
            <a:xfrm>
              <a:off x="5044241" y="3287022"/>
              <a:ext cx="1669531" cy="275235"/>
            </a:xfrm>
            <a:prstGeom prst="roundRect">
              <a:avLst/>
            </a:prstGeom>
            <a:solidFill>
              <a:schemeClr val="accent1">
                <a:alpha val="57000"/>
              </a:schemeClr>
            </a:solidFill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algn="ctr" defTabSz="308063" latinLnBrk="1" hangingPunct="0"/>
              <a:endParaRPr lang="ja-JP" altLang="en-US" sz="1265">
                <a:solidFill>
                  <a:srgbClr val="FFFFFF"/>
                </a:solidFill>
                <a:sym typeface="Helvetica Light"/>
              </a:endParaRP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95892D43-91A5-8B4F-8891-144836945917}"/>
                </a:ext>
              </a:extLst>
            </p:cNvPr>
            <p:cNvGrpSpPr/>
            <p:nvPr/>
          </p:nvGrpSpPr>
          <p:grpSpPr>
            <a:xfrm>
              <a:off x="5209121" y="1832351"/>
              <a:ext cx="899878" cy="275235"/>
              <a:chOff x="8265592" y="2814077"/>
              <a:chExt cx="1706435" cy="521928"/>
            </a:xfrm>
          </p:grpSpPr>
          <p:sp>
            <p:nvSpPr>
              <p:cNvPr id="135" name="Rounded Rectangle 134">
                <a:extLst>
                  <a:ext uri="{FF2B5EF4-FFF2-40B4-BE49-F238E27FC236}">
                    <a16:creationId xmlns:a16="http://schemas.microsoft.com/office/drawing/2014/main" id="{8C0F28BD-77E6-7F4D-BA0A-04E125488D0E}"/>
                  </a:ext>
                </a:extLst>
              </p:cNvPr>
              <p:cNvSpPr/>
              <p:nvPr/>
            </p:nvSpPr>
            <p:spPr>
              <a:xfrm>
                <a:off x="8265592" y="2814077"/>
                <a:ext cx="1706435" cy="521928"/>
              </a:xfrm>
              <a:prstGeom prst="round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algn="ctr" defTabSz="308063" latinLnBrk="1" hangingPunct="0"/>
                <a:endParaRPr lang="ja-JP" altLang="en-US" sz="1265">
                  <a:solidFill>
                    <a:srgbClr val="FFFFFF"/>
                  </a:solidFill>
                  <a:sym typeface="Helvetica Light"/>
                </a:endParaRPr>
              </a:p>
            </p:txBody>
          </p:sp>
          <p:pic>
            <p:nvPicPr>
              <p:cNvPr id="136" name="Picture 135" descr="latex-image-1.pdf">
                <a:extLst>
                  <a:ext uri="{FF2B5EF4-FFF2-40B4-BE49-F238E27FC236}">
                    <a16:creationId xmlns:a16="http://schemas.microsoft.com/office/drawing/2014/main" id="{2131B1A2-6976-E244-BBDA-E92CBC99A2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34554" y="2860438"/>
                <a:ext cx="1219200" cy="444500"/>
              </a:xfrm>
              <a:prstGeom prst="rect">
                <a:avLst/>
              </a:prstGeom>
            </p:spPr>
          </p:pic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A9EB93A9-21FF-4D46-8BA4-6350CE940FAA}"/>
                </a:ext>
              </a:extLst>
            </p:cNvPr>
            <p:cNvGrpSpPr/>
            <p:nvPr/>
          </p:nvGrpSpPr>
          <p:grpSpPr>
            <a:xfrm>
              <a:off x="2639691" y="3292515"/>
              <a:ext cx="677339" cy="275235"/>
              <a:chOff x="849660" y="5038361"/>
              <a:chExt cx="1284436" cy="521927"/>
            </a:xfrm>
          </p:grpSpPr>
          <p:pic>
            <p:nvPicPr>
              <p:cNvPr id="133" name="Picture 132" descr="latex-image-1.pdf">
                <a:extLst>
                  <a:ext uri="{FF2B5EF4-FFF2-40B4-BE49-F238E27FC236}">
                    <a16:creationId xmlns:a16="http://schemas.microsoft.com/office/drawing/2014/main" id="{BEE64996-179E-FC46-A728-49F34003E9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73943" y="5128117"/>
                <a:ext cx="860338" cy="35369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</p:pic>
          <p:sp>
            <p:nvSpPr>
              <p:cNvPr id="134" name="Rounded Rectangle 133">
                <a:extLst>
                  <a:ext uri="{FF2B5EF4-FFF2-40B4-BE49-F238E27FC236}">
                    <a16:creationId xmlns:a16="http://schemas.microsoft.com/office/drawing/2014/main" id="{B5E1BF99-642F-A74C-9E53-385036E61D7A}"/>
                  </a:ext>
                </a:extLst>
              </p:cNvPr>
              <p:cNvSpPr/>
              <p:nvPr/>
            </p:nvSpPr>
            <p:spPr>
              <a:xfrm>
                <a:off x="849660" y="5038361"/>
                <a:ext cx="1284436" cy="521927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algn="ctr" defTabSz="308063" latinLnBrk="1" hangingPunct="0"/>
                <a:endParaRPr lang="ja-JP" altLang="en-US" sz="1265">
                  <a:solidFill>
                    <a:srgbClr val="FFFFFF"/>
                  </a:solidFill>
                  <a:sym typeface="Helvetica Light"/>
                </a:endParaRP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BA25452-B650-184D-AC83-4644876BBBC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846553" y="3287023"/>
              <a:ext cx="2109170" cy="275235"/>
              <a:chOff x="8546224" y="3667543"/>
              <a:chExt cx="5313677" cy="693404"/>
            </a:xfrm>
          </p:grpSpPr>
          <p:sp>
            <p:nvSpPr>
              <p:cNvPr id="131" name="Rounded Rectangle 130">
                <a:extLst>
                  <a:ext uri="{FF2B5EF4-FFF2-40B4-BE49-F238E27FC236}">
                    <a16:creationId xmlns:a16="http://schemas.microsoft.com/office/drawing/2014/main" id="{EB717E6D-5BC2-744B-926F-4EBC1D556444}"/>
                  </a:ext>
                </a:extLst>
              </p:cNvPr>
              <p:cNvSpPr/>
              <p:nvPr/>
            </p:nvSpPr>
            <p:spPr>
              <a:xfrm>
                <a:off x="8546224" y="3667543"/>
                <a:ext cx="5313677" cy="693404"/>
              </a:xfrm>
              <a:prstGeom prst="round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algn="ctr" defTabSz="308063" latinLnBrk="1" hangingPunct="0"/>
                <a:endParaRPr lang="ja-JP" altLang="en-US" sz="1265">
                  <a:solidFill>
                    <a:srgbClr val="FFFFFF"/>
                  </a:solidFill>
                  <a:sym typeface="Helvetica Light"/>
                </a:endParaRPr>
              </a:p>
            </p:txBody>
          </p:sp>
          <p:pic>
            <p:nvPicPr>
              <p:cNvPr id="132" name="Picture 131" descr="latex-image-1.pdf">
                <a:extLst>
                  <a:ext uri="{FF2B5EF4-FFF2-40B4-BE49-F238E27FC236}">
                    <a16:creationId xmlns:a16="http://schemas.microsoft.com/office/drawing/2014/main" id="{1F731AAE-7D52-CE4D-A663-26EAF6AE2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56579" y="3793135"/>
                <a:ext cx="4749800" cy="469900"/>
              </a:xfrm>
              <a:prstGeom prst="rect">
                <a:avLst/>
              </a:prstGeom>
            </p:spPr>
          </p:pic>
        </p:grpSp>
        <p:cxnSp>
          <p:nvCxnSpPr>
            <p:cNvPr id="110" name="Curved Connector 109">
              <a:extLst>
                <a:ext uri="{FF2B5EF4-FFF2-40B4-BE49-F238E27FC236}">
                  <a16:creationId xmlns:a16="http://schemas.microsoft.com/office/drawing/2014/main" id="{41955D6A-74C1-C541-91DC-249DED16F374}"/>
                </a:ext>
              </a:extLst>
            </p:cNvPr>
            <p:cNvCxnSpPr>
              <a:cxnSpLocks/>
              <a:stCxn id="135" idx="2"/>
              <a:endCxn id="134" idx="0"/>
            </p:cNvCxnSpPr>
            <p:nvPr/>
          </p:nvCxnSpPr>
          <p:spPr>
            <a:xfrm rot="5400000">
              <a:off x="3726247" y="1359701"/>
              <a:ext cx="1184929" cy="2680699"/>
            </a:xfrm>
            <a:prstGeom prst="curvedConnector3">
              <a:avLst>
                <a:gd name="adj1" fmla="val 50000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2" name="Curved Connector 111">
              <a:extLst>
                <a:ext uri="{FF2B5EF4-FFF2-40B4-BE49-F238E27FC236}">
                  <a16:creationId xmlns:a16="http://schemas.microsoft.com/office/drawing/2014/main" id="{55B30015-3550-9E4E-A35C-89CB09ADD0A9}"/>
                </a:ext>
              </a:extLst>
            </p:cNvPr>
            <p:cNvCxnSpPr>
              <a:cxnSpLocks/>
              <a:stCxn id="136" idx="2"/>
              <a:endCxn id="130" idx="0"/>
            </p:cNvCxnSpPr>
            <p:nvPr/>
          </p:nvCxnSpPr>
          <p:spPr>
            <a:xfrm rot="5400000">
              <a:off x="4267184" y="1903658"/>
              <a:ext cx="1217696" cy="1592786"/>
            </a:xfrm>
            <a:prstGeom prst="curvedConnector3">
              <a:avLst>
                <a:gd name="adj1" fmla="val 50000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3" name="Curved Connector 112">
              <a:extLst>
                <a:ext uri="{FF2B5EF4-FFF2-40B4-BE49-F238E27FC236}">
                  <a16:creationId xmlns:a16="http://schemas.microsoft.com/office/drawing/2014/main" id="{18504703-887F-184F-AC52-0C11E5D2297F}"/>
                </a:ext>
              </a:extLst>
            </p:cNvPr>
            <p:cNvCxnSpPr>
              <a:stCxn id="135" idx="2"/>
              <a:endCxn id="105" idx="0"/>
            </p:cNvCxnSpPr>
            <p:nvPr/>
          </p:nvCxnSpPr>
          <p:spPr>
            <a:xfrm rot="16200000" flipH="1">
              <a:off x="5179315" y="2587330"/>
              <a:ext cx="1179436" cy="219947"/>
            </a:xfrm>
            <a:prstGeom prst="curvedConnector3">
              <a:avLst>
                <a:gd name="adj1" fmla="val 50000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4" name="Curved Connector 113">
              <a:extLst>
                <a:ext uri="{FF2B5EF4-FFF2-40B4-BE49-F238E27FC236}">
                  <a16:creationId xmlns:a16="http://schemas.microsoft.com/office/drawing/2014/main" id="{65F9F4C3-F60B-0648-B1E9-0A4F2D42AD23}"/>
                </a:ext>
              </a:extLst>
            </p:cNvPr>
            <p:cNvCxnSpPr>
              <a:stCxn id="135" idx="2"/>
              <a:endCxn id="131" idx="0"/>
            </p:cNvCxnSpPr>
            <p:nvPr/>
          </p:nvCxnSpPr>
          <p:spPr>
            <a:xfrm rot="16200000" flipH="1">
              <a:off x="6190381" y="1576265"/>
              <a:ext cx="1179437" cy="2242078"/>
            </a:xfrm>
            <a:prstGeom prst="curvedConnector3">
              <a:avLst>
                <a:gd name="adj1" fmla="val 50000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87385AD5-EC81-A846-AB36-21E12D5C8B6E}"/>
                </a:ext>
              </a:extLst>
            </p:cNvPr>
            <p:cNvGrpSpPr/>
            <p:nvPr/>
          </p:nvGrpSpPr>
          <p:grpSpPr>
            <a:xfrm>
              <a:off x="3740969" y="3308899"/>
              <a:ext cx="677339" cy="275235"/>
              <a:chOff x="2458393" y="5038361"/>
              <a:chExt cx="1284436" cy="521927"/>
            </a:xfrm>
          </p:grpSpPr>
          <p:pic>
            <p:nvPicPr>
              <p:cNvPr id="129" name="Picture 128" descr="latex-image-1.pdf">
                <a:extLst>
                  <a:ext uri="{FF2B5EF4-FFF2-40B4-BE49-F238E27FC236}">
                    <a16:creationId xmlns:a16="http://schemas.microsoft.com/office/drawing/2014/main" id="{9A385965-B76E-B542-AAC9-4278403D72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08679" y="5175053"/>
                <a:ext cx="783863" cy="24854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</p:pic>
          <p:sp>
            <p:nvSpPr>
              <p:cNvPr id="130" name="Rounded Rectangle 129">
                <a:extLst>
                  <a:ext uri="{FF2B5EF4-FFF2-40B4-BE49-F238E27FC236}">
                    <a16:creationId xmlns:a16="http://schemas.microsoft.com/office/drawing/2014/main" id="{8A58FC23-84D6-9943-A282-154C1C7CF2D8}"/>
                  </a:ext>
                </a:extLst>
              </p:cNvPr>
              <p:cNvSpPr/>
              <p:nvPr/>
            </p:nvSpPr>
            <p:spPr>
              <a:xfrm>
                <a:off x="2458393" y="5038361"/>
                <a:ext cx="1284436" cy="521927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algn="ctr" defTabSz="308063" latinLnBrk="1" hangingPunct="0"/>
                <a:endParaRPr lang="ja-JP" altLang="en-US" sz="1265">
                  <a:solidFill>
                    <a:srgbClr val="FFFFFF"/>
                  </a:solidFill>
                  <a:sym typeface="Helvetica Light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C377302A-DE58-E440-B180-9D96A748D6D9}"/>
                    </a:ext>
                  </a:extLst>
                </p:cNvPr>
                <p:cNvSpPr txBox="1"/>
                <p:nvPr/>
              </p:nvSpPr>
              <p:spPr>
                <a:xfrm>
                  <a:off x="5323108" y="3309995"/>
                  <a:ext cx="1072922" cy="2308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m:rPr>
                            <m:sty m:val="p"/>
                          </m:rPr>
                          <a:rPr lang="en-US" sz="1500" b="0" i="0" smtClean="0">
                            <a:latin typeface="Cambria Math" panose="02040503050406030204" pitchFamily="18" charset="0"/>
                          </a:rPr>
                          <m:t>map</m:t>
                        </m:r>
                        <m:r>
                          <a:rPr lang="en-US" sz="15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sz="15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C377302A-DE58-E440-B180-9D96A748D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3108" y="3309995"/>
                  <a:ext cx="1072922" cy="230832"/>
                </a:xfrm>
                <a:prstGeom prst="rect">
                  <a:avLst/>
                </a:prstGeom>
                <a:blipFill>
                  <a:blip r:embed="rId10"/>
                  <a:stretch>
                    <a:fillRect l="-3488" t="-10526" b="-368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Title 1">
            <a:extLst>
              <a:ext uri="{FF2B5EF4-FFF2-40B4-BE49-F238E27FC236}">
                <a16:creationId xmlns:a16="http://schemas.microsoft.com/office/drawing/2014/main" id="{79CC8FF7-547E-4E44-8607-AF064338D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NEAR: Neural Admissible Relaxations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8578A5-D8D0-BA45-B29F-4171F83C7345}"/>
              </a:ext>
            </a:extLst>
          </p:cNvPr>
          <p:cNvSpPr txBox="1"/>
          <p:nvPr/>
        </p:nvSpPr>
        <p:spPr>
          <a:xfrm>
            <a:off x="23201" y="6461457"/>
            <a:ext cx="99242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Learning Differentiable Programs with Admissible Neural Heuristics, </a:t>
            </a:r>
            <a:r>
              <a:rPr lang="en-US" sz="1600" dirty="0" err="1"/>
              <a:t>Ameesh</a:t>
            </a:r>
            <a:r>
              <a:rPr lang="en-US" sz="1600" dirty="0"/>
              <a:t> Shah*, Eric Zhan*, et al., </a:t>
            </a:r>
            <a:r>
              <a:rPr lang="en-US" sz="1600" dirty="0" err="1"/>
              <a:t>NeurIPS</a:t>
            </a:r>
            <a:r>
              <a:rPr lang="en-US" sz="1600" dirty="0"/>
              <a:t> 2020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7B38EC-2368-C86E-9474-25FEE08A4924}"/>
              </a:ext>
            </a:extLst>
          </p:cNvPr>
          <p:cNvSpPr txBox="1"/>
          <p:nvPr/>
        </p:nvSpPr>
        <p:spPr>
          <a:xfrm>
            <a:off x="6943980" y="3954763"/>
            <a:ext cx="2026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Fill hole with NN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C8D3A7-7359-B154-9518-87B0FECA8419}"/>
              </a:ext>
            </a:extLst>
          </p:cNvPr>
          <p:cNvSpPr txBox="1"/>
          <p:nvPr/>
        </p:nvSpPr>
        <p:spPr>
          <a:xfrm>
            <a:off x="6943980" y="4677750"/>
            <a:ext cx="2061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Train parameters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15FF17-D7D8-64A4-A1DC-977225A49187}"/>
              </a:ext>
            </a:extLst>
          </p:cNvPr>
          <p:cNvSpPr txBox="1"/>
          <p:nvPr/>
        </p:nvSpPr>
        <p:spPr>
          <a:xfrm>
            <a:off x="6943980" y="5369817"/>
            <a:ext cx="4425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Use training loss as admissible heuristic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1A5194-6D0D-D119-484E-530ED51E0391}"/>
              </a:ext>
            </a:extLst>
          </p:cNvPr>
          <p:cNvSpPr txBox="1"/>
          <p:nvPr/>
        </p:nvSpPr>
        <p:spPr>
          <a:xfrm>
            <a:off x="428609" y="4370451"/>
            <a:ext cx="3469577" cy="156966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If a large neural network cannot fit this hole, then a neurosymbolic completion also cannot</a:t>
            </a:r>
          </a:p>
        </p:txBody>
      </p:sp>
    </p:spTree>
    <p:extLst>
      <p:ext uri="{BB962C8B-B14F-4D97-AF65-F5344CB8AC3E}">
        <p14:creationId xmlns:p14="http://schemas.microsoft.com/office/powerpoint/2010/main" val="3036875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xperimental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75B73"/>
      </a:accent1>
      <a:accent2>
        <a:srgbClr val="CD0909"/>
      </a:accent2>
      <a:accent3>
        <a:srgbClr val="3F7830"/>
      </a:accent3>
      <a:accent4>
        <a:srgbClr val="08110B"/>
      </a:accent4>
      <a:accent5>
        <a:srgbClr val="DCA800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erlin Sans FB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105005</TotalTime>
  <Words>2628</Words>
  <Application>Microsoft Office PowerPoint</Application>
  <PresentationFormat>Widescreen</PresentationFormat>
  <Paragraphs>476</Paragraphs>
  <Slides>62</Slides>
  <Notes>21</Notes>
  <HiddenSlides>2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Adobe Caslon Pro Bold</vt:lpstr>
      <vt:lpstr>Arial</vt:lpstr>
      <vt:lpstr>Berlin Sans FB</vt:lpstr>
      <vt:lpstr>Calibri</vt:lpstr>
      <vt:lpstr>Cambria Math</vt:lpstr>
      <vt:lpstr>Consolas</vt:lpstr>
      <vt:lpstr>jsMath-cmbx10</vt:lpstr>
      <vt:lpstr>office theme</vt:lpstr>
      <vt:lpstr>Lecture 24 Neurosymbolic Synthesis</vt:lpstr>
      <vt:lpstr>Neurosymbolic program synthesis</vt:lpstr>
      <vt:lpstr>Neural Guided Search</vt:lpstr>
      <vt:lpstr>Symbolic Guided Deep Learning</vt:lpstr>
      <vt:lpstr>Distillation</vt:lpstr>
      <vt:lpstr>Relaxation</vt:lpstr>
      <vt:lpstr>Relaxation:  Supporting numerical optimization over discrete programs</vt:lpstr>
      <vt:lpstr>Numerical Optimization</vt:lpstr>
      <vt:lpstr>Numerical Optimization for Synthesis</vt:lpstr>
      <vt:lpstr>The Parameter Synthesis Problem</vt:lpstr>
      <vt:lpstr>The Parameter Synthesis Problem</vt:lpstr>
      <vt:lpstr>The challenge of optimizing programs</vt:lpstr>
      <vt:lpstr>Branches introduce discontinuities</vt:lpstr>
      <vt:lpstr>Minimization by numerical Search</vt:lpstr>
      <vt:lpstr>Key Idea: Smooth the Function</vt:lpstr>
      <vt:lpstr>Example: Gaussian Smoothing</vt:lpstr>
      <vt:lpstr>Example: Gaussian Smoothing</vt:lpstr>
      <vt:lpstr>Parameterized Smoothing</vt:lpstr>
      <vt:lpstr>Parameterized Smoothing</vt:lpstr>
      <vt:lpstr>Parameterized Smoothing</vt:lpstr>
      <vt:lpstr>Smoothed Numerical Search</vt:lpstr>
      <vt:lpstr>Smoothed Numerical Search</vt:lpstr>
      <vt:lpstr>Euler:  SNS for programs</vt:lpstr>
      <vt:lpstr>SNS in Euler</vt:lpstr>
      <vt:lpstr>Smoothed Numerical Search in Euler</vt:lpstr>
      <vt:lpstr>Smooth Interpretation</vt:lpstr>
      <vt:lpstr>Smooth Interpretation: Branch</vt:lpstr>
      <vt:lpstr>Smooth Interpretation: Join</vt:lpstr>
      <vt:lpstr>Smooth Interpretation: Join</vt:lpstr>
      <vt:lpstr>Smooth Interpretation: Assignment</vt:lpstr>
      <vt:lpstr>Approximations</vt:lpstr>
      <vt:lpstr>Approximations</vt:lpstr>
      <vt:lpstr>Excessive merging can cause problems</vt:lpstr>
      <vt:lpstr>Examples</vt:lpstr>
      <vt:lpstr>Parameter synthesis </vt:lpstr>
      <vt:lpstr>Parameter synthesis</vt:lpstr>
      <vt:lpstr>Parameter synthesis</vt:lpstr>
      <vt:lpstr>Application : Parameter synthesis</vt:lpstr>
      <vt:lpstr>Slice of Error function WRT T2</vt:lpstr>
      <vt:lpstr>Slice of Error function WRT T2</vt:lpstr>
      <vt:lpstr>Slice of Error function WRT T2</vt:lpstr>
      <vt:lpstr>Slice of Error function WRT T2</vt:lpstr>
      <vt:lpstr>Numerical Search with Smoothing</vt:lpstr>
      <vt:lpstr>Errors from different starting points</vt:lpstr>
      <vt:lpstr>What the difference means</vt:lpstr>
      <vt:lpstr>Limitations</vt:lpstr>
      <vt:lpstr>Limitations</vt:lpstr>
      <vt:lpstr>Relaxation + Top-Down  = Near</vt:lpstr>
      <vt:lpstr>Learning to synthesize incrementally 2</vt:lpstr>
      <vt:lpstr>Guiding program search</vt:lpstr>
      <vt:lpstr>Guiding program search</vt:lpstr>
      <vt:lpstr>Guiding program search</vt:lpstr>
      <vt:lpstr>Estimating the “Cost to Go”</vt:lpstr>
      <vt:lpstr>Learning with Neural Heuristics </vt:lpstr>
      <vt:lpstr>Guiding Search with Neural Relaxations</vt:lpstr>
      <vt:lpstr>Motivating Observation/Assumption:  Functional Representational Power</vt:lpstr>
      <vt:lpstr>Implication  (abstract form)</vt:lpstr>
      <vt:lpstr>Informed Search (e.g., A*)</vt:lpstr>
      <vt:lpstr>A* Search</vt:lpstr>
      <vt:lpstr>Implementing Admissible Heuristic</vt:lpstr>
      <vt:lpstr>NEAR: Results</vt:lpstr>
      <vt:lpstr>NEAR: Neural Admissible Relaxations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Armando Solar-Lezama</dc:creator>
  <cp:lastModifiedBy>Armando Solar-Lezama</cp:lastModifiedBy>
  <cp:revision>903</cp:revision>
  <cp:lastPrinted>2015-02-26T04:09:31Z</cp:lastPrinted>
  <dcterms:created xsi:type="dcterms:W3CDTF">2014-09-23T19:26:18Z</dcterms:created>
  <dcterms:modified xsi:type="dcterms:W3CDTF">2022-12-06T17:00:28Z</dcterms:modified>
</cp:coreProperties>
</file>